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04f097dbb4f4f26" /><Relationship Type="http://schemas.openxmlformats.org/officeDocument/2006/relationships/extended-properties" Target="/docProps/app.xml" Id="Rd135d596521f49c3" /><Relationship Type="http://schemas.openxmlformats.org/officeDocument/2006/relationships/officeDocument" Target="/ppt/presentation.xml" Id="R6831811a89334775" /></Relationships>
</file>

<file path=ppt/presentation.xml><?xml version="1.0" encoding="utf-8"?>
<p:presentation xmlns:p="http://schemas.openxmlformats.org/presentationml/2006/main">
  <p:sldMasterIdLst>
    <p:sldMasterId xmlns:r="http://schemas.openxmlformats.org/officeDocument/2006/relationships" id="2147483648" r:id="R572b0492892b4699"/>
  </p:sldMasterIdLst>
  <p:notesMasterIdLst>
    <p:notesMasterId xmlns:r="http://schemas.openxmlformats.org/officeDocument/2006/relationships" r:id="R6706f09cac0c419b"/>
  </p:notesMasterIdLst>
  <p:sldIdLst>
    <p:sldId xmlns:r="http://schemas.openxmlformats.org/officeDocument/2006/relationships" id="256" r:id="R196f35d8931c43d3"/>
    <p:sldId xmlns:r="http://schemas.openxmlformats.org/officeDocument/2006/relationships" id="257" r:id="Ra9be43c6b5704e18"/>
    <p:sldId xmlns:r="http://schemas.openxmlformats.org/officeDocument/2006/relationships" id="258" r:id="R5d6d056e9eb54f3c"/>
    <p:sldId xmlns:r="http://schemas.openxmlformats.org/officeDocument/2006/relationships" id="259" r:id="R6e8f6092c9484da2"/>
    <p:sldId xmlns:r="http://schemas.openxmlformats.org/officeDocument/2006/relationships" id="260" r:id="R2e3da44098d24ff4"/>
    <p:sldId xmlns:r="http://schemas.openxmlformats.org/officeDocument/2006/relationships" id="261" r:id="R781e32b8bccb4bc5"/>
    <p:sldId xmlns:r="http://schemas.openxmlformats.org/officeDocument/2006/relationships" id="262" r:id="Rbbcbf4a657fc4e64"/>
    <p:sldId xmlns:r="http://schemas.openxmlformats.org/officeDocument/2006/relationships" id="263" r:id="R99ffd2100c5444d8"/>
    <p:sldId xmlns:r="http://schemas.openxmlformats.org/officeDocument/2006/relationships" id="264" r:id="R1286edf889124dc5"/>
    <p:sldId xmlns:r="http://schemas.openxmlformats.org/officeDocument/2006/relationships" id="265" r:id="Rd3fd68f83a9c40e8"/>
    <p:sldId xmlns:r="http://schemas.openxmlformats.org/officeDocument/2006/relationships" id="266" r:id="Rf6474c50def14bb6"/>
    <p:sldId xmlns:r="http://schemas.openxmlformats.org/officeDocument/2006/relationships" id="267" r:id="R05788c160c1d4e62"/>
    <p:sldId xmlns:r="http://schemas.openxmlformats.org/officeDocument/2006/relationships" id="268" r:id="R0ddc32f927544261"/>
    <p:sldId xmlns:r="http://schemas.openxmlformats.org/officeDocument/2006/relationships" id="269" r:id="R87e56b3faa8a4dfa"/>
    <p:sldId xmlns:r="http://schemas.openxmlformats.org/officeDocument/2006/relationships" id="270" r:id="R94e2f8a063b5478d"/>
    <p:sldId xmlns:r="http://schemas.openxmlformats.org/officeDocument/2006/relationships" id="271" r:id="Rcd986e79d0fb40b1"/>
    <p:sldId xmlns:r="http://schemas.openxmlformats.org/officeDocument/2006/relationships" id="272" r:id="Rc2d32ce761d94919"/>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767c9ca897b4c88" /><Relationship Type="http://schemas.openxmlformats.org/officeDocument/2006/relationships/slideMaster" Target="/ppt/slideMasters/slideMaster1.xml" Id="R572b0492892b4699" /><Relationship Type="http://schemas.openxmlformats.org/officeDocument/2006/relationships/notesMaster" Target="/ppt/notesMasters/notesMaster1.xml" Id="R6706f09cac0c419b" /><Relationship Type="http://schemas.openxmlformats.org/officeDocument/2006/relationships/presProps" Target="/ppt/presProps.xml" Id="R95f5091c2b9e4822" /><Relationship Type="http://schemas.openxmlformats.org/officeDocument/2006/relationships/tableStyles" Target="/ppt/tableStyles.xml" Id="Reaa0adfee22249a5" /><Relationship Type="http://schemas.openxmlformats.org/officeDocument/2006/relationships/slide" Target="/ppt/slides/slide1.xml" Id="R196f35d8931c43d3" /><Relationship Type="http://schemas.openxmlformats.org/officeDocument/2006/relationships/slide" Target="/ppt/slides/slide2.xml" Id="Ra9be43c6b5704e18" /><Relationship Type="http://schemas.openxmlformats.org/officeDocument/2006/relationships/slide" Target="/ppt/slides/slide3.xml" Id="R5d6d056e9eb54f3c" /><Relationship Type="http://schemas.openxmlformats.org/officeDocument/2006/relationships/slide" Target="/ppt/slides/slide4.xml" Id="R6e8f6092c9484da2" /><Relationship Type="http://schemas.openxmlformats.org/officeDocument/2006/relationships/slide" Target="/ppt/slides/slide5.xml" Id="R2e3da44098d24ff4" /><Relationship Type="http://schemas.openxmlformats.org/officeDocument/2006/relationships/slide" Target="/ppt/slides/slide6.xml" Id="R781e32b8bccb4bc5" /><Relationship Type="http://schemas.openxmlformats.org/officeDocument/2006/relationships/slide" Target="/ppt/slides/slide7.xml" Id="Rbbcbf4a657fc4e64" /><Relationship Type="http://schemas.openxmlformats.org/officeDocument/2006/relationships/slide" Target="/ppt/slides/slide8.xml" Id="R99ffd2100c5444d8" /><Relationship Type="http://schemas.openxmlformats.org/officeDocument/2006/relationships/slide" Target="/ppt/slides/slide9.xml" Id="R1286edf889124dc5" /><Relationship Type="http://schemas.openxmlformats.org/officeDocument/2006/relationships/slide" Target="/ppt/slides/slide10.xml" Id="Rd3fd68f83a9c40e8" /><Relationship Type="http://schemas.openxmlformats.org/officeDocument/2006/relationships/slide" Target="/ppt/slides/slide11.xml" Id="Rf6474c50def14bb6" /><Relationship Type="http://schemas.openxmlformats.org/officeDocument/2006/relationships/slide" Target="/ppt/slides/slide12.xml" Id="R05788c160c1d4e62" /><Relationship Type="http://schemas.openxmlformats.org/officeDocument/2006/relationships/slide" Target="/ppt/slides/slide13.xml" Id="R0ddc32f927544261" /><Relationship Type="http://schemas.openxmlformats.org/officeDocument/2006/relationships/slide" Target="/ppt/slides/slide14.xml" Id="R87e56b3faa8a4dfa" /><Relationship Type="http://schemas.openxmlformats.org/officeDocument/2006/relationships/slide" Target="/ppt/slides/slide15.xml" Id="R94e2f8a063b5478d" /><Relationship Type="http://schemas.openxmlformats.org/officeDocument/2006/relationships/slide" Target="/ppt/slides/slide16.xml" Id="Rcd986e79d0fb40b1" /><Relationship Type="http://schemas.openxmlformats.org/officeDocument/2006/relationships/slide" Target="/ppt/slides/slide17.xml" Id="Rc2d32ce761d9491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86e6950b26d4b9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e776badf5c24989" /><Relationship Type="http://schemas.openxmlformats.org/officeDocument/2006/relationships/notesMaster" Target="/ppt/notesMasters/notesMaster1.xml" Id="R90f3ce32bc714279" /></Relationships>
</file>

<file path=ppt/notesSlides/_rels/notesSlide2.xml.rels>&#65279;<?xml version="1.0" encoding="utf-8"?><Relationships xmlns="http://schemas.openxmlformats.org/package/2006/relationships"><Relationship Type="http://schemas.openxmlformats.org/officeDocument/2006/relationships/slide" Target="/ppt/slides/slide2.xml" Id="Rc4fff3c7be1f4a47" /><Relationship Type="http://schemas.openxmlformats.org/officeDocument/2006/relationships/notesMaster" Target="/ppt/notesMasters/notesMaster1.xml" Id="R57dd9138029f4f00" /></Relationships>
</file>

<file path=ppt/notesSlides/_rels/notesSlide3.xml.rels>&#65279;<?xml version="1.0" encoding="utf-8"?><Relationships xmlns="http://schemas.openxmlformats.org/package/2006/relationships"><Relationship Type="http://schemas.openxmlformats.org/officeDocument/2006/relationships/slide" Target="/ppt/slides/slide3.xml" Id="R19e2e80860d74375" /><Relationship Type="http://schemas.openxmlformats.org/officeDocument/2006/relationships/notesMaster" Target="/ppt/notesMasters/notesMaster1.xml" Id="Rf040495d10124589" /></Relationships>
</file>

<file path=ppt/notesSlides/_rels/notesSlide4.xml.rels>&#65279;<?xml version="1.0" encoding="utf-8"?><Relationships xmlns="http://schemas.openxmlformats.org/package/2006/relationships"><Relationship Type="http://schemas.openxmlformats.org/officeDocument/2006/relationships/slide" Target="/ppt/slides/slide4.xml" Id="R12af3ea12b864d06" /><Relationship Type="http://schemas.openxmlformats.org/officeDocument/2006/relationships/notesMaster" Target="/ppt/notesMasters/notesMaster1.xml" Id="Rb7d5c2af11494c5f" /></Relationships>
</file>

<file path=ppt/notesSlides/_rels/notesSlide5.xml.rels>&#65279;<?xml version="1.0" encoding="utf-8"?><Relationships xmlns="http://schemas.openxmlformats.org/package/2006/relationships"><Relationship Type="http://schemas.openxmlformats.org/officeDocument/2006/relationships/slide" Target="/ppt/slides/slide5.xml" Id="Rf518792aeb804a06" /><Relationship Type="http://schemas.openxmlformats.org/officeDocument/2006/relationships/notesMaster" Target="/ppt/notesMasters/notesMaster1.xml" Id="Rd50e56dd651c4b97" /></Relationships>
</file>

<file path=ppt/notesSlides/_rels/notesSlide6.xml.rels>&#65279;<?xml version="1.0" encoding="utf-8"?><Relationships xmlns="http://schemas.openxmlformats.org/package/2006/relationships"><Relationship Type="http://schemas.openxmlformats.org/officeDocument/2006/relationships/slide" Target="/ppt/slides/slide6.xml" Id="R5e994a7beff243f5" /><Relationship Type="http://schemas.openxmlformats.org/officeDocument/2006/relationships/notesMaster" Target="/ppt/notesMasters/notesMaster1.xml" Id="Reed4d05aaae7494f" /></Relationships>
</file>

<file path=ppt/notesSlides/_rels/notesSlide7.xml.rels>&#65279;<?xml version="1.0" encoding="utf-8"?><Relationships xmlns="http://schemas.openxmlformats.org/package/2006/relationships"><Relationship Type="http://schemas.openxmlformats.org/officeDocument/2006/relationships/slide" Target="/ppt/slides/slide7.xml" Id="R071c2a4e8b7e4cc1" /><Relationship Type="http://schemas.openxmlformats.org/officeDocument/2006/relationships/notesMaster" Target="/ppt/notesMasters/notesMaster1.xml" Id="R104758a15a2f462f" /></Relationships>
</file>

<file path=ppt/notesSlides/_rels/notesSlide8.xml.rels>&#65279;<?xml version="1.0" encoding="utf-8"?><Relationships xmlns="http://schemas.openxmlformats.org/package/2006/relationships"><Relationship Type="http://schemas.openxmlformats.org/officeDocument/2006/relationships/slide" Target="/ppt/slides/slide8.xml" Id="Rccd679c854564ff1" /><Relationship Type="http://schemas.openxmlformats.org/officeDocument/2006/relationships/notesMaster" Target="/ppt/notesMasters/notesMaster1.xml" Id="Rb8bf685ea2b74dfa" /></Relationships>
</file>

<file path=ppt/notesSlides/_rels/notesSlide9.xml.rels>&#65279;<?xml version="1.0" encoding="utf-8"?><Relationships xmlns="http://schemas.openxmlformats.org/package/2006/relationships"><Relationship Type="http://schemas.openxmlformats.org/officeDocument/2006/relationships/slide" Target="/ppt/slides/slide9.xml" Id="Rf1da43a625064fe9" /><Relationship Type="http://schemas.openxmlformats.org/officeDocument/2006/relationships/notesMaster" Target="/ppt/notesMasters/notesMaster1.xml" Id="R79cf7c8817be47c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9be75d21ce64721" /><Relationship Type="http://schemas.openxmlformats.org/officeDocument/2006/relationships/notesMaster" Target="/ppt/notesMasters/notesMaster1.xml" Id="R696faf8400be4bb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564ea5caa2c43e7" /><Relationship Type="http://schemas.openxmlformats.org/officeDocument/2006/relationships/notesMaster" Target="/ppt/notesMasters/notesMaster1.xml" Id="Rff6a1815386044b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46b316567704777" /><Relationship Type="http://schemas.openxmlformats.org/officeDocument/2006/relationships/notesMaster" Target="/ppt/notesMasters/notesMaster1.xml" Id="Rc7f655ea3d3d4e1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8379b7c560d4822" /><Relationship Type="http://schemas.openxmlformats.org/officeDocument/2006/relationships/notesMaster" Target="/ppt/notesMasters/notesMaster1.xml" Id="Rb519f6b3f64d482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34154a101f54f2f" /><Relationship Type="http://schemas.openxmlformats.org/officeDocument/2006/relationships/notesMaster" Target="/ppt/notesMasters/notesMaster1.xml" Id="R5e954aff8e00431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4d4ffff25c384b4d" /><Relationship Type="http://schemas.openxmlformats.org/officeDocument/2006/relationships/notesMaster" Target="/ppt/notesMasters/notesMaster1.xml" Id="R6a5d91f229bc43ce"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46b82ab229c34910" /><Relationship Type="http://schemas.openxmlformats.org/officeDocument/2006/relationships/notesMaster" Target="/ppt/notesMasters/notesMaster1.xml" Id="R2f72be45cdb64d9b"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d4d9318fcad34b3b" /><Relationship Type="http://schemas.openxmlformats.org/officeDocument/2006/relationships/notesMaster" Target="/ppt/notesMasters/notesMaster1.xml" Id="R5681546470754ab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Fontes do método consultadas em 24/10/2026:</a:t>
            </a:r>
          </a:p>
          <a:p xmlns:a="http://schemas.openxmlformats.org/drawingml/2006/main">
            <a:r>
              <a:t>https://github.com/wjohnnyhonorato/sdd-fast/blob/main/README.md</a:t>
            </a:r>
          </a:p>
          <a:p xmlns:a="http://schemas.openxmlformats.org/drawingml/2006/main">
            <a:r>
              <a:t>https://github.com/wjohnnyhonorato/sdd-fast/blob/main/RATIONALE.md</a:t>
            </a:r>
          </a:p>
          <a:p xmlns:a="http://schemas.openxmlformats.org/drawingml/2006/main">
            <a:r>
              <a:t>Ilustração original gerada por IA para esta apresentação. O rover alude à identidade visual do projeto, sem reproduzir seu logotipo.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Fontes do método consultadas em 24/10/2026:</a:t>
            </a:r>
          </a:p>
          <a:p xmlns:a="http://schemas.openxmlformats.org/drawingml/2006/main">
            <a:r>
              <a:t>https://github.com/wjohnnyhonorato/sdd-fast/blob/main/README.md</a:t>
            </a:r>
          </a:p>
          <a:p xmlns:a="http://schemas.openxmlformats.org/drawingml/2006/main">
            <a:r>
              <a:t>https://github.com/wjohnnyhonorato/sdd-fast/blob/main/RATIONALE.md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Fontes do método consultadas em 24/10/2026:</a:t>
            </a:r>
          </a:p>
          <a:p xmlns:a="http://schemas.openxmlformats.org/drawingml/2006/main">
            <a:r>
              <a:t>https://github.com/wjohnnyhonorato/sdd-fast/blob/main/RATIONALE.md</a:t>
            </a:r>
          </a:p>
          <a:p xmlns:a="http://schemas.openxmlformats.org/drawingml/2006/main">
            <a:r>
              <a:t>Paródia proposta pelo apresentador. SDD significa spec-driven development. Relação: SDD orienta o desenvolvimento, o harness sustenta a execução e skills oferecem procedimentos reutilizáveis. SDD pode integrar o harness; não se confunde com todo ele.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Fontes do método consultadas em 24/10/2026:</a:t>
            </a:r>
          </a:p>
          <a:p xmlns:a="http://schemas.openxmlformats.org/drawingml/2006/main">
            <a:r>
              <a:t>https://github.com/wjohnnyhonorato/sdd-fast/blob/main/RATIONALE.md</a:t>
            </a:r>
          </a:p>
          <a:p xmlns:a="http://schemas.openxmlformats.org/drawingml/2006/main">
            <a:r>
              <a:t>Esta tabela sintetiza benefícios propostos, não efeitos causais demonstrados para o SDD-Fast. O RATIONALE explicita que o método é uma síntese pragmática, sem validação experimental própria. Agentes apoiam a revisão e não substituem o julgamento técnico. Não há estimativas quantitativas de ganho.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Fontes do método consultadas em 24/10/2026:</a:t>
            </a:r>
          </a:p>
          <a:p xmlns:a="http://schemas.openxmlformats.org/drawingml/2006/main">
            <a:r>
              <a:t>https://github.com/wjohnnyhonorato/sdd-fast/blob/main/RATIONALE.md</a:t>
            </a:r>
          </a:p>
          <a:p xmlns:a="http://schemas.openxmlformats.org/drawingml/2006/main">
            <a:r>
              <a:t>Analogia proposta pelo apresentador. SDD pode integrar o harness por meio de intenção explícita, limites, critérios e revisão. Os dois cenários contêm participação humana. A imagem não demonstra empiricamente superioridade de um processo; serve para discutir controle e feedback. Ilustração original gerada por 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Fontes do método consultadas em 24/10/2026:</a:t>
            </a:r>
          </a:p>
          <a:p xmlns:a="http://schemas.openxmlformats.org/drawingml/2006/main">
            <a:r>
              <a:t>https://github.com/wjohnnyhonorato/sdd-fast/blob/main/RATIONALE.md</a:t>
            </a:r>
          </a:p>
          <a:p xmlns:a="http://schemas.openxmlformats.org/drawingml/2006/main">
            <a:r>
              <a:t>Analogia atribuída pelo apresentador a um vídeo de Fabio Akita, ainda sem identificação do vídeo exato. Os links de Akita no slide de referências são influências registradas no RATIONALE e não comprovam a origem desta analogia. Evitar afirmar que o diretor desconhece as especialidades ou que profissionais deixam de precisar de competência técnica. Ilustração original gerada por 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Fontes do método consultadas em 24/10/2026:</a:t>
            </a:r>
          </a:p>
          <a:p xmlns:a="http://schemas.openxmlformats.org/drawingml/2006/main">
            <a:r>
              <a:t>https://github.com/wjohnnyhonorato/sdd-fast/blob/main/RATIONALE.md</a:t>
            </a:r>
          </a:p>
          <a:p xmlns:a="http://schemas.openxmlformats.org/drawingml/2006/main">
            <a:r>
              <a:t>Analogia proposta pelo apresentador. Os golpes se anulam como metáfora de uma discussão que não avança, não como regra do jogo. Agentes semelhantes não tornam análises igualmente válidas. Dois modelos com boa métrica podem diferir em leakage, split, adequação ao negócio e validade. A rastreabilidade ajuda a localizar erros, mas documentação por si só não comprova correção. Personagens Ryu de Street Fighter pertencem à Capcom. Ilustração original gerada por 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Fontes do método consultadas em 24/10/2026:</a:t>
            </a:r>
          </a:p>
          <a:p xmlns:a="http://schemas.openxmlformats.org/drawingml/2006/main">
            <a:r>
              <a:t>https://github.com/wjohnnyhonorato/sdd-fast/blob/main/README.md</a:t>
            </a:r>
          </a:p>
          <a:p xmlns:a="http://schemas.openxmlformats.org/drawingml/2006/main">
            <a:r>
              <a:t>https://github.com/wjohnnyhonorato/sdd-fast/blob/main/RATIONALE.md</a:t>
            </a:r>
          </a:p>
          <a:p xmlns:a="http://schemas.openxmlformats.org/drawingml/2006/main">
            <a:r>
              <a:t>O RATIONALE caracteriza a escolha como spec anchored development: a tarefa guarda a intenção aprovada, o código representa comportamento executável e as evidências sustentam afirmações. FUTURE é lido no início das tarefas e não autoriza execução; só muda mediante pedido humano. Tarefas arquivadas são histórico e não precisam permanecer sincronizadas com código futuro.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Fontes do método consultadas em 24/10/2026:</a:t>
            </a:r>
          </a:p>
          <a:p xmlns:a="http://schemas.openxmlformats.org/drawingml/2006/main">
            <a:r>
              <a:t>https://github.com/wjohnnyhonorato/sdd-fast/blob/main/README.md</a:t>
            </a:r>
          </a:p>
          <a:p xmlns:a="http://schemas.openxmlformats.org/drawingml/2006/main">
            <a:r>
              <a:t>https://github.com/wjohnnyhonorato/sdd-fast/blob/main/AGENTS.md</a:t>
            </a:r>
          </a:p>
          <a:p xmlns:a="http://schemas.openxmlformats.org/drawingml/2006/main">
            <a:r>
              <a:t>Exemplo ilustrativo de contrato; não representa todos os campos obrigatórios de AGENTS. O modelo também prevê base técnica, arquitetura e restrições permanentes. Opcionalmente /sddstart prepara arquivos e a tarefa escolhida para revisão, parando antes de implementar.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Fontes do método consultadas em 24/10/2026:</a:t>
            </a:r>
          </a:p>
          <a:p xmlns:a="http://schemas.openxmlformats.org/drawingml/2006/main">
            <a:r>
              <a:t>https://github.com/wjohnnyhonorato/sdd-fast/blob/main/README.md</a:t>
            </a:r>
          </a:p>
          <a:p xmlns:a="http://schemas.openxmlformats.org/drawingml/2006/main">
            <a:r>
              <a:t>https://github.com/wjohnnyhonorato/sdd-fast/blob/main/AGENTS.md</a:t>
            </a:r>
          </a:p>
          <a:p xmlns:a="http://schemas.openxmlformats.org/drawingml/2006/main">
            <a:r>
              <a:t>Prompt do README: Leia AGENTS.md, CURRENT_TASK.md e FUTURE_TASKS.md. Examine o código relacionado e execute somente a tarefa atual. Apresente resultados verificáveis e aguarde minha revisão antes de arquivar.</a:t>
            </a:r>
          </a:p>
          <a:p xmlns:a="http://schemas.openxmlformats.org/drawingml/2006/main">
            <a:r>
              <a:t>Antes de commits preparados pelo agente e na conclusão, avaliar e registrar atritos, inclusive quando não observados. Não declarar verificação que não ocorreu.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Fontes do método consultadas em 24/10/2026:</a:t>
            </a:r>
          </a:p>
          <a:p xmlns:a="http://schemas.openxmlformats.org/drawingml/2006/main">
            <a:r>
              <a:t>https://github.com/wjohnnyhonorato/sdd-fast/blob/main/CURRENT_TASK.md</a:t>
            </a:r>
          </a:p>
          <a:p xmlns:a="http://schemas.openxmlformats.org/drawingml/2006/main">
            <a:r>
              <a:t>https://github.com/wjohnnyhonorato/sdd-fast/blob/main/AGENTS.md</a:t>
            </a:r>
          </a:p>
          <a:p xmlns:a="http://schemas.openxmlformats.org/drawingml/2006/main">
            <a:r>
              <a:t>O exemplo adapta o modelo do repositório sem pretender ensinar a metodologia estatística de RCA. A amostra e os resultados esperados precisam ser definidos no projeto antes da implementação. A tarefa completa mantém separadas as seções Atritos e Checkpoint. Usar uv run python main.py como execução principal.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Fontes do método consultadas em 24/10/2026:</a:t>
            </a:r>
          </a:p>
          <a:p xmlns:a="http://schemas.openxmlformats.org/drawingml/2006/main">
            <a:r>
              <a:t>https://github.com/wjohnnyhonorato/sdd-fast/blob/main/RATIONALE.md</a:t>
            </a:r>
          </a:p>
          <a:p xmlns:a="http://schemas.openxmlformats.org/drawingml/2006/main">
            <a:r>
              <a:t>https://github.com/wjohnnyhonorato/sdd-fast/blob/main/README.md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Fontes do método consultadas em 24/10/2026:</a:t>
            </a:r>
          </a:p>
          <a:p xmlns:a="http://schemas.openxmlformats.org/drawingml/2006/main">
            <a:r>
              <a:t>https://github.com/wjohnnyhonorato/sdd-fast/blob/main/AGENTS.md</a:t>
            </a:r>
          </a:p>
          <a:p xmlns:a="http://schemas.openxmlformats.org/drawingml/2006/main">
            <a:r>
              <a:t>Diagrama nativo editável. main.py mantém docstring com trace de chamadas e usa chamadas qualificadas modulo.funcao. A lógica fica em src/. Notebook não define funções nem duplica a implementação. Reiniciar kernel e executar tudo para obter evidência atual. main.py e notebook carregam o mesmo config.yml por uma função em src/. uv gerencia dependências e execução; Git registra as alterações.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Fontes do método consultadas em 24/10/2026:</a:t>
            </a:r>
          </a:p>
          <a:p xmlns:a="http://schemas.openxmlformats.org/drawingml/2006/main">
            <a:r>
              <a:t>https://github.com/wjohnnyhonorato/sdd-fast/blob/main/README.md</a:t>
            </a:r>
          </a:p>
          <a:p xmlns:a="http://schemas.openxmlformats.org/drawingml/2006/main">
            <a:r>
              <a:t>Caminhos completos de exemplo: C:\Users\&lt;nome_do_user&gt;\.claude\skills\sddstart\SKILL.md e C:\Users\&lt;nome_do_user&gt;\.agents\skills\sddstart\SKILL.md. Repita para sddupdate e sddfriction. Instalar é copiar a pasta inteira, não somente o conteúdo no chat. As skills são opcionais. O uso de sddstart não é obrigatório a cada tarefa.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Fontes do método consultadas em 24/10/2026:</a:t>
            </a:r>
          </a:p>
          <a:p xmlns:a="http://schemas.openxmlformats.org/drawingml/2006/main">
            <a:r>
              <a:t>https://github.com/wjohnnyhonorato/sdd-fast/blob/main/README.md</a:t>
            </a:r>
          </a:p>
          <a:p xmlns:a="http://schemas.openxmlformats.org/drawingml/2006/main">
            <a:r>
              <a:t>https://github.com/wjohnnyhonorato/sdd-fast/blob/main/AGENTS.md</a:t>
            </a:r>
          </a:p>
          <a:p xmlns:a="http://schemas.openxmlformats.org/drawingml/2006/main">
            <a:r>
              <a:t>A skill sddupdate usa sdd-fast/AGENTS.md e sdd-fast/CURRENT_TASK.md na raiz do workspace. O humano prepara a referência local. Ela não faz pull nem busca remota, não substitui o AGENTS inteiro e só acrescenta seções ausentes em CURRENT. Preserva FUTURE, tasks, código e skills. Não enfraquecer critérios para obter aprovação.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Fontes do método consultadas em 24/10/2026:</a:t>
            </a:r>
          </a:p>
          <a:p xmlns:a="http://schemas.openxmlformats.org/drawingml/2006/main">
            <a:r>
              <a:t>https://github.com/wjohnnyhonorato/sdd-fast/blob/main/README.md</a:t>
            </a:r>
          </a:p>
          <a:p xmlns:a="http://schemas.openxmlformats.org/drawingml/2006/main">
            <a:r>
              <a:t>https://github.com/wjohnnyhonorato/sdd-fast/blob/main/RATIONALE.md</a:t>
            </a:r>
          </a:p>
          <a:p xmlns:a="http://schemas.openxmlformats.org/drawingml/2006/main">
            <a:r>
              <a:t>A skill somente analisa. Sem recorrência sustentada ou com registros insuficientes, deve informar limites. Um caso isolado de alto risco pode motivar investigação, sem virar regra automaticamente. FUTURE_TASKS só muda mediante pedido humano. O RATIONALE orienta avaliar se o benefício da regra supera seu custo de leitura e manutenção.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Fontes do método consultadas em 24/10/2026:</a:t>
            </a:r>
          </a:p>
          <a:p xmlns:a="http://schemas.openxmlformats.org/drawingml/2006/main">
            <a:r>
              <a:t>https://github.com/wjohnnyhonorato/sdd-fast/blob/main/README.md</a:t>
            </a:r>
          </a:p>
          <a:p xmlns:a="http://schemas.openxmlformats.org/drawingml/2006/main">
            <a:r>
              <a:t>https://github.com/wjohnnyhonorato/sdd-fast/blob/main/RATIONALE.md</a:t>
            </a:r>
          </a:p>
          <a:p xmlns:a="http://schemas.openxmlformats.org/drawingml/2006/main">
            <a:r>
              <a:t>Links completos extraídos do repositório:</a:t>
            </a:r>
          </a:p>
          <a:p xmlns:a="http://schemas.openxmlformats.org/drawingml/2006/main">
            <a:r>
              <a:t>SDD-Fast — README e RATIONALE: método e decisões</a:t>
            </a:r>
          </a:p>
          <a:p xmlns:a="http://schemas.openxmlformats.org/drawingml/2006/main">
            <a:r>
              <a:t>https://github.com/wjohnnyhonorato/sdd-fast</a:t>
            </a:r>
          </a:p>
          <a:p xmlns:a="http://schemas.openxmlformats.org/drawingml/2006/main">
            <a:r>
              <a:t/>
            </a:r>
          </a:p>
          <a:p xmlns:a="http://schemas.openxmlformats.org/drawingml/2006/main">
            <a:r>
              <a:t>DeepLearning.AI — Spec-Driven Development with Coding Agents</a:t>
            </a:r>
          </a:p>
          <a:p xmlns:a="http://schemas.openxmlformats.org/drawingml/2006/main">
            <a:r>
              <a:t>https://www.deeplearning.ai/courses/spec-driven-development-with-coding-agents/</a:t>
            </a:r>
          </a:p>
          <a:p xmlns:a="http://schemas.openxmlformats.org/drawingml/2006/main">
            <a:r>
              <a:t/>
            </a:r>
          </a:p>
          <a:p xmlns:a="http://schemas.openxmlformats.org/drawingml/2006/main">
            <a:r>
              <a:t>Materiais do curso — Exemplos e artefatos de especificação</a:t>
            </a:r>
          </a:p>
          <a:p xmlns:a="http://schemas.openxmlformats.org/drawingml/2006/main">
            <a:r>
              <a:t>https://github.com/https-deeplearning-ai/sc-spec-driven-development-files</a:t>
            </a:r>
          </a:p>
          <a:p xmlns:a="http://schemas.openxmlformats.org/drawingml/2006/main">
            <a:r>
              <a:t/>
            </a:r>
          </a:p>
          <a:p xmlns:a="http://schemas.openxmlformats.org/drawingml/2006/main">
            <a:r>
              <a:t>Matt Pocock — Skills for Real Engineers</a:t>
            </a:r>
          </a:p>
          <a:p xmlns:a="http://schemas.openxmlformats.org/drawingml/2006/main">
            <a:r>
              <a:t>https://github.com/mattpocock/skills</a:t>
            </a:r>
          </a:p>
          <a:p xmlns:a="http://schemas.openxmlformats.org/drawingml/2006/main">
            <a:r>
              <a:t/>
            </a:r>
          </a:p>
          <a:p xmlns:a="http://schemas.openxmlformats.org/drawingml/2006/main">
            <a:r>
              <a:t>Tech Leads Club — TLC Spec Lean</a:t>
            </a:r>
          </a:p>
          <a:p xmlns:a="http://schemas.openxmlformats.org/drawingml/2006/main">
            <a:r>
              <a:t>https://github.com/tech-leads-club/agent-skills/blob/main/packages/skills-catalog/skills/(development)/tlc-spec-lean/SKILL.md</a:t>
            </a:r>
          </a:p>
          <a:p xmlns:a="http://schemas.openxmlformats.org/drawingml/2006/main">
            <a:r>
              <a:t/>
            </a:r>
          </a:p>
          <a:p xmlns:a="http://schemas.openxmlformats.org/drawingml/2006/main">
            <a:r>
              <a:t>Attekita Dev — O Fluxo de Skills que faz a IA Programar…</a:t>
            </a:r>
          </a:p>
          <a:p xmlns:a="http://schemas.openxmlformats.org/drawingml/2006/main">
            <a:r>
              <a:t>https://www.youtube.com/watch?v=SreK3gB6Gso</a:t>
            </a:r>
          </a:p>
          <a:p xmlns:a="http://schemas.openxmlformats.org/drawingml/2006/main">
            <a:r>
              <a:t/>
            </a:r>
          </a:p>
          <a:p xmlns:a="http://schemas.openxmlformats.org/drawingml/2006/main">
            <a:r>
              <a:t>Fabio Akita — Crítica a Harness, Loop e Graph Engineering</a:t>
            </a:r>
          </a:p>
          <a:p xmlns:a="http://schemas.openxmlformats.org/drawingml/2006/main">
            <a:r>
              <a:t>https://akitaonrails.com/2026/08/18/hot-take-harness-loop-engineering-graph-engineering-sao-bullshit/</a:t>
            </a:r>
          </a:p>
          <a:p xmlns:a="http://schemas.openxmlformats.org/drawingml/2006/main">
            <a:r>
              <a:t/>
            </a:r>
          </a:p>
          <a:p xmlns:a="http://schemas.openxmlformats.org/drawingml/2006/main">
            <a:r>
              <a:t>Fabio Akita — Meu workflow de programação com IA</a:t>
            </a:r>
          </a:p>
          <a:p xmlns:a="http://schemas.openxmlformats.org/drawingml/2006/main">
            <a:r>
              <a:t>https://ailair.akitaonrails.com/pt-br/workflow/</a:t>
            </a:r>
          </a:p>
          <a:p xmlns:a="http://schemas.openxmlformats.org/drawingml/2006/main">
            <a:r>
              <a:t/>
            </a:r>
          </a:p>
          <a:p xmlns:a="http://schemas.openxmlformats.org/drawingml/2006/main">
            <a:r>
              <a:t>Fabio Akita — Falando um pouco sobre minhas Skills de IA</a:t>
            </a:r>
          </a:p>
          <a:p xmlns:a="http://schemas.openxmlformats.org/drawingml/2006/main">
            <a:r>
              <a:t>https://akitaonrails.com/2026/09/17/falando-um-pouco-sobre-minhas-skills-de-ia/</a:t>
            </a:r>
          </a:p>
          <a:p xmlns:a="http://schemas.openxmlformats.org/drawingml/2006/main">
            <a:r>
              <a:t/>
            </a:r>
          </a:p>
          <a:p xmlns:a="http://schemas.openxmlformats.org/drawingml/2006/main">
            <a:r>
              <a:t>Akita: my-skills — Procedimentos reutilizáveis</a:t>
            </a:r>
          </a:p>
          <a:p xmlns:a="http://schemas.openxmlformats.org/drawingml/2006/main">
            <a:r>
              <a:t>https://github.com/akitaonrails/my-skills</a:t>
            </a:r>
          </a:p>
          <a:p xmlns:a="http://schemas.openxmlformats.org/drawingml/2006/main">
            <a:r>
              <a:t/>
            </a:r>
          </a:p>
          <a:p xmlns:a="http://schemas.openxmlformats.org/drawingml/2006/main">
            <a:r>
              <a:t>DORA — Working in small batches</a:t>
            </a:r>
          </a:p>
          <a:p xmlns:a="http://schemas.openxmlformats.org/drawingml/2006/main">
            <a:r>
              <a:t>https://dora.dev/capabilities/working-in-small-batches/</a:t>
            </a:r>
          </a:p>
          <a:p xmlns:a="http://schemas.openxmlformats.org/drawingml/2006/main">
            <a:r>
              <a:t/>
            </a:r>
          </a:p>
          <a:p xmlns:a="http://schemas.openxmlformats.org/drawingml/2006/main">
            <a:r>
              <a:t>Thoughtworks — Spec-driven development</a:t>
            </a:r>
          </a:p>
          <a:p xmlns:a="http://schemas.openxmlformats.org/drawingml/2006/main">
            <a:r>
              <a:t>https://www.thoughtworks.com/radar/techniques/spec-driven-development</a:t>
            </a:r>
          </a:p>
          <a:p xmlns:a="http://schemas.openxmlformats.org/drawingml/2006/main">
            <a:r>
              <a:t/>
            </a:r>
          </a:p>
          <a:p xmlns:a="http://schemas.openxmlformats.org/drawingml/2006/main">
            <a:r>
              <a:t>As referências são influências e materiais técnicos, não um conjunto de estudos experimentais que valide o SDD-Fast. A analogia do cinema veio do relato do apresentador; o vídeo específico não foi identificado. Ilustrações originais geradas por IA. Personagens de Street Fighter: Capcom. Quebra-gelo: paródia de O Tempo Não Para, associada a Cazuza.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0e19d3e896548a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1e8db201ca34af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44ad844c77b438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f1f1b9c25244bf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c2dcc8257754f5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3307e590ede45a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C6DBED3-7CB8-487E-BEDA-38D6EAB1585E}"/>
              </a:ext>
            </a:extLst>
          </p:cNvPr>
          <p:cNvSpPr>
            <a:spLocks xmlns:a="http://schemas.openxmlformats.org/drawingml/2006/main" noGrp="1"/>
          </p:cNvSpPr>
          <p:nvPr>
            <p:ph type="title" idx="0"/>
          </p:nvPr>
        </p:nvSpPr>
        <p:spPr>
          <a:xfrm xmlns:a="http://schemas.openxmlformats.org/drawingml/2006/main">
            <a:off x="1524000" y="3238500"/>
            <a:ext cx="12192000" cy="12382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000" b="1">
                <a:solidFill>
                  <a:schemeClr val="tx1"/>
                </a:solidFill>
                <a:latin typeface="+mj-lt"/>
                <a:ea typeface="+mj-lt"/>
                <a:cs typeface="+mj-lt"/>
              </a:defRPr>
            </a:defPPr>
            <a:lvl1pPr marL="0" indent="0" algn="ctr">
              <a:lnSpc>
                <a:spcPct val="110000"/>
              </a:lnSpc>
              <a:spcBef>
                <a:spcPts val="0"/>
              </a:spcBef>
              <a:spcAft>
                <a:spcPts val="0"/>
              </a:spcAft>
              <a:buNone/>
              <a:defRPr sz="6000" b="1">
                <a:solidFill>
                  <a:schemeClr val="tx1"/>
                </a:solidFill>
                <a:latin typeface="+mj-lt"/>
                <a:ea typeface="+mj-lt"/>
                <a:cs typeface="+mj-lt"/>
              </a:defRPr>
            </a:lvl1pPr>
            <a:lvl2pPr marL="0" indent="0" algn="ctr">
              <a:lnSpc>
                <a:spcPct val="110000"/>
              </a:lnSpc>
              <a:spcBef>
                <a:spcPts val="0"/>
              </a:spcBef>
              <a:spcAft>
                <a:spcPts val="0"/>
              </a:spcAft>
              <a:buNone/>
              <a:defRPr sz="6000" b="1">
                <a:solidFill>
                  <a:schemeClr val="tx1"/>
                </a:solidFill>
                <a:latin typeface="+mj-lt"/>
                <a:ea typeface="+mj-lt"/>
                <a:cs typeface="+mj-lt"/>
              </a:defRPr>
            </a:lvl2pPr>
            <a:lvl3pPr marL="0" indent="0" algn="ctr">
              <a:lnSpc>
                <a:spcPct val="110000"/>
              </a:lnSpc>
              <a:spcBef>
                <a:spcPts val="0"/>
              </a:spcBef>
              <a:spcAft>
                <a:spcPts val="0"/>
              </a:spcAft>
              <a:buNone/>
              <a:defRPr sz="6000" b="1">
                <a:solidFill>
                  <a:schemeClr val="tx1"/>
                </a:solidFill>
                <a:latin typeface="+mj-lt"/>
                <a:ea typeface="+mj-lt"/>
                <a:cs typeface="+mj-lt"/>
              </a:defRPr>
            </a:lvl3pPr>
            <a:lvl4pPr marL="0" indent="0" algn="ctr">
              <a:lnSpc>
                <a:spcPct val="110000"/>
              </a:lnSpc>
              <a:spcBef>
                <a:spcPts val="0"/>
              </a:spcBef>
              <a:spcAft>
                <a:spcPts val="0"/>
              </a:spcAft>
              <a:buNone/>
              <a:defRPr sz="6000" b="1">
                <a:solidFill>
                  <a:schemeClr val="tx1"/>
                </a:solidFill>
                <a:latin typeface="+mj-lt"/>
                <a:ea typeface="+mj-lt"/>
                <a:cs typeface="+mj-lt"/>
              </a:defRPr>
            </a:lvl4pPr>
            <a:lvl5pPr marL="0" indent="0" algn="ctr">
              <a:lnSpc>
                <a:spcPct val="110000"/>
              </a:lnSpc>
              <a:spcBef>
                <a:spcPts val="0"/>
              </a:spcBef>
              <a:spcAft>
                <a:spcPts val="0"/>
              </a:spcAft>
              <a:buNone/>
              <a:defRPr sz="6000" b="1">
                <a:solidFill>
                  <a:schemeClr val="tx1"/>
                </a:solidFill>
                <a:latin typeface="+mj-lt"/>
                <a:ea typeface="+mj-lt"/>
                <a:cs typeface="+mj-lt"/>
              </a:defRPr>
            </a:lvl5pPr>
            <a:lvl6pPr marL="0" indent="0" algn="ctr">
              <a:lnSpc>
                <a:spcPct val="110000"/>
              </a:lnSpc>
              <a:spcBef>
                <a:spcPts val="0"/>
              </a:spcBef>
              <a:spcAft>
                <a:spcPts val="0"/>
              </a:spcAft>
              <a:buNone/>
              <a:defRPr sz="6000" b="1">
                <a:solidFill>
                  <a:schemeClr val="tx1"/>
                </a:solidFill>
                <a:latin typeface="+mj-lt"/>
                <a:ea typeface="+mj-lt"/>
                <a:cs typeface="+mj-lt"/>
              </a:defRPr>
            </a:lvl6pPr>
            <a:lvl7pPr marL="0" indent="0" algn="ctr">
              <a:lnSpc>
                <a:spcPct val="110000"/>
              </a:lnSpc>
              <a:spcBef>
                <a:spcPts val="0"/>
              </a:spcBef>
              <a:spcAft>
                <a:spcPts val="0"/>
              </a:spcAft>
              <a:buNone/>
              <a:defRPr sz="6000" b="1">
                <a:solidFill>
                  <a:schemeClr val="tx1"/>
                </a:solidFill>
                <a:latin typeface="+mj-lt"/>
                <a:ea typeface="+mj-lt"/>
                <a:cs typeface="+mj-lt"/>
              </a:defRPr>
            </a:lvl7pPr>
            <a:lvl8pPr marL="0" indent="0" algn="ctr">
              <a:lnSpc>
                <a:spcPct val="110000"/>
              </a:lnSpc>
              <a:spcBef>
                <a:spcPts val="0"/>
              </a:spcBef>
              <a:spcAft>
                <a:spcPts val="0"/>
              </a:spcAft>
              <a:buNone/>
              <a:defRPr sz="6000" b="1">
                <a:solidFill>
                  <a:schemeClr val="tx1"/>
                </a:solidFill>
                <a:latin typeface="+mj-lt"/>
                <a:ea typeface="+mj-lt"/>
                <a:cs typeface="+mj-lt"/>
              </a:defRPr>
            </a:lvl8pPr>
            <a:lvl9pPr marL="0" indent="0" algn="ctr">
              <a:lnSpc>
                <a:spcPct val="110000"/>
              </a:lnSpc>
              <a:spcBef>
                <a:spcPts val="0"/>
              </a:spcBef>
              <a:spcAft>
                <a:spcPts val="0"/>
              </a:spcAft>
              <a:buNone/>
              <a:defRPr sz="60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8CF4DC20-A7F0-4EF6-94B3-F6BE94E62759}"/>
              </a:ext>
            </a:extLst>
          </p:cNvPr>
          <p:cNvSpPr>
            <a:spLocks xmlns:a="http://schemas.openxmlformats.org/drawingml/2006/main" noGrp="1"/>
          </p:cNvSpPr>
          <p:nvPr>
            <p:ph type="subTitle" idx="1"/>
          </p:nvPr>
        </p:nvSpPr>
        <p:spPr>
          <a:xfrm xmlns:a="http://schemas.openxmlformats.org/drawingml/2006/main">
            <a:off x="2286000" y="4714875"/>
            <a:ext cx="10668000" cy="952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625" b="0">
                <a:solidFill>
                  <a:schemeClr val="tx1"/>
                </a:solidFill>
                <a:latin typeface="+mn-lt"/>
                <a:ea typeface="+mn-lt"/>
                <a:cs typeface="+mn-lt"/>
              </a:defRPr>
            </a:defPPr>
            <a:lvl1pPr marL="0" indent="0" algn="ctr">
              <a:lnSpc>
                <a:spcPct val="110000"/>
              </a:lnSpc>
              <a:spcBef>
                <a:spcPts val="0"/>
              </a:spcBef>
              <a:spcAft>
                <a:spcPts val="0"/>
              </a:spcAft>
              <a:buNone/>
              <a:defRPr sz="2625" b="0">
                <a:solidFill>
                  <a:schemeClr val="tx1"/>
                </a:solidFill>
                <a:latin typeface="+mn-lt"/>
                <a:ea typeface="+mn-lt"/>
                <a:cs typeface="+mn-lt"/>
              </a:defRPr>
            </a:lvl1pPr>
            <a:lvl2pPr marL="0" indent="0" algn="ctr">
              <a:lnSpc>
                <a:spcPct val="110000"/>
              </a:lnSpc>
              <a:spcBef>
                <a:spcPts val="0"/>
              </a:spcBef>
              <a:spcAft>
                <a:spcPts val="0"/>
              </a:spcAft>
              <a:buNone/>
              <a:defRPr sz="2625" b="0">
                <a:solidFill>
                  <a:schemeClr val="tx1"/>
                </a:solidFill>
                <a:latin typeface="+mn-lt"/>
                <a:ea typeface="+mn-lt"/>
                <a:cs typeface="+mn-lt"/>
              </a:defRPr>
            </a:lvl2pPr>
            <a:lvl3pPr marL="0" indent="0" algn="ctr">
              <a:lnSpc>
                <a:spcPct val="110000"/>
              </a:lnSpc>
              <a:spcBef>
                <a:spcPts val="0"/>
              </a:spcBef>
              <a:spcAft>
                <a:spcPts val="0"/>
              </a:spcAft>
              <a:buNone/>
              <a:defRPr sz="2625" b="0">
                <a:solidFill>
                  <a:schemeClr val="tx1"/>
                </a:solidFill>
                <a:latin typeface="+mn-lt"/>
                <a:ea typeface="+mn-lt"/>
                <a:cs typeface="+mn-lt"/>
              </a:defRPr>
            </a:lvl3pPr>
            <a:lvl4pPr marL="0" indent="0" algn="ctr">
              <a:lnSpc>
                <a:spcPct val="110000"/>
              </a:lnSpc>
              <a:spcBef>
                <a:spcPts val="0"/>
              </a:spcBef>
              <a:spcAft>
                <a:spcPts val="0"/>
              </a:spcAft>
              <a:buNone/>
              <a:defRPr sz="2625" b="0">
                <a:solidFill>
                  <a:schemeClr val="tx1"/>
                </a:solidFill>
                <a:latin typeface="+mn-lt"/>
                <a:ea typeface="+mn-lt"/>
                <a:cs typeface="+mn-lt"/>
              </a:defRPr>
            </a:lvl4pPr>
            <a:lvl5pPr marL="0" indent="0" algn="ctr">
              <a:lnSpc>
                <a:spcPct val="110000"/>
              </a:lnSpc>
              <a:spcBef>
                <a:spcPts val="0"/>
              </a:spcBef>
              <a:spcAft>
                <a:spcPts val="0"/>
              </a:spcAft>
              <a:buNone/>
              <a:defRPr sz="2625" b="0">
                <a:solidFill>
                  <a:schemeClr val="tx1"/>
                </a:solidFill>
                <a:latin typeface="+mn-lt"/>
                <a:ea typeface="+mn-lt"/>
                <a:cs typeface="+mn-lt"/>
              </a:defRPr>
            </a:lvl5pPr>
            <a:lvl6pPr marL="0" indent="0" algn="ctr">
              <a:lnSpc>
                <a:spcPct val="110000"/>
              </a:lnSpc>
              <a:spcBef>
                <a:spcPts val="0"/>
              </a:spcBef>
              <a:spcAft>
                <a:spcPts val="0"/>
              </a:spcAft>
              <a:buNone/>
              <a:defRPr sz="2625" b="0">
                <a:solidFill>
                  <a:schemeClr val="tx1"/>
                </a:solidFill>
                <a:latin typeface="+mn-lt"/>
                <a:ea typeface="+mn-lt"/>
                <a:cs typeface="+mn-lt"/>
              </a:defRPr>
            </a:lvl6pPr>
            <a:lvl7pPr marL="0" indent="0" algn="ctr">
              <a:lnSpc>
                <a:spcPct val="110000"/>
              </a:lnSpc>
              <a:spcBef>
                <a:spcPts val="0"/>
              </a:spcBef>
              <a:spcAft>
                <a:spcPts val="0"/>
              </a:spcAft>
              <a:buNone/>
              <a:defRPr sz="2625" b="0">
                <a:solidFill>
                  <a:schemeClr val="tx1"/>
                </a:solidFill>
                <a:latin typeface="+mn-lt"/>
                <a:ea typeface="+mn-lt"/>
                <a:cs typeface="+mn-lt"/>
              </a:defRPr>
            </a:lvl7pPr>
            <a:lvl8pPr marL="0" indent="0" algn="ctr">
              <a:lnSpc>
                <a:spcPct val="110000"/>
              </a:lnSpc>
              <a:spcBef>
                <a:spcPts val="0"/>
              </a:spcBef>
              <a:spcAft>
                <a:spcPts val="0"/>
              </a:spcAft>
              <a:buNone/>
              <a:defRPr sz="2625" b="0">
                <a:solidFill>
                  <a:schemeClr val="tx1"/>
                </a:solidFill>
                <a:latin typeface="+mn-lt"/>
                <a:ea typeface="+mn-lt"/>
                <a:cs typeface="+mn-lt"/>
              </a:defRPr>
            </a:lvl8pPr>
            <a:lvl9pPr marL="0" indent="0" algn="ctr">
              <a:lnSpc>
                <a:spcPct val="110000"/>
              </a:lnSpc>
              <a:spcBef>
                <a:spcPts val="0"/>
              </a:spcBef>
              <a:spcAft>
                <a:spcPts val="0"/>
              </a:spcAft>
              <a:buNone/>
              <a:defRPr sz="2625"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8F8F60F9-3218-4AF0-9F77-B0AFFC09F981}"/>
              </a:ext>
            </a:extLst>
          </p:cNvPr>
          <p:cNvSpPr>
            <a:spLocks xmlns:a="http://schemas.openxmlformats.org/drawingml/2006/main" noGrp="1"/>
          </p:cNvSpPr>
          <p:nvPr>
            <p:ph type="title" idx="0"/>
          </p:nvPr>
        </p:nvSpPr>
        <p:spPr>
          <a:xfrm xmlns:a="http://schemas.openxmlformats.org/drawingml/2006/main">
            <a:off x="1524000" y="3571875"/>
            <a:ext cx="12192000" cy="1428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5250" b="1">
                <a:solidFill>
                  <a:schemeClr val="tx1"/>
                </a:solidFill>
                <a:latin typeface="+mj-lt"/>
                <a:ea typeface="+mj-lt"/>
                <a:cs typeface="+mj-lt"/>
              </a:defRPr>
            </a:defPPr>
            <a:lvl1pPr marL="0" indent="0" algn="ctr">
              <a:lnSpc>
                <a:spcPct val="110000"/>
              </a:lnSpc>
              <a:spcBef>
                <a:spcPts val="0"/>
              </a:spcBef>
              <a:spcAft>
                <a:spcPts val="0"/>
              </a:spcAft>
              <a:buNone/>
              <a:defRPr sz="5250" b="1">
                <a:solidFill>
                  <a:schemeClr val="tx1"/>
                </a:solidFill>
                <a:latin typeface="+mj-lt"/>
                <a:ea typeface="+mj-lt"/>
                <a:cs typeface="+mj-lt"/>
              </a:defRPr>
            </a:lvl1pPr>
            <a:lvl2pPr marL="0" indent="0" algn="ctr">
              <a:lnSpc>
                <a:spcPct val="110000"/>
              </a:lnSpc>
              <a:spcBef>
                <a:spcPts val="0"/>
              </a:spcBef>
              <a:spcAft>
                <a:spcPts val="0"/>
              </a:spcAft>
              <a:buNone/>
              <a:defRPr sz="5250" b="1">
                <a:solidFill>
                  <a:schemeClr val="tx1"/>
                </a:solidFill>
                <a:latin typeface="+mj-lt"/>
                <a:ea typeface="+mj-lt"/>
                <a:cs typeface="+mj-lt"/>
              </a:defRPr>
            </a:lvl2pPr>
            <a:lvl3pPr marL="0" indent="0" algn="ctr">
              <a:lnSpc>
                <a:spcPct val="110000"/>
              </a:lnSpc>
              <a:spcBef>
                <a:spcPts val="0"/>
              </a:spcBef>
              <a:spcAft>
                <a:spcPts val="0"/>
              </a:spcAft>
              <a:buNone/>
              <a:defRPr sz="5250" b="1">
                <a:solidFill>
                  <a:schemeClr val="tx1"/>
                </a:solidFill>
                <a:latin typeface="+mj-lt"/>
                <a:ea typeface="+mj-lt"/>
                <a:cs typeface="+mj-lt"/>
              </a:defRPr>
            </a:lvl3pPr>
            <a:lvl4pPr marL="0" indent="0" algn="ctr">
              <a:lnSpc>
                <a:spcPct val="110000"/>
              </a:lnSpc>
              <a:spcBef>
                <a:spcPts val="0"/>
              </a:spcBef>
              <a:spcAft>
                <a:spcPts val="0"/>
              </a:spcAft>
              <a:buNone/>
              <a:defRPr sz="5250" b="1">
                <a:solidFill>
                  <a:schemeClr val="tx1"/>
                </a:solidFill>
                <a:latin typeface="+mj-lt"/>
                <a:ea typeface="+mj-lt"/>
                <a:cs typeface="+mj-lt"/>
              </a:defRPr>
            </a:lvl4pPr>
            <a:lvl5pPr marL="0" indent="0" algn="ctr">
              <a:lnSpc>
                <a:spcPct val="110000"/>
              </a:lnSpc>
              <a:spcBef>
                <a:spcPts val="0"/>
              </a:spcBef>
              <a:spcAft>
                <a:spcPts val="0"/>
              </a:spcAft>
              <a:buNone/>
              <a:defRPr sz="5250" b="1">
                <a:solidFill>
                  <a:schemeClr val="tx1"/>
                </a:solidFill>
                <a:latin typeface="+mj-lt"/>
                <a:ea typeface="+mj-lt"/>
                <a:cs typeface="+mj-lt"/>
              </a:defRPr>
            </a:lvl5pPr>
            <a:lvl6pPr marL="0" indent="0" algn="ctr">
              <a:lnSpc>
                <a:spcPct val="110000"/>
              </a:lnSpc>
              <a:spcBef>
                <a:spcPts val="0"/>
              </a:spcBef>
              <a:spcAft>
                <a:spcPts val="0"/>
              </a:spcAft>
              <a:buNone/>
              <a:defRPr sz="5250" b="1">
                <a:solidFill>
                  <a:schemeClr val="tx1"/>
                </a:solidFill>
                <a:latin typeface="+mj-lt"/>
                <a:ea typeface="+mj-lt"/>
                <a:cs typeface="+mj-lt"/>
              </a:defRPr>
            </a:lvl6pPr>
            <a:lvl7pPr marL="0" indent="0" algn="ctr">
              <a:lnSpc>
                <a:spcPct val="110000"/>
              </a:lnSpc>
              <a:spcBef>
                <a:spcPts val="0"/>
              </a:spcBef>
              <a:spcAft>
                <a:spcPts val="0"/>
              </a:spcAft>
              <a:buNone/>
              <a:defRPr sz="5250" b="1">
                <a:solidFill>
                  <a:schemeClr val="tx1"/>
                </a:solidFill>
                <a:latin typeface="+mj-lt"/>
                <a:ea typeface="+mj-lt"/>
                <a:cs typeface="+mj-lt"/>
              </a:defRPr>
            </a:lvl7pPr>
            <a:lvl8pPr marL="0" indent="0" algn="ctr">
              <a:lnSpc>
                <a:spcPct val="110000"/>
              </a:lnSpc>
              <a:spcBef>
                <a:spcPts val="0"/>
              </a:spcBef>
              <a:spcAft>
                <a:spcPts val="0"/>
              </a:spcAft>
              <a:buNone/>
              <a:defRPr sz="5250" b="1">
                <a:solidFill>
                  <a:schemeClr val="tx1"/>
                </a:solidFill>
                <a:latin typeface="+mj-lt"/>
                <a:ea typeface="+mj-lt"/>
                <a:cs typeface="+mj-lt"/>
              </a:defRPr>
            </a:lvl8pPr>
            <a:lvl9pPr marL="0" indent="0" algn="ctr">
              <a:lnSpc>
                <a:spcPct val="110000"/>
              </a:lnSpc>
              <a:spcBef>
                <a:spcPts val="0"/>
              </a:spcBef>
              <a:spcAft>
                <a:spcPts val="0"/>
              </a:spcAft>
              <a:buNone/>
              <a:defRPr sz="525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D8C6680-F782-4E1D-9379-A8D7136A0367}"/>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gn="l">
              <a:lnSpc>
                <a:spcPct val="110000"/>
              </a:lnSpc>
              <a:spcBef>
                <a:spcPts val="0"/>
              </a:spcBef>
              <a:spcAft>
                <a:spcPts val="0"/>
              </a:spcAft>
              <a:buNone/>
              <a:defRPr sz="4125" b="1">
                <a:solidFill>
                  <a:schemeClr val="tx1"/>
                </a:solidFill>
                <a:latin typeface="+mj-lt"/>
                <a:ea typeface="+mj-lt"/>
                <a:cs typeface="+mj-lt"/>
              </a:defRPr>
            </a:lvl1pPr>
            <a:lvl2pPr marL="0" indent="0" algn="l">
              <a:lnSpc>
                <a:spcPct val="110000"/>
              </a:lnSpc>
              <a:spcBef>
                <a:spcPts val="0"/>
              </a:spcBef>
              <a:spcAft>
                <a:spcPts val="0"/>
              </a:spcAft>
              <a:buNone/>
              <a:defRPr sz="4125" b="1">
                <a:solidFill>
                  <a:schemeClr val="tx1"/>
                </a:solidFill>
                <a:latin typeface="+mj-lt"/>
                <a:ea typeface="+mj-lt"/>
                <a:cs typeface="+mj-lt"/>
              </a:defRPr>
            </a:lvl2pPr>
            <a:lvl3pPr marL="0" indent="0" algn="l">
              <a:lnSpc>
                <a:spcPct val="110000"/>
              </a:lnSpc>
              <a:spcBef>
                <a:spcPts val="0"/>
              </a:spcBef>
              <a:spcAft>
                <a:spcPts val="0"/>
              </a:spcAft>
              <a:buNone/>
              <a:defRPr sz="4125" b="1">
                <a:solidFill>
                  <a:schemeClr val="tx1"/>
                </a:solidFill>
                <a:latin typeface="+mj-lt"/>
                <a:ea typeface="+mj-lt"/>
                <a:cs typeface="+mj-lt"/>
              </a:defRPr>
            </a:lvl3pPr>
            <a:lvl4pPr marL="0" indent="0" algn="l">
              <a:lnSpc>
                <a:spcPct val="110000"/>
              </a:lnSpc>
              <a:spcBef>
                <a:spcPts val="0"/>
              </a:spcBef>
              <a:spcAft>
                <a:spcPts val="0"/>
              </a:spcAft>
              <a:buNone/>
              <a:defRPr sz="4125" b="1">
                <a:solidFill>
                  <a:schemeClr val="tx1"/>
                </a:solidFill>
                <a:latin typeface="+mj-lt"/>
                <a:ea typeface="+mj-lt"/>
                <a:cs typeface="+mj-lt"/>
              </a:defRPr>
            </a:lvl4pPr>
            <a:lvl5pPr marL="0" indent="0" algn="l">
              <a:lnSpc>
                <a:spcPct val="110000"/>
              </a:lnSpc>
              <a:spcBef>
                <a:spcPts val="0"/>
              </a:spcBef>
              <a:spcAft>
                <a:spcPts val="0"/>
              </a:spcAft>
              <a:buNone/>
              <a:defRPr sz="4125" b="1">
                <a:solidFill>
                  <a:schemeClr val="tx1"/>
                </a:solidFill>
                <a:latin typeface="+mj-lt"/>
                <a:ea typeface="+mj-lt"/>
                <a:cs typeface="+mj-lt"/>
              </a:defRPr>
            </a:lvl5pPr>
            <a:lvl6pPr marL="0" indent="0" algn="l">
              <a:lnSpc>
                <a:spcPct val="110000"/>
              </a:lnSpc>
              <a:spcBef>
                <a:spcPts val="0"/>
              </a:spcBef>
              <a:spcAft>
                <a:spcPts val="0"/>
              </a:spcAft>
              <a:buNone/>
              <a:defRPr sz="4125" b="1">
                <a:solidFill>
                  <a:schemeClr val="tx1"/>
                </a:solidFill>
                <a:latin typeface="+mj-lt"/>
                <a:ea typeface="+mj-lt"/>
                <a:cs typeface="+mj-lt"/>
              </a:defRPr>
            </a:lvl6pPr>
            <a:lvl7pPr marL="0" indent="0" algn="l">
              <a:lnSpc>
                <a:spcPct val="110000"/>
              </a:lnSpc>
              <a:spcBef>
                <a:spcPts val="0"/>
              </a:spcBef>
              <a:spcAft>
                <a:spcPts val="0"/>
              </a:spcAft>
              <a:buNone/>
              <a:defRPr sz="4125" b="1">
                <a:solidFill>
                  <a:schemeClr val="tx1"/>
                </a:solidFill>
                <a:latin typeface="+mj-lt"/>
                <a:ea typeface="+mj-lt"/>
                <a:cs typeface="+mj-lt"/>
              </a:defRPr>
            </a:lvl7pPr>
            <a:lvl8pPr marL="0" indent="0" algn="l">
              <a:lnSpc>
                <a:spcPct val="110000"/>
              </a:lnSpc>
              <a:spcBef>
                <a:spcPts val="0"/>
              </a:spcBef>
              <a:spcAft>
                <a:spcPts val="0"/>
              </a:spcAft>
              <a:buNone/>
              <a:defRPr sz="4125" b="1">
                <a:solidFill>
                  <a:schemeClr val="tx1"/>
                </a:solidFill>
                <a:latin typeface="+mj-lt"/>
                <a:ea typeface="+mj-lt"/>
                <a:cs typeface="+mj-lt"/>
              </a:defRPr>
            </a:lvl8pPr>
            <a:lvl9pPr marL="0" indent="0" algn="l">
              <a:lnSpc>
                <a:spcPct val="110000"/>
              </a:lnSpc>
              <a:spcBef>
                <a:spcPts val="0"/>
              </a:spcBef>
              <a:spcAft>
                <a:spcPts val="0"/>
              </a:spcAft>
              <a:buNone/>
              <a:defRPr sz="4125"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6DFEA620-E12D-4561-B03B-A889E4481D39}"/>
              </a:ext>
            </a:extLst>
          </p:cNvPr>
          <p:cNvSpPr>
            <a:spLocks xmlns:a="http://schemas.openxmlformats.org/drawingml/2006/main" noGrp="1"/>
          </p:cNvSpPr>
          <p:nvPr>
            <p:ph type="body" idx="1"/>
          </p:nvPr>
        </p:nvSpPr>
        <p:spPr>
          <a:xfrm xmlns:a="http://schemas.openxmlformats.org/drawingml/2006/main">
            <a:off x="857250" y="2381250"/>
            <a:ext cx="13525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gn="l">
              <a:lnSpc>
                <a:spcPct val="110000"/>
              </a:lnSpc>
              <a:spcBef>
                <a:spcPts val="0"/>
              </a:spcBef>
              <a:spcAft>
                <a:spcPts val="1500"/>
              </a:spcAft>
              <a:buChar char="•"/>
              <a:defRPr sz="2813" b="0">
                <a:solidFill>
                  <a:schemeClr val="tx1"/>
                </a:solidFill>
                <a:latin typeface="+mn-lt"/>
                <a:ea typeface="+mn-lt"/>
                <a:cs typeface="+mn-lt"/>
              </a:defRPr>
            </a:lvl1pPr>
            <a:lvl2pPr marL="666750" indent="-285750" algn="l">
              <a:lnSpc>
                <a:spcPct val="110000"/>
              </a:lnSpc>
              <a:spcBef>
                <a:spcPts val="0"/>
              </a:spcBef>
              <a:spcAft>
                <a:spcPts val="1500"/>
              </a:spcAft>
              <a:buChar char="•"/>
              <a:defRPr sz="2813" b="0">
                <a:solidFill>
                  <a:schemeClr val="tx1"/>
                </a:solidFill>
                <a:latin typeface="+mn-lt"/>
                <a:ea typeface="+mn-lt"/>
                <a:cs typeface="+mn-lt"/>
              </a:defRPr>
            </a:lvl2pPr>
            <a:lvl3pPr marL="1047750" indent="-285750" algn="l">
              <a:lnSpc>
                <a:spcPct val="110000"/>
              </a:lnSpc>
              <a:spcBef>
                <a:spcPts val="0"/>
              </a:spcBef>
              <a:spcAft>
                <a:spcPts val="1500"/>
              </a:spcAft>
              <a:buChar char="•"/>
              <a:defRPr sz="2813" b="0">
                <a:solidFill>
                  <a:schemeClr val="tx1"/>
                </a:solidFill>
                <a:latin typeface="+mn-lt"/>
                <a:ea typeface="+mn-lt"/>
                <a:cs typeface="+mn-lt"/>
              </a:defRPr>
            </a:lvl3pPr>
            <a:lvl4pPr marL="1428750" indent="-285750" algn="l">
              <a:lnSpc>
                <a:spcPct val="110000"/>
              </a:lnSpc>
              <a:spcBef>
                <a:spcPts val="0"/>
              </a:spcBef>
              <a:spcAft>
                <a:spcPts val="1500"/>
              </a:spcAft>
              <a:buChar char="•"/>
              <a:defRPr sz="2813" b="0">
                <a:solidFill>
                  <a:schemeClr val="tx1"/>
                </a:solidFill>
                <a:latin typeface="+mn-lt"/>
                <a:ea typeface="+mn-lt"/>
                <a:cs typeface="+mn-lt"/>
              </a:defRPr>
            </a:lvl4pPr>
            <a:lvl5pPr marL="1809750" indent="-285750" algn="l">
              <a:lnSpc>
                <a:spcPct val="110000"/>
              </a:lnSpc>
              <a:spcBef>
                <a:spcPts val="0"/>
              </a:spcBef>
              <a:spcAft>
                <a:spcPts val="1500"/>
              </a:spcAft>
              <a:buChar char="•"/>
              <a:defRPr sz="2813" b="0">
                <a:solidFill>
                  <a:schemeClr val="tx1"/>
                </a:solidFill>
                <a:latin typeface="+mn-lt"/>
                <a:ea typeface="+mn-lt"/>
                <a:cs typeface="+mn-lt"/>
              </a:defRPr>
            </a:lvl5pPr>
            <a:lvl6pPr marL="2190750" indent="-285750" algn="l">
              <a:lnSpc>
                <a:spcPct val="110000"/>
              </a:lnSpc>
              <a:spcBef>
                <a:spcPts val="0"/>
              </a:spcBef>
              <a:spcAft>
                <a:spcPts val="1500"/>
              </a:spcAft>
              <a:buChar char="•"/>
              <a:defRPr sz="2813" b="0">
                <a:solidFill>
                  <a:schemeClr val="tx1"/>
                </a:solidFill>
                <a:latin typeface="+mn-lt"/>
                <a:ea typeface="+mn-lt"/>
                <a:cs typeface="+mn-lt"/>
              </a:defRPr>
            </a:lvl6pPr>
            <a:lvl7pPr marL="2571750" indent="-285750" algn="l">
              <a:lnSpc>
                <a:spcPct val="110000"/>
              </a:lnSpc>
              <a:spcBef>
                <a:spcPts val="0"/>
              </a:spcBef>
              <a:spcAft>
                <a:spcPts val="1500"/>
              </a:spcAft>
              <a:buChar char="•"/>
              <a:defRPr sz="2813" b="0">
                <a:solidFill>
                  <a:schemeClr val="tx1"/>
                </a:solidFill>
                <a:latin typeface="+mn-lt"/>
                <a:ea typeface="+mn-lt"/>
                <a:cs typeface="+mn-lt"/>
              </a:defRPr>
            </a:lvl7pPr>
            <a:lvl8pPr marL="2952750" indent="-285750" algn="l">
              <a:lnSpc>
                <a:spcPct val="110000"/>
              </a:lnSpc>
              <a:spcBef>
                <a:spcPts val="0"/>
              </a:spcBef>
              <a:spcAft>
                <a:spcPts val="1500"/>
              </a:spcAft>
              <a:buChar char="•"/>
              <a:defRPr sz="2813" b="0">
                <a:solidFill>
                  <a:schemeClr val="tx1"/>
                </a:solidFill>
                <a:latin typeface="+mn-lt"/>
                <a:ea typeface="+mn-lt"/>
                <a:cs typeface="+mn-lt"/>
              </a:defRPr>
            </a:lvl8pPr>
            <a:lvl9pPr marL="3333750" indent="-285750" algn="l">
              <a:lnSpc>
                <a:spcPct val="110000"/>
              </a:lnSpc>
              <a:spcBef>
                <a:spcPts val="0"/>
              </a:spcBef>
              <a:spcAft>
                <a:spcPts val="1500"/>
              </a:spcAft>
              <a:buChar char="•"/>
              <a:defRPr sz="2813"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291A5CF8-4E3C-419A-B9BB-A912DB70158C}"/>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gn="l">
              <a:lnSpc>
                <a:spcPct val="110000"/>
              </a:lnSpc>
              <a:spcBef>
                <a:spcPts val="0"/>
              </a:spcBef>
              <a:spcAft>
                <a:spcPts val="0"/>
              </a:spcAft>
              <a:buNone/>
              <a:defRPr sz="4125" b="1">
                <a:solidFill>
                  <a:schemeClr val="tx1"/>
                </a:solidFill>
                <a:latin typeface="+mj-lt"/>
                <a:ea typeface="+mj-lt"/>
                <a:cs typeface="+mj-lt"/>
              </a:defRPr>
            </a:lvl1pPr>
            <a:lvl2pPr marL="0" indent="0" algn="l">
              <a:lnSpc>
                <a:spcPct val="110000"/>
              </a:lnSpc>
              <a:spcBef>
                <a:spcPts val="0"/>
              </a:spcBef>
              <a:spcAft>
                <a:spcPts val="0"/>
              </a:spcAft>
              <a:buNone/>
              <a:defRPr sz="4125" b="1">
                <a:solidFill>
                  <a:schemeClr val="tx1"/>
                </a:solidFill>
                <a:latin typeface="+mj-lt"/>
                <a:ea typeface="+mj-lt"/>
                <a:cs typeface="+mj-lt"/>
              </a:defRPr>
            </a:lvl2pPr>
            <a:lvl3pPr marL="0" indent="0" algn="l">
              <a:lnSpc>
                <a:spcPct val="110000"/>
              </a:lnSpc>
              <a:spcBef>
                <a:spcPts val="0"/>
              </a:spcBef>
              <a:spcAft>
                <a:spcPts val="0"/>
              </a:spcAft>
              <a:buNone/>
              <a:defRPr sz="4125" b="1">
                <a:solidFill>
                  <a:schemeClr val="tx1"/>
                </a:solidFill>
                <a:latin typeface="+mj-lt"/>
                <a:ea typeface="+mj-lt"/>
                <a:cs typeface="+mj-lt"/>
              </a:defRPr>
            </a:lvl3pPr>
            <a:lvl4pPr marL="0" indent="0" algn="l">
              <a:lnSpc>
                <a:spcPct val="110000"/>
              </a:lnSpc>
              <a:spcBef>
                <a:spcPts val="0"/>
              </a:spcBef>
              <a:spcAft>
                <a:spcPts val="0"/>
              </a:spcAft>
              <a:buNone/>
              <a:defRPr sz="4125" b="1">
                <a:solidFill>
                  <a:schemeClr val="tx1"/>
                </a:solidFill>
                <a:latin typeface="+mj-lt"/>
                <a:ea typeface="+mj-lt"/>
                <a:cs typeface="+mj-lt"/>
              </a:defRPr>
            </a:lvl4pPr>
            <a:lvl5pPr marL="0" indent="0" algn="l">
              <a:lnSpc>
                <a:spcPct val="110000"/>
              </a:lnSpc>
              <a:spcBef>
                <a:spcPts val="0"/>
              </a:spcBef>
              <a:spcAft>
                <a:spcPts val="0"/>
              </a:spcAft>
              <a:buNone/>
              <a:defRPr sz="4125" b="1">
                <a:solidFill>
                  <a:schemeClr val="tx1"/>
                </a:solidFill>
                <a:latin typeface="+mj-lt"/>
                <a:ea typeface="+mj-lt"/>
                <a:cs typeface="+mj-lt"/>
              </a:defRPr>
            </a:lvl5pPr>
            <a:lvl6pPr marL="0" indent="0" algn="l">
              <a:lnSpc>
                <a:spcPct val="110000"/>
              </a:lnSpc>
              <a:spcBef>
                <a:spcPts val="0"/>
              </a:spcBef>
              <a:spcAft>
                <a:spcPts val="0"/>
              </a:spcAft>
              <a:buNone/>
              <a:defRPr sz="4125" b="1">
                <a:solidFill>
                  <a:schemeClr val="tx1"/>
                </a:solidFill>
                <a:latin typeface="+mj-lt"/>
                <a:ea typeface="+mj-lt"/>
                <a:cs typeface="+mj-lt"/>
              </a:defRPr>
            </a:lvl6pPr>
            <a:lvl7pPr marL="0" indent="0" algn="l">
              <a:lnSpc>
                <a:spcPct val="110000"/>
              </a:lnSpc>
              <a:spcBef>
                <a:spcPts val="0"/>
              </a:spcBef>
              <a:spcAft>
                <a:spcPts val="0"/>
              </a:spcAft>
              <a:buNone/>
              <a:defRPr sz="4125" b="1">
                <a:solidFill>
                  <a:schemeClr val="tx1"/>
                </a:solidFill>
                <a:latin typeface="+mj-lt"/>
                <a:ea typeface="+mj-lt"/>
                <a:cs typeface="+mj-lt"/>
              </a:defRPr>
            </a:lvl7pPr>
            <a:lvl8pPr marL="0" indent="0" algn="l">
              <a:lnSpc>
                <a:spcPct val="110000"/>
              </a:lnSpc>
              <a:spcBef>
                <a:spcPts val="0"/>
              </a:spcBef>
              <a:spcAft>
                <a:spcPts val="0"/>
              </a:spcAft>
              <a:buNone/>
              <a:defRPr sz="4125" b="1">
                <a:solidFill>
                  <a:schemeClr val="tx1"/>
                </a:solidFill>
                <a:latin typeface="+mj-lt"/>
                <a:ea typeface="+mj-lt"/>
                <a:cs typeface="+mj-lt"/>
              </a:defRPr>
            </a:lvl8pPr>
            <a:lvl9pPr marL="0" indent="0" algn="l">
              <a:lnSpc>
                <a:spcPct val="110000"/>
              </a:lnSpc>
              <a:spcBef>
                <a:spcPts val="0"/>
              </a:spcBef>
              <a:spcAft>
                <a:spcPts val="0"/>
              </a:spcAft>
              <a:buNone/>
              <a:defRPr sz="4125"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BC56678-0344-4846-91CE-203ABEEA0051}"/>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gn="l">
              <a:lnSpc>
                <a:spcPct val="110000"/>
              </a:lnSpc>
              <a:spcBef>
                <a:spcPts val="0"/>
              </a:spcBef>
              <a:spcAft>
                <a:spcPts val="1500"/>
              </a:spcAft>
              <a:buChar char="•"/>
              <a:defRPr sz="2625" b="0">
                <a:solidFill>
                  <a:schemeClr val="tx1"/>
                </a:solidFill>
                <a:latin typeface="+mn-lt"/>
                <a:ea typeface="+mn-lt"/>
                <a:cs typeface="+mn-lt"/>
              </a:defRPr>
            </a:lvl1pPr>
            <a:lvl2pPr marL="666750" indent="-285750" algn="l">
              <a:lnSpc>
                <a:spcPct val="110000"/>
              </a:lnSpc>
              <a:spcBef>
                <a:spcPts val="0"/>
              </a:spcBef>
              <a:spcAft>
                <a:spcPts val="1500"/>
              </a:spcAft>
              <a:buChar char="•"/>
              <a:defRPr sz="2625" b="0">
                <a:solidFill>
                  <a:schemeClr val="tx1"/>
                </a:solidFill>
                <a:latin typeface="+mn-lt"/>
                <a:ea typeface="+mn-lt"/>
                <a:cs typeface="+mn-lt"/>
              </a:defRPr>
            </a:lvl2pPr>
            <a:lvl3pPr marL="1047750" indent="-285750" algn="l">
              <a:lnSpc>
                <a:spcPct val="110000"/>
              </a:lnSpc>
              <a:spcBef>
                <a:spcPts val="0"/>
              </a:spcBef>
              <a:spcAft>
                <a:spcPts val="1500"/>
              </a:spcAft>
              <a:buChar char="•"/>
              <a:defRPr sz="2625" b="0">
                <a:solidFill>
                  <a:schemeClr val="tx1"/>
                </a:solidFill>
                <a:latin typeface="+mn-lt"/>
                <a:ea typeface="+mn-lt"/>
                <a:cs typeface="+mn-lt"/>
              </a:defRPr>
            </a:lvl3pPr>
            <a:lvl4pPr marL="1428750" indent="-285750" algn="l">
              <a:lnSpc>
                <a:spcPct val="110000"/>
              </a:lnSpc>
              <a:spcBef>
                <a:spcPts val="0"/>
              </a:spcBef>
              <a:spcAft>
                <a:spcPts val="1500"/>
              </a:spcAft>
              <a:buChar char="•"/>
              <a:defRPr sz="2625" b="0">
                <a:solidFill>
                  <a:schemeClr val="tx1"/>
                </a:solidFill>
                <a:latin typeface="+mn-lt"/>
                <a:ea typeface="+mn-lt"/>
                <a:cs typeface="+mn-lt"/>
              </a:defRPr>
            </a:lvl4pPr>
            <a:lvl5pPr marL="1809750" indent="-285750" algn="l">
              <a:lnSpc>
                <a:spcPct val="110000"/>
              </a:lnSpc>
              <a:spcBef>
                <a:spcPts val="0"/>
              </a:spcBef>
              <a:spcAft>
                <a:spcPts val="1500"/>
              </a:spcAft>
              <a:buChar char="•"/>
              <a:defRPr sz="2625" b="0">
                <a:solidFill>
                  <a:schemeClr val="tx1"/>
                </a:solidFill>
                <a:latin typeface="+mn-lt"/>
                <a:ea typeface="+mn-lt"/>
                <a:cs typeface="+mn-lt"/>
              </a:defRPr>
            </a:lvl5pPr>
            <a:lvl6pPr marL="2190750" indent="-285750" algn="l">
              <a:lnSpc>
                <a:spcPct val="110000"/>
              </a:lnSpc>
              <a:spcBef>
                <a:spcPts val="0"/>
              </a:spcBef>
              <a:spcAft>
                <a:spcPts val="1500"/>
              </a:spcAft>
              <a:buChar char="•"/>
              <a:defRPr sz="2625" b="0">
                <a:solidFill>
                  <a:schemeClr val="tx1"/>
                </a:solidFill>
                <a:latin typeface="+mn-lt"/>
                <a:ea typeface="+mn-lt"/>
                <a:cs typeface="+mn-lt"/>
              </a:defRPr>
            </a:lvl6pPr>
            <a:lvl7pPr marL="2571750" indent="-285750" algn="l">
              <a:lnSpc>
                <a:spcPct val="110000"/>
              </a:lnSpc>
              <a:spcBef>
                <a:spcPts val="0"/>
              </a:spcBef>
              <a:spcAft>
                <a:spcPts val="1500"/>
              </a:spcAft>
              <a:buChar char="•"/>
              <a:defRPr sz="2625" b="0">
                <a:solidFill>
                  <a:schemeClr val="tx1"/>
                </a:solidFill>
                <a:latin typeface="+mn-lt"/>
                <a:ea typeface="+mn-lt"/>
                <a:cs typeface="+mn-lt"/>
              </a:defRPr>
            </a:lvl7pPr>
            <a:lvl8pPr marL="2952750" indent="-285750" algn="l">
              <a:lnSpc>
                <a:spcPct val="110000"/>
              </a:lnSpc>
              <a:spcBef>
                <a:spcPts val="0"/>
              </a:spcBef>
              <a:spcAft>
                <a:spcPts val="1500"/>
              </a:spcAft>
              <a:buChar char="•"/>
              <a:defRPr sz="2625" b="0">
                <a:solidFill>
                  <a:schemeClr val="tx1"/>
                </a:solidFill>
                <a:latin typeface="+mn-lt"/>
                <a:ea typeface="+mn-lt"/>
                <a:cs typeface="+mn-lt"/>
              </a:defRPr>
            </a:lvl8pPr>
            <a:lvl9pPr marL="3333750" indent="-285750" algn="l">
              <a:lnSpc>
                <a:spcPct val="110000"/>
              </a:lnSpc>
              <a:spcBef>
                <a:spcPts val="0"/>
              </a:spcBef>
              <a:spcAft>
                <a:spcPts val="1500"/>
              </a:spcAft>
              <a:buChar char="•"/>
              <a:defRPr sz="2625"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7CF76C0F-3431-4D85-9940-03034FC68C01}"/>
              </a:ext>
            </a:extLst>
          </p:cNvPr>
          <p:cNvSpPr>
            <a:spLocks xmlns:a="http://schemas.openxmlformats.org/drawingml/2006/main" noGrp="1"/>
          </p:cNvSpPr>
          <p:nvPr>
            <p:ph type="body" idx="2"/>
          </p:nvPr>
        </p:nvSpPr>
        <p:spPr>
          <a:xfrm xmlns:a="http://schemas.openxmlformats.org/drawingml/2006/main">
            <a:off x="8096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gn="l">
              <a:lnSpc>
                <a:spcPct val="110000"/>
              </a:lnSpc>
              <a:spcBef>
                <a:spcPts val="0"/>
              </a:spcBef>
              <a:spcAft>
                <a:spcPts val="1500"/>
              </a:spcAft>
              <a:buChar char="•"/>
              <a:defRPr sz="2625" b="0">
                <a:solidFill>
                  <a:schemeClr val="tx1"/>
                </a:solidFill>
                <a:latin typeface="+mn-lt"/>
                <a:ea typeface="+mn-lt"/>
                <a:cs typeface="+mn-lt"/>
              </a:defRPr>
            </a:lvl1pPr>
            <a:lvl2pPr marL="666750" indent="-285750" algn="l">
              <a:lnSpc>
                <a:spcPct val="110000"/>
              </a:lnSpc>
              <a:spcBef>
                <a:spcPts val="0"/>
              </a:spcBef>
              <a:spcAft>
                <a:spcPts val="1500"/>
              </a:spcAft>
              <a:buChar char="•"/>
              <a:defRPr sz="2625" b="0">
                <a:solidFill>
                  <a:schemeClr val="tx1"/>
                </a:solidFill>
                <a:latin typeface="+mn-lt"/>
                <a:ea typeface="+mn-lt"/>
                <a:cs typeface="+mn-lt"/>
              </a:defRPr>
            </a:lvl2pPr>
            <a:lvl3pPr marL="1047750" indent="-285750" algn="l">
              <a:lnSpc>
                <a:spcPct val="110000"/>
              </a:lnSpc>
              <a:spcBef>
                <a:spcPts val="0"/>
              </a:spcBef>
              <a:spcAft>
                <a:spcPts val="1500"/>
              </a:spcAft>
              <a:buChar char="•"/>
              <a:defRPr sz="2625" b="0">
                <a:solidFill>
                  <a:schemeClr val="tx1"/>
                </a:solidFill>
                <a:latin typeface="+mn-lt"/>
                <a:ea typeface="+mn-lt"/>
                <a:cs typeface="+mn-lt"/>
              </a:defRPr>
            </a:lvl3pPr>
            <a:lvl4pPr marL="1428750" indent="-285750" algn="l">
              <a:lnSpc>
                <a:spcPct val="110000"/>
              </a:lnSpc>
              <a:spcBef>
                <a:spcPts val="0"/>
              </a:spcBef>
              <a:spcAft>
                <a:spcPts val="1500"/>
              </a:spcAft>
              <a:buChar char="•"/>
              <a:defRPr sz="2625" b="0">
                <a:solidFill>
                  <a:schemeClr val="tx1"/>
                </a:solidFill>
                <a:latin typeface="+mn-lt"/>
                <a:ea typeface="+mn-lt"/>
                <a:cs typeface="+mn-lt"/>
              </a:defRPr>
            </a:lvl4pPr>
            <a:lvl5pPr marL="1809750" indent="-285750" algn="l">
              <a:lnSpc>
                <a:spcPct val="110000"/>
              </a:lnSpc>
              <a:spcBef>
                <a:spcPts val="0"/>
              </a:spcBef>
              <a:spcAft>
                <a:spcPts val="1500"/>
              </a:spcAft>
              <a:buChar char="•"/>
              <a:defRPr sz="2625" b="0">
                <a:solidFill>
                  <a:schemeClr val="tx1"/>
                </a:solidFill>
                <a:latin typeface="+mn-lt"/>
                <a:ea typeface="+mn-lt"/>
                <a:cs typeface="+mn-lt"/>
              </a:defRPr>
            </a:lvl5pPr>
            <a:lvl6pPr marL="2190750" indent="-285750" algn="l">
              <a:lnSpc>
                <a:spcPct val="110000"/>
              </a:lnSpc>
              <a:spcBef>
                <a:spcPts val="0"/>
              </a:spcBef>
              <a:spcAft>
                <a:spcPts val="1500"/>
              </a:spcAft>
              <a:buChar char="•"/>
              <a:defRPr sz="2625" b="0">
                <a:solidFill>
                  <a:schemeClr val="tx1"/>
                </a:solidFill>
                <a:latin typeface="+mn-lt"/>
                <a:ea typeface="+mn-lt"/>
                <a:cs typeface="+mn-lt"/>
              </a:defRPr>
            </a:lvl6pPr>
            <a:lvl7pPr marL="2571750" indent="-285750" algn="l">
              <a:lnSpc>
                <a:spcPct val="110000"/>
              </a:lnSpc>
              <a:spcBef>
                <a:spcPts val="0"/>
              </a:spcBef>
              <a:spcAft>
                <a:spcPts val="1500"/>
              </a:spcAft>
              <a:buChar char="•"/>
              <a:defRPr sz="2625" b="0">
                <a:solidFill>
                  <a:schemeClr val="tx1"/>
                </a:solidFill>
                <a:latin typeface="+mn-lt"/>
                <a:ea typeface="+mn-lt"/>
                <a:cs typeface="+mn-lt"/>
              </a:defRPr>
            </a:lvl7pPr>
            <a:lvl8pPr marL="2952750" indent="-285750" algn="l">
              <a:lnSpc>
                <a:spcPct val="110000"/>
              </a:lnSpc>
              <a:spcBef>
                <a:spcPts val="0"/>
              </a:spcBef>
              <a:spcAft>
                <a:spcPts val="1500"/>
              </a:spcAft>
              <a:buChar char="•"/>
              <a:defRPr sz="2625" b="0">
                <a:solidFill>
                  <a:schemeClr val="tx1"/>
                </a:solidFill>
                <a:latin typeface="+mn-lt"/>
                <a:ea typeface="+mn-lt"/>
                <a:cs typeface="+mn-lt"/>
              </a:defRPr>
            </a:lvl8pPr>
            <a:lvl9pPr marL="3333750" indent="-285750" algn="l">
              <a:lnSpc>
                <a:spcPct val="110000"/>
              </a:lnSpc>
              <a:spcBef>
                <a:spcPts val="0"/>
              </a:spcBef>
              <a:spcAft>
                <a:spcPts val="1500"/>
              </a:spcAft>
              <a:buChar char="•"/>
              <a:defRPr sz="2625"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08AD286-E66A-4913-8A15-85CEFBC26753}"/>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gn="l">
              <a:lnSpc>
                <a:spcPct val="110000"/>
              </a:lnSpc>
              <a:spcBef>
                <a:spcPts val="0"/>
              </a:spcBef>
              <a:spcAft>
                <a:spcPts val="0"/>
              </a:spcAft>
              <a:buNone/>
              <a:defRPr sz="4125" b="1">
                <a:solidFill>
                  <a:schemeClr val="tx1"/>
                </a:solidFill>
                <a:latin typeface="+mj-lt"/>
                <a:ea typeface="+mj-lt"/>
                <a:cs typeface="+mj-lt"/>
              </a:defRPr>
            </a:lvl1pPr>
            <a:lvl2pPr marL="0" indent="0" algn="l">
              <a:lnSpc>
                <a:spcPct val="110000"/>
              </a:lnSpc>
              <a:spcBef>
                <a:spcPts val="0"/>
              </a:spcBef>
              <a:spcAft>
                <a:spcPts val="0"/>
              </a:spcAft>
              <a:buNone/>
              <a:defRPr sz="4125" b="1">
                <a:solidFill>
                  <a:schemeClr val="tx1"/>
                </a:solidFill>
                <a:latin typeface="+mj-lt"/>
                <a:ea typeface="+mj-lt"/>
                <a:cs typeface="+mj-lt"/>
              </a:defRPr>
            </a:lvl2pPr>
            <a:lvl3pPr marL="0" indent="0" algn="l">
              <a:lnSpc>
                <a:spcPct val="110000"/>
              </a:lnSpc>
              <a:spcBef>
                <a:spcPts val="0"/>
              </a:spcBef>
              <a:spcAft>
                <a:spcPts val="0"/>
              </a:spcAft>
              <a:buNone/>
              <a:defRPr sz="4125" b="1">
                <a:solidFill>
                  <a:schemeClr val="tx1"/>
                </a:solidFill>
                <a:latin typeface="+mj-lt"/>
                <a:ea typeface="+mj-lt"/>
                <a:cs typeface="+mj-lt"/>
              </a:defRPr>
            </a:lvl3pPr>
            <a:lvl4pPr marL="0" indent="0" algn="l">
              <a:lnSpc>
                <a:spcPct val="110000"/>
              </a:lnSpc>
              <a:spcBef>
                <a:spcPts val="0"/>
              </a:spcBef>
              <a:spcAft>
                <a:spcPts val="0"/>
              </a:spcAft>
              <a:buNone/>
              <a:defRPr sz="4125" b="1">
                <a:solidFill>
                  <a:schemeClr val="tx1"/>
                </a:solidFill>
                <a:latin typeface="+mj-lt"/>
                <a:ea typeface="+mj-lt"/>
                <a:cs typeface="+mj-lt"/>
              </a:defRPr>
            </a:lvl4pPr>
            <a:lvl5pPr marL="0" indent="0" algn="l">
              <a:lnSpc>
                <a:spcPct val="110000"/>
              </a:lnSpc>
              <a:spcBef>
                <a:spcPts val="0"/>
              </a:spcBef>
              <a:spcAft>
                <a:spcPts val="0"/>
              </a:spcAft>
              <a:buNone/>
              <a:defRPr sz="4125" b="1">
                <a:solidFill>
                  <a:schemeClr val="tx1"/>
                </a:solidFill>
                <a:latin typeface="+mj-lt"/>
                <a:ea typeface="+mj-lt"/>
                <a:cs typeface="+mj-lt"/>
              </a:defRPr>
            </a:lvl5pPr>
            <a:lvl6pPr marL="0" indent="0" algn="l">
              <a:lnSpc>
                <a:spcPct val="110000"/>
              </a:lnSpc>
              <a:spcBef>
                <a:spcPts val="0"/>
              </a:spcBef>
              <a:spcAft>
                <a:spcPts val="0"/>
              </a:spcAft>
              <a:buNone/>
              <a:defRPr sz="4125" b="1">
                <a:solidFill>
                  <a:schemeClr val="tx1"/>
                </a:solidFill>
                <a:latin typeface="+mj-lt"/>
                <a:ea typeface="+mj-lt"/>
                <a:cs typeface="+mj-lt"/>
              </a:defRPr>
            </a:lvl6pPr>
            <a:lvl7pPr marL="0" indent="0" algn="l">
              <a:lnSpc>
                <a:spcPct val="110000"/>
              </a:lnSpc>
              <a:spcBef>
                <a:spcPts val="0"/>
              </a:spcBef>
              <a:spcAft>
                <a:spcPts val="0"/>
              </a:spcAft>
              <a:buNone/>
              <a:defRPr sz="4125" b="1">
                <a:solidFill>
                  <a:schemeClr val="tx1"/>
                </a:solidFill>
                <a:latin typeface="+mj-lt"/>
                <a:ea typeface="+mj-lt"/>
                <a:cs typeface="+mj-lt"/>
              </a:defRPr>
            </a:lvl7pPr>
            <a:lvl8pPr marL="0" indent="0" algn="l">
              <a:lnSpc>
                <a:spcPct val="110000"/>
              </a:lnSpc>
              <a:spcBef>
                <a:spcPts val="0"/>
              </a:spcBef>
              <a:spcAft>
                <a:spcPts val="0"/>
              </a:spcAft>
              <a:buNone/>
              <a:defRPr sz="4125" b="1">
                <a:solidFill>
                  <a:schemeClr val="tx1"/>
                </a:solidFill>
                <a:latin typeface="+mj-lt"/>
                <a:ea typeface="+mj-lt"/>
                <a:cs typeface="+mj-lt"/>
              </a:defRPr>
            </a:lvl8pPr>
            <a:lvl9pPr marL="0" indent="0" algn="l">
              <a:lnSpc>
                <a:spcPct val="110000"/>
              </a:lnSpc>
              <a:spcBef>
                <a:spcPts val="0"/>
              </a:spcBef>
              <a:spcAft>
                <a:spcPts val="0"/>
              </a:spcAft>
              <a:buNone/>
              <a:defRPr sz="4125"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AD874AF-7A4E-4D9D-A4B7-23B92A3730D9}"/>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gn="l">
              <a:lnSpc>
                <a:spcPct val="110000"/>
              </a:lnSpc>
              <a:spcBef>
                <a:spcPts val="0"/>
              </a:spcBef>
              <a:spcAft>
                <a:spcPts val="1500"/>
              </a:spcAft>
              <a:buChar char="•"/>
              <a:defRPr sz="2813" b="0">
                <a:solidFill>
                  <a:schemeClr val="tx1"/>
                </a:solidFill>
                <a:latin typeface="+mn-lt"/>
                <a:ea typeface="+mn-lt"/>
                <a:cs typeface="+mn-lt"/>
              </a:defRPr>
            </a:lvl1pPr>
            <a:lvl2pPr marL="666750" indent="-285750" algn="l">
              <a:lnSpc>
                <a:spcPct val="110000"/>
              </a:lnSpc>
              <a:spcBef>
                <a:spcPts val="0"/>
              </a:spcBef>
              <a:spcAft>
                <a:spcPts val="1500"/>
              </a:spcAft>
              <a:buChar char="•"/>
              <a:defRPr sz="2813" b="0">
                <a:solidFill>
                  <a:schemeClr val="tx1"/>
                </a:solidFill>
                <a:latin typeface="+mn-lt"/>
                <a:ea typeface="+mn-lt"/>
                <a:cs typeface="+mn-lt"/>
              </a:defRPr>
            </a:lvl2pPr>
            <a:lvl3pPr marL="1047750" indent="-285750" algn="l">
              <a:lnSpc>
                <a:spcPct val="110000"/>
              </a:lnSpc>
              <a:spcBef>
                <a:spcPts val="0"/>
              </a:spcBef>
              <a:spcAft>
                <a:spcPts val="1500"/>
              </a:spcAft>
              <a:buChar char="•"/>
              <a:defRPr sz="2813" b="0">
                <a:solidFill>
                  <a:schemeClr val="tx1"/>
                </a:solidFill>
                <a:latin typeface="+mn-lt"/>
                <a:ea typeface="+mn-lt"/>
                <a:cs typeface="+mn-lt"/>
              </a:defRPr>
            </a:lvl3pPr>
            <a:lvl4pPr marL="1428750" indent="-285750" algn="l">
              <a:lnSpc>
                <a:spcPct val="110000"/>
              </a:lnSpc>
              <a:spcBef>
                <a:spcPts val="0"/>
              </a:spcBef>
              <a:spcAft>
                <a:spcPts val="1500"/>
              </a:spcAft>
              <a:buChar char="•"/>
              <a:defRPr sz="2813" b="0">
                <a:solidFill>
                  <a:schemeClr val="tx1"/>
                </a:solidFill>
                <a:latin typeface="+mn-lt"/>
                <a:ea typeface="+mn-lt"/>
                <a:cs typeface="+mn-lt"/>
              </a:defRPr>
            </a:lvl4pPr>
            <a:lvl5pPr marL="1809750" indent="-285750" algn="l">
              <a:lnSpc>
                <a:spcPct val="110000"/>
              </a:lnSpc>
              <a:spcBef>
                <a:spcPts val="0"/>
              </a:spcBef>
              <a:spcAft>
                <a:spcPts val="1500"/>
              </a:spcAft>
              <a:buChar char="•"/>
              <a:defRPr sz="2813" b="0">
                <a:solidFill>
                  <a:schemeClr val="tx1"/>
                </a:solidFill>
                <a:latin typeface="+mn-lt"/>
                <a:ea typeface="+mn-lt"/>
                <a:cs typeface="+mn-lt"/>
              </a:defRPr>
            </a:lvl5pPr>
            <a:lvl6pPr marL="2190750" indent="-285750" algn="l">
              <a:lnSpc>
                <a:spcPct val="110000"/>
              </a:lnSpc>
              <a:spcBef>
                <a:spcPts val="0"/>
              </a:spcBef>
              <a:spcAft>
                <a:spcPts val="1500"/>
              </a:spcAft>
              <a:buChar char="•"/>
              <a:defRPr sz="2813" b="0">
                <a:solidFill>
                  <a:schemeClr val="tx1"/>
                </a:solidFill>
                <a:latin typeface="+mn-lt"/>
                <a:ea typeface="+mn-lt"/>
                <a:cs typeface="+mn-lt"/>
              </a:defRPr>
            </a:lvl6pPr>
            <a:lvl7pPr marL="2571750" indent="-285750" algn="l">
              <a:lnSpc>
                <a:spcPct val="110000"/>
              </a:lnSpc>
              <a:spcBef>
                <a:spcPts val="0"/>
              </a:spcBef>
              <a:spcAft>
                <a:spcPts val="1500"/>
              </a:spcAft>
              <a:buChar char="•"/>
              <a:defRPr sz="2813" b="0">
                <a:solidFill>
                  <a:schemeClr val="tx1"/>
                </a:solidFill>
                <a:latin typeface="+mn-lt"/>
                <a:ea typeface="+mn-lt"/>
                <a:cs typeface="+mn-lt"/>
              </a:defRPr>
            </a:lvl7pPr>
            <a:lvl8pPr marL="2952750" indent="-285750" algn="l">
              <a:lnSpc>
                <a:spcPct val="110000"/>
              </a:lnSpc>
              <a:spcBef>
                <a:spcPts val="0"/>
              </a:spcBef>
              <a:spcAft>
                <a:spcPts val="1500"/>
              </a:spcAft>
              <a:buChar char="•"/>
              <a:defRPr sz="2813" b="0">
                <a:solidFill>
                  <a:schemeClr val="tx1"/>
                </a:solidFill>
                <a:latin typeface="+mn-lt"/>
                <a:ea typeface="+mn-lt"/>
                <a:cs typeface="+mn-lt"/>
              </a:defRPr>
            </a:lvl8pPr>
            <a:lvl9pPr marL="3333750" indent="-285750" algn="l">
              <a:lnSpc>
                <a:spcPct val="110000"/>
              </a:lnSpc>
              <a:spcBef>
                <a:spcPts val="0"/>
              </a:spcBef>
              <a:spcAft>
                <a:spcPts val="1500"/>
              </a:spcAft>
              <a:buChar char="•"/>
              <a:defRPr sz="2813"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d469d0112ef4fcd" /><Relationship Type="http://schemas.openxmlformats.org/officeDocument/2006/relationships/slideLayout" Target="/ppt/slideLayouts/slideLayout1.xml" Id="R9093e2e6b51b4319" /><Relationship Type="http://schemas.openxmlformats.org/officeDocument/2006/relationships/slideLayout" Target="/ppt/slideLayouts/slideLayout2.xml" Id="R4914a905ce2a42ca" /><Relationship Type="http://schemas.openxmlformats.org/officeDocument/2006/relationships/slideLayout" Target="/ppt/slideLayouts/slideLayout3.xml" Id="R76b7d5a807164853" /><Relationship Type="http://schemas.openxmlformats.org/officeDocument/2006/relationships/slideLayout" Target="/ppt/slideLayouts/slideLayout4.xml" Id="R96e52b83e7fc4bee" /><Relationship Type="http://schemas.openxmlformats.org/officeDocument/2006/relationships/slideLayout" Target="/ppt/slideLayouts/slideLayout5.xml" Id="Rcee3383d7f8745a3" /><Relationship Type="http://schemas.openxmlformats.org/officeDocument/2006/relationships/slideLayout" Target="/ppt/slideLayouts/slideLayout6.xml" Id="R188600b547f742d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093e2e6b51b4319"/>
    <p:sldLayoutId xmlns:r="http://schemas.openxmlformats.org/officeDocument/2006/relationships" id="2147483650" r:id="R4914a905ce2a42ca"/>
    <p:sldLayoutId xmlns:r="http://schemas.openxmlformats.org/officeDocument/2006/relationships" id="2147483651" r:id="R76b7d5a807164853"/>
    <p:sldLayoutId xmlns:r="http://schemas.openxmlformats.org/officeDocument/2006/relationships" id="2147483652" r:id="R96e52b83e7fc4bee"/>
    <p:sldLayoutId xmlns:r="http://schemas.openxmlformats.org/officeDocument/2006/relationships" id="2147483653" r:id="Rcee3383d7f8745a3"/>
    <p:sldLayoutId xmlns:r="http://schemas.openxmlformats.org/officeDocument/2006/relationships" id="2147483654" r:id="R188600b547f742d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f66198aa6bc94b7f" /><Relationship Type="http://schemas.openxmlformats.org/officeDocument/2006/relationships/image" Target="/ppt/media/image.png" Id="R4d1b8a839a27443a" /><Relationship Type="http://schemas.openxmlformats.org/officeDocument/2006/relationships/image" Target="/ppt/media/image2.png" Id="R13845fc3037a4c51" /><Relationship Type="http://schemas.openxmlformats.org/officeDocument/2006/relationships/notesSlide" Target="/ppt/notesSlides/notesSlide1.xml" Id="R1bf08236aefb41d1" /></Relationships>
</file>

<file path=ppt/slides/_rels/slide2.xml.rels><?xml version='1.0' encoding='utf-8'?>
<Relationships xmlns="http://schemas.openxmlformats.org/package/2006/relationships"><Relationship Type="http://schemas.openxmlformats.org/officeDocument/2006/relationships/slideLayout" Target="/ppt/slideLayouts/slideLayout6.xml" Id="R624c93a46835466b" /><Relationship Type="http://schemas.openxmlformats.org/officeDocument/2006/relationships/image" Target="../media/image.png" Id="R21e9ca0d4ccd4054" /><Relationship Type="http://schemas.openxmlformats.org/officeDocument/2006/relationships/notesSlide" Target="/ppt/notesSlides/notesSlide2.xml" Id="Rfcce2abb0cc84f6d" /></Relationships>
</file>

<file path=ppt/slides/_rels/slide3.xml.rels><?xml version='1.0' encoding='utf-8'?>
<Relationships xmlns="http://schemas.openxmlformats.org/package/2006/relationships"><Relationship Type="http://schemas.openxmlformats.org/officeDocument/2006/relationships/slideLayout" Target="/ppt/slideLayouts/slideLayout6.xml" Id="R1a5ec95b099c4c8b" /><Relationship Type="http://schemas.openxmlformats.org/officeDocument/2006/relationships/image" Target="../media/image.png" Id="R9ab168e87aac4eed" /><Relationship Type="http://schemas.openxmlformats.org/officeDocument/2006/relationships/notesSlide" Target="/ppt/notesSlides/notesSlide3.xml" Id="Rf3ad812e22e94e0d" /></Relationships>
</file>

<file path=ppt/slides/_rels/slide4.xml.rels><?xml version='1.0' encoding='utf-8'?>
<Relationships xmlns="http://schemas.openxmlformats.org/package/2006/relationships"><Relationship Type="http://schemas.openxmlformats.org/officeDocument/2006/relationships/slideLayout" Target="/ppt/slideLayouts/slideLayout6.xml" Id="Ra78b7e31ded648d8" /><Relationship Type="http://schemas.openxmlformats.org/officeDocument/2006/relationships/image" Target="../media/image.png" Id="Rf45c7841c9914ce4" /><Relationship Type="http://schemas.openxmlformats.org/officeDocument/2006/relationships/notesSlide" Target="/ppt/notesSlides/notesSlide4.xml" Id="R26dcedafffde4303" /></Relationships>
</file>

<file path=ppt/slides/_rels/slide5.xml.rels><?xml version='1.0' encoding='utf-8'?>
<Relationships xmlns="http://schemas.openxmlformats.org/package/2006/relationships"><Relationship Type="http://schemas.openxmlformats.org/officeDocument/2006/relationships/slideLayout" Target="/ppt/slideLayouts/slideLayout6.xml" Id="R91f04c8e559d4a00" /><Relationship Type="http://schemas.openxmlformats.org/officeDocument/2006/relationships/image" Target="../media/image.png" Id="R03ed90c29815464b" /><Relationship Type="http://schemas.openxmlformats.org/officeDocument/2006/relationships/image" Target="/ppt/media/image7.png" Id="R141c28fd3eda4977" /><Relationship Type="http://schemas.openxmlformats.org/officeDocument/2006/relationships/notesSlide" Target="/ppt/notesSlides/notesSlide5.xml" Id="R6c1f53272d4448cc" /></Relationships>
</file>

<file path=ppt/slides/_rels/slide6.xml.rels><?xml version='1.0' encoding='utf-8'?>
<Relationships xmlns="http://schemas.openxmlformats.org/package/2006/relationships"><Relationship Type="http://schemas.openxmlformats.org/officeDocument/2006/relationships/slideLayout" Target="/ppt/slideLayouts/slideLayout6.xml" Id="R1cc7c9e3825c4d54" /><Relationship Type="http://schemas.openxmlformats.org/officeDocument/2006/relationships/image" Target="../media/image.png" Id="Rb961513ededb43a5" /><Relationship Type="http://schemas.openxmlformats.org/officeDocument/2006/relationships/image" Target="/ppt/media/image9.png" Id="Rfe7b6e83bf034f64" /><Relationship Type="http://schemas.openxmlformats.org/officeDocument/2006/relationships/notesSlide" Target="/ppt/notesSlides/notesSlide6.xml" Id="Rbcf700428f3f481c" /></Relationships>
</file>

<file path=ppt/slides/_rels/slide7.xml.rels><?xml version='1.0' encoding='utf-8'?>
<Relationships xmlns="http://schemas.openxmlformats.org/package/2006/relationships"><Relationship Type="http://schemas.openxmlformats.org/officeDocument/2006/relationships/slideLayout" Target="/ppt/slideLayouts/slideLayout6.xml" Id="R7e58d47afce24602" /><Relationship Type="http://schemas.openxmlformats.org/officeDocument/2006/relationships/image" Target="../media/image.png" Id="Rd40c116ed22246fc" /><Relationship Type="http://schemas.openxmlformats.org/officeDocument/2006/relationships/image" Target="/ppt/media/image11.png" Id="Rb1470bc1d1244988" /><Relationship Type="http://schemas.openxmlformats.org/officeDocument/2006/relationships/notesSlide" Target="/ppt/notesSlides/notesSlide7.xml" Id="R2ef0643812f14860" /></Relationships>
</file>

<file path=ppt/slides/_rels/slide8.xml.rels><?xml version='1.0' encoding='utf-8'?>
<Relationships xmlns="http://schemas.openxmlformats.org/package/2006/relationships"><Relationship Type="http://schemas.openxmlformats.org/officeDocument/2006/relationships/slideLayout" Target="/ppt/slideLayouts/slideLayout6.xml" Id="Rdbc95431c5cc42e4" /><Relationship Type="http://schemas.openxmlformats.org/officeDocument/2006/relationships/image" Target="../media/image.png" Id="Rc2bdacbc0333475a" /><Relationship Type="http://schemas.openxmlformats.org/officeDocument/2006/relationships/notesSlide" Target="/ppt/notesSlides/notesSlide8.xml" Id="Rbd238dfde4c54ac6" /></Relationships>
</file>

<file path=ppt/slides/_rels/slide9.xml.rels><?xml version='1.0' encoding='utf-8'?>
<Relationships xmlns="http://schemas.openxmlformats.org/package/2006/relationships"><Relationship Type="http://schemas.openxmlformats.org/officeDocument/2006/relationships/slideLayout" Target="/ppt/slideLayouts/slideLayout6.xml" Id="R75d71ec631664e6b" /><Relationship Type="http://schemas.openxmlformats.org/officeDocument/2006/relationships/image" Target="../media/image.png" Id="R21496f012bf548f3" /><Relationship Type="http://schemas.openxmlformats.org/officeDocument/2006/relationships/notesSlide" Target="/ppt/notesSlides/notesSlide9.xml" Id="R1e9434c0c299486f" /></Relationships>
</file>

<file path=ppt/slides/_rels/slide10.xml.rels><?xml version='1.0' encoding='utf-8'?>
<Relationships xmlns="http://schemas.openxmlformats.org/package/2006/relationships"><Relationship Type="http://schemas.openxmlformats.org/officeDocument/2006/relationships/slideLayout" Target="/ppt/slideLayouts/slideLayout6.xml" Id="Re6e15bc6a60d4fd7" /><Relationship Type="http://schemas.openxmlformats.org/officeDocument/2006/relationships/image" Target="../media/image.png" Id="R95a23ed9ad544464" /><Relationship Type="http://schemas.openxmlformats.org/officeDocument/2006/relationships/notesSlide" Target="/ppt/notesSlides/notesSlide10.xml" Id="Rdb2beaf8184b4572" /></Relationships>
</file>

<file path=ppt/slides/_rels/slide11.xml.rels><?xml version='1.0' encoding='utf-8'?>
<Relationships xmlns="http://schemas.openxmlformats.org/package/2006/relationships"><Relationship Type="http://schemas.openxmlformats.org/officeDocument/2006/relationships/slideLayout" Target="/ppt/slideLayouts/slideLayout6.xml" Id="R4529ed60d6aa4b57" /><Relationship Type="http://schemas.openxmlformats.org/officeDocument/2006/relationships/image" Target="../media/image.png" Id="Rdca2b8375c124f7f" /><Relationship Type="http://schemas.openxmlformats.org/officeDocument/2006/relationships/notesSlide" Target="/ppt/notesSlides/notesSlide11.xml" Id="R8e07cb1e3d32490f" /></Relationships>
</file>

<file path=ppt/slides/_rels/slide12.xml.rels><?xml version='1.0' encoding='utf-8'?>
<Relationships xmlns="http://schemas.openxmlformats.org/package/2006/relationships"><Relationship Type="http://schemas.openxmlformats.org/officeDocument/2006/relationships/slideLayout" Target="/ppt/slideLayouts/slideLayout6.xml" Id="Reff2f35fbb9e4b6f" /><Relationship Type="http://schemas.openxmlformats.org/officeDocument/2006/relationships/image" Target="../media/image.png" Id="R2620a6fbece94396" /><Relationship Type="http://schemas.openxmlformats.org/officeDocument/2006/relationships/notesSlide" Target="/ppt/notesSlides/notesSlide12.xml" Id="R21bbf3ad2d314069" /></Relationships>
</file>

<file path=ppt/slides/_rels/slide13.xml.rels><?xml version='1.0' encoding='utf-8'?>
<Relationships xmlns="http://schemas.openxmlformats.org/package/2006/relationships"><Relationship Type="http://schemas.openxmlformats.org/officeDocument/2006/relationships/slideLayout" Target="/ppt/slideLayouts/slideLayout6.xml" Id="Rab9d9fa32d66442f" /><Relationship Type="http://schemas.openxmlformats.org/officeDocument/2006/relationships/image" Target="../media/image.png" Id="R57dfffd391d64cbb" /><Relationship Type="http://schemas.openxmlformats.org/officeDocument/2006/relationships/notesSlide" Target="/ppt/notesSlides/notesSlide13.xml" Id="R2b0fc41cd29a4a33" /></Relationships>
</file>

<file path=ppt/slides/_rels/slide14.xml.rels><?xml version='1.0' encoding='utf-8'?>
<Relationships xmlns="http://schemas.openxmlformats.org/package/2006/relationships"><Relationship Type="http://schemas.openxmlformats.org/officeDocument/2006/relationships/slideLayout" Target="/ppt/slideLayouts/slideLayout6.xml" Id="Rb0dcb033d6714596" /><Relationship Type="http://schemas.openxmlformats.org/officeDocument/2006/relationships/image" Target="../media/image.png" Id="R97052d1597084051" /><Relationship Type="http://schemas.openxmlformats.org/officeDocument/2006/relationships/notesSlide" Target="/ppt/notesSlides/notesSlide14.xml" Id="Raf7aa2cf37aa4b40" /></Relationships>
</file>

<file path=ppt/slides/_rels/slide15.xml.rels><?xml version='1.0' encoding='utf-8'?>
<Relationships xmlns="http://schemas.openxmlformats.org/package/2006/relationships"><Relationship Type="http://schemas.openxmlformats.org/officeDocument/2006/relationships/slideLayout" Target="/ppt/slideLayouts/slideLayout6.xml" Id="Re0c0f4f93e6e4650" /><Relationship Type="http://schemas.openxmlformats.org/officeDocument/2006/relationships/image" Target="../media/image.png" Id="R4cfa82d5ef504d3f" /><Relationship Type="http://schemas.openxmlformats.org/officeDocument/2006/relationships/notesSlide" Target="/ppt/notesSlides/notesSlide15.xml" Id="Rf4e4a7e937b94dab" /></Relationships>
</file>

<file path=ppt/slides/_rels/slide16.xml.rels><?xml version='1.0' encoding='utf-8'?>
<Relationships xmlns="http://schemas.openxmlformats.org/package/2006/relationships"><Relationship Type="http://schemas.openxmlformats.org/officeDocument/2006/relationships/slideLayout" Target="/ppt/slideLayouts/slideLayout6.xml" Id="R8f6acaf3205a4dfc" /><Relationship Type="http://schemas.openxmlformats.org/officeDocument/2006/relationships/image" Target="../media/image.png" Id="R3069b213b62d4350" /><Relationship Type="http://schemas.openxmlformats.org/officeDocument/2006/relationships/notesSlide" Target="/ppt/notesSlides/notesSlide16.xml" Id="R4227d568d7694c39" /></Relationships>
</file>

<file path=ppt/slides/_rels/slide17.xml.rels><?xml version='1.0' encoding='utf-8'?>
<Relationships xmlns="http://schemas.openxmlformats.org/package/2006/relationships"><Relationship Type="http://schemas.openxmlformats.org/officeDocument/2006/relationships/slideLayout" Target="/ppt/slideLayouts/slideLayout6.xml" Id="R444fc1fb7b7d4b83" /><Relationship Type="http://schemas.openxmlformats.org/officeDocument/2006/relationships/image" Target="../media/image.png" Id="Rf0778b12680842b9" /><Relationship Type="http://schemas.openxmlformats.org/officeDocument/2006/relationships/hyperlink" Target="https://github.com/wjohnnyhonorato/sdd-fast" TargetMode="External" Id="R739bd966b89440a0" /><Relationship Type="http://schemas.openxmlformats.org/officeDocument/2006/relationships/hyperlink" Target="https://www.deeplearning.ai/courses/spec-driven-development-with-coding-agents/" TargetMode="External" Id="Rad60aef369e74431" /><Relationship Type="http://schemas.openxmlformats.org/officeDocument/2006/relationships/hyperlink" Target="https://github.com/https-deeplearning-ai/sc-spec-driven-development-files" TargetMode="External" Id="Rb0937ced8e85438d" /><Relationship Type="http://schemas.openxmlformats.org/officeDocument/2006/relationships/hyperlink" Target="https://github.com/mattpocock/skills" TargetMode="External" Id="Rb6183613a17a41b1" /><Relationship Type="http://schemas.openxmlformats.org/officeDocument/2006/relationships/hyperlink" Target="https://github.com/tech-leads-club/agent-skills/blob/main/packages/skills-catalog/skills/(development)/tlc-spec-lean/SKILL.md" TargetMode="External" Id="Rcfb010bebd694bc3" /><Relationship Type="http://schemas.openxmlformats.org/officeDocument/2006/relationships/hyperlink" Target="https://www.youtube.com/watch?v=SreK3gB6Gso" TargetMode="External" Id="R71b30eb3904e45f3" /><Relationship Type="http://schemas.openxmlformats.org/officeDocument/2006/relationships/hyperlink" Target="https://akitaonrails.com/2026/08/18/hot-take-harness-loop-engineering-graph-engineering-sao-bullshit/" TargetMode="External" Id="R7ecab19880dd401f" /><Relationship Type="http://schemas.openxmlformats.org/officeDocument/2006/relationships/hyperlink" Target="https://ailair.akitaonrails.com/pt-br/workflow/" TargetMode="External" Id="R96dde7f67dd04b4d" /><Relationship Type="http://schemas.openxmlformats.org/officeDocument/2006/relationships/hyperlink" Target="https://akitaonrails.com/2026/09/17/falando-um-pouco-sobre-minhas-skills-de-ia/" TargetMode="External" Id="Rb0eb21b3d1a941ec" /><Relationship Type="http://schemas.openxmlformats.org/officeDocument/2006/relationships/hyperlink" Target="https://github.com/akitaonrails/my-skills" TargetMode="External" Id="R581ca00c23074397" /><Relationship Type="http://schemas.openxmlformats.org/officeDocument/2006/relationships/hyperlink" Target="https://dora.dev/capabilities/working-in-small-batches/" TargetMode="External" Id="Rcd558606e2e547fd" /><Relationship Type="http://schemas.openxmlformats.org/officeDocument/2006/relationships/hyperlink" Target="https://www.thoughtworks.com/radar/techniques/spec-driven-development" TargetMode="External" Id="Rb5b9b4035c3d4ea4" /><Relationship Type="http://schemas.openxmlformats.org/officeDocument/2006/relationships/notesSlide" Target="/ppt/notesSlides/notesSlide17.xml" Id="Rf3b1162d0bb94390" /></Relationships>
</file>

<file path=ppt/slides/slide1.xml><?xml version="1.0" encoding="utf-8"?>
<p:sld xmlns:p="http://schemas.openxmlformats.org/presentationml/2006/main">
  <p:cSld>
    <p:bg>
      <p:bgPr>
        <a:solidFill xmlns:a="http://schemas.openxmlformats.org/drawingml/2006/main">
          <a:srgbClr val="FCFAF5"/>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9580BB5C-D0DA-413A-A62A-FB04DBF759BE}"/>
              </a:ext>
            </a:extLst>
          </p:cNvPr>
          <p:cNvPicPr>
            <a:picLocks xmlns:a="http://schemas.openxmlformats.org/drawingml/2006/main" noChangeAspect="1"/>
          </p:cNvPicPr>
          <p:nvPr/>
        </p:nvPicPr>
        <p:blipFill>
          <a:blip xmlns:r="http://schemas.openxmlformats.org/officeDocument/2006/relationships" xmlns:a="http://schemas.openxmlformats.org/drawingml/2006/main" r:embed="R4d1b8a839a27443a"/>
          <a:srcRect xmlns:a="http://schemas.openxmlformats.org/drawingml/2006/main" l="0" t="27" r="0" b="27"/>
          <a:stretch xmlns:a="http://schemas.openxmlformats.org/drawingml/2006/main">
            <a:fillRect l="0" t="0" r="0" b="0"/>
          </a:stretch>
        </p:blipFill>
        <p:spPr>
          <a:xfrm xmlns:a="http://schemas.openxmlformats.org/drawingml/2006/main">
            <a:off x="0" y="0"/>
            <a:ext cx="15240000" cy="8572500"/>
          </a:xfrm>
          <a:prstGeom xmlns:a="http://schemas.openxmlformats.org/drawingml/2006/main" prst="rect">
            <a:avLst/>
          </a:prstGeom>
        </p:spPr>
      </p:pic>
      <p:sp>
        <p:nvSpPr>
          <p:cNvPr id="2" name="text-0">
            <a:extLst xmlns:a="http://schemas.openxmlformats.org/drawingml/2006/main">
              <a:ext uri="{FF2B5EF4-FFF2-40B4-BE49-F238E27FC236}">
                <a16:creationId xmlns:a16="http://schemas.microsoft.com/office/drawing/2014/main" id="{942F02C3-90C0-4E93-8405-60441AC5D945}"/>
              </a:ext>
            </a:extLst>
          </p:cNvPr>
          <p:cNvSpPr>
            <a:spLocks xmlns:a="http://schemas.openxmlformats.org/drawingml/2006/main" noGrp="1"/>
          </p:cNvSpPr>
          <p:nvPr/>
        </p:nvSpPr>
        <p:spPr>
          <a:xfrm xmlns:a="http://schemas.openxmlformats.org/drawingml/2006/main">
            <a:off x="742950" y="8096250"/>
            <a:ext cx="12573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00" b="0" i="0">
                <a:solidFill>
                  <a:srgbClr val="54656D"/>
                </a:solidFill>
                <a:latin typeface="Nimbus Mono PS"/>
                <a:ea typeface="Nimbus Mono PS"/>
                <a:cs typeface="Nimbus Mono PS"/>
              </a:defRPr>
            </a:defPPr>
            <a:lvl1pPr>
              <a:defRPr sz="1200" b="0" i="0">
                <a:solidFill>
                  <a:srgbClr val="54656D"/>
                </a:solidFill>
                <a:latin typeface="Nimbus Mono PS"/>
                <a:ea typeface="Nimbus Mono PS"/>
                <a:cs typeface="Nimbus Mono PS"/>
              </a:defRPr>
            </a:lvl1pPr>
            <a:lvl2pPr>
              <a:defRPr sz="1200" b="0" i="0">
                <a:solidFill>
                  <a:srgbClr val="54656D"/>
                </a:solidFill>
                <a:latin typeface="Nimbus Mono PS"/>
                <a:ea typeface="Nimbus Mono PS"/>
                <a:cs typeface="Nimbus Mono PS"/>
              </a:defRPr>
            </a:lvl2pPr>
            <a:lvl3pPr>
              <a:defRPr sz="1200" b="0" i="0">
                <a:solidFill>
                  <a:srgbClr val="54656D"/>
                </a:solidFill>
                <a:latin typeface="Nimbus Mono PS"/>
                <a:ea typeface="Nimbus Mono PS"/>
                <a:cs typeface="Nimbus Mono PS"/>
              </a:defRPr>
            </a:lvl3pPr>
            <a:lvl4pPr>
              <a:defRPr sz="1200" b="0" i="0">
                <a:solidFill>
                  <a:srgbClr val="54656D"/>
                </a:solidFill>
                <a:latin typeface="Nimbus Mono PS"/>
                <a:ea typeface="Nimbus Mono PS"/>
                <a:cs typeface="Nimbus Mono PS"/>
              </a:defRPr>
            </a:lvl4pPr>
            <a:lvl5pPr>
              <a:defRPr sz="1200" b="0" i="0">
                <a:solidFill>
                  <a:srgbClr val="54656D"/>
                </a:solidFill>
                <a:latin typeface="Nimbus Mono PS"/>
                <a:ea typeface="Nimbus Mono PS"/>
                <a:cs typeface="Nimbus Mono PS"/>
              </a:defRPr>
            </a:lvl5pPr>
            <a:lvl6pPr>
              <a:defRPr sz="1200" b="0" i="0">
                <a:solidFill>
                  <a:srgbClr val="54656D"/>
                </a:solidFill>
                <a:latin typeface="Nimbus Mono PS"/>
                <a:ea typeface="Nimbus Mono PS"/>
                <a:cs typeface="Nimbus Mono PS"/>
              </a:defRPr>
            </a:lvl6pPr>
            <a:lvl7pPr>
              <a:defRPr sz="1200" b="0" i="0">
                <a:solidFill>
                  <a:srgbClr val="54656D"/>
                </a:solidFill>
                <a:latin typeface="Nimbus Mono PS"/>
                <a:ea typeface="Nimbus Mono PS"/>
                <a:cs typeface="Nimbus Mono PS"/>
              </a:defRPr>
            </a:lvl7pPr>
            <a:lvl8pPr>
              <a:defRPr sz="1200" b="0" i="0">
                <a:solidFill>
                  <a:srgbClr val="54656D"/>
                </a:solidFill>
                <a:latin typeface="Nimbus Mono PS"/>
                <a:ea typeface="Nimbus Mono PS"/>
                <a:cs typeface="Nimbus Mono PS"/>
              </a:defRPr>
            </a:lvl8pPr>
            <a:lvl9pPr>
              <a:defRPr sz="1200" b="0" i="0">
                <a:solidFill>
                  <a:srgbClr val="54656D"/>
                </a:solidFill>
                <a:latin typeface="Nimbus Mono PS"/>
                <a:ea typeface="Nimbus Mono PS"/>
                <a:cs typeface="Nimbus Mono PS"/>
              </a:defRPr>
            </a:lvl9pPr>
          </a:lstStyle>
          <a:p xmlns:a="http://schemas.openxmlformats.org/drawingml/2006/main">
            <a:pPr>
              <a:defRPr sz="1200" b="0" i="0">
                <a:solidFill>
                  <a:srgbClr val="54656D"/>
                </a:solidFill>
                <a:latin typeface="Nimbus Mono PS"/>
                <a:ea typeface="Nimbus Mono PS"/>
                <a:cs typeface="Nimbus Mono PS"/>
              </a:defRPr>
            </a:pPr>
            <a:r>
              <a:rPr sz="1200" b="0" i="0">
                <a:solidFill>
                  <a:srgbClr val="54656D"/>
                </a:solidFill>
                <a:latin typeface="Nimbus Mono PS"/>
                <a:ea typeface="Nimbus Mono PS"/>
                <a:cs typeface="Nimbus Mono PS"/>
              </a:rPr>
              <a:t>WILLIAM JOHNNY HONORATO  /  OUTUBRO DE 2026</a:t>
            </a:r>
          </a:p>
        </p:txBody>
      </p:sp>
      <p:sp>
        <p:nvSpPr>
          <p:cNvPr id="3" name="text-1">
            <a:extLst xmlns:a="http://schemas.openxmlformats.org/drawingml/2006/main">
              <a:ext uri="{FF2B5EF4-FFF2-40B4-BE49-F238E27FC236}">
                <a16:creationId xmlns:a16="http://schemas.microsoft.com/office/drawing/2014/main" id="{2EA237B1-8FAF-4242-A694-287B0349579B}"/>
              </a:ext>
            </a:extLst>
          </p:cNvPr>
          <p:cNvSpPr>
            <a:spLocks xmlns:a="http://schemas.openxmlformats.org/drawingml/2006/main" noGrp="1"/>
          </p:cNvSpPr>
          <p:nvPr/>
        </p:nvSpPr>
        <p:spPr>
          <a:xfrm xmlns:a="http://schemas.openxmlformats.org/drawingml/2006/main">
            <a:off x="13944600" y="8048625"/>
            <a:ext cx="609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1" i="0">
                <a:solidFill>
                  <a:srgbClr val="B9502E"/>
                </a:solidFill>
                <a:latin typeface="Nimbus Mono PS"/>
                <a:ea typeface="Nimbus Mono PS"/>
                <a:cs typeface="Nimbus Mono PS"/>
              </a:defRPr>
            </a:defPPr>
            <a:lvl1pPr>
              <a:defRPr sz="1800" b="1" i="0">
                <a:solidFill>
                  <a:srgbClr val="B9502E"/>
                </a:solidFill>
                <a:latin typeface="Nimbus Mono PS"/>
                <a:ea typeface="Nimbus Mono PS"/>
                <a:cs typeface="Nimbus Mono PS"/>
              </a:defRPr>
            </a:lvl1pPr>
            <a:lvl2pPr>
              <a:defRPr sz="1800" b="1" i="0">
                <a:solidFill>
                  <a:srgbClr val="B9502E"/>
                </a:solidFill>
                <a:latin typeface="Nimbus Mono PS"/>
                <a:ea typeface="Nimbus Mono PS"/>
                <a:cs typeface="Nimbus Mono PS"/>
              </a:defRPr>
            </a:lvl2pPr>
            <a:lvl3pPr>
              <a:defRPr sz="1800" b="1" i="0">
                <a:solidFill>
                  <a:srgbClr val="B9502E"/>
                </a:solidFill>
                <a:latin typeface="Nimbus Mono PS"/>
                <a:ea typeface="Nimbus Mono PS"/>
                <a:cs typeface="Nimbus Mono PS"/>
              </a:defRPr>
            </a:lvl3pPr>
            <a:lvl4pPr>
              <a:defRPr sz="1800" b="1" i="0">
                <a:solidFill>
                  <a:srgbClr val="B9502E"/>
                </a:solidFill>
                <a:latin typeface="Nimbus Mono PS"/>
                <a:ea typeface="Nimbus Mono PS"/>
                <a:cs typeface="Nimbus Mono PS"/>
              </a:defRPr>
            </a:lvl4pPr>
            <a:lvl5pPr>
              <a:defRPr sz="1800" b="1" i="0">
                <a:solidFill>
                  <a:srgbClr val="B9502E"/>
                </a:solidFill>
                <a:latin typeface="Nimbus Mono PS"/>
                <a:ea typeface="Nimbus Mono PS"/>
                <a:cs typeface="Nimbus Mono PS"/>
              </a:defRPr>
            </a:lvl5pPr>
            <a:lvl6pPr>
              <a:defRPr sz="1800" b="1" i="0">
                <a:solidFill>
                  <a:srgbClr val="B9502E"/>
                </a:solidFill>
                <a:latin typeface="Nimbus Mono PS"/>
                <a:ea typeface="Nimbus Mono PS"/>
                <a:cs typeface="Nimbus Mono PS"/>
              </a:defRPr>
            </a:lvl6pPr>
            <a:lvl7pPr>
              <a:defRPr sz="1800" b="1" i="0">
                <a:solidFill>
                  <a:srgbClr val="B9502E"/>
                </a:solidFill>
                <a:latin typeface="Nimbus Mono PS"/>
                <a:ea typeface="Nimbus Mono PS"/>
                <a:cs typeface="Nimbus Mono PS"/>
              </a:defRPr>
            </a:lvl7pPr>
            <a:lvl8pPr>
              <a:defRPr sz="1800" b="1" i="0">
                <a:solidFill>
                  <a:srgbClr val="B9502E"/>
                </a:solidFill>
                <a:latin typeface="Nimbus Mono PS"/>
                <a:ea typeface="Nimbus Mono PS"/>
                <a:cs typeface="Nimbus Mono PS"/>
              </a:defRPr>
            </a:lvl8pPr>
            <a:lvl9pPr>
              <a:defRPr sz="1800" b="1" i="0">
                <a:solidFill>
                  <a:srgbClr val="B9502E"/>
                </a:solidFill>
                <a:latin typeface="Nimbus Mono PS"/>
                <a:ea typeface="Nimbus Mono PS"/>
                <a:cs typeface="Nimbus Mono PS"/>
              </a:defRPr>
            </a:lvl9pPr>
          </a:lstStyle>
          <a:p xmlns:a="http://schemas.openxmlformats.org/drawingml/2006/main">
            <a:pPr>
              <a:defRPr sz="1800" b="1" i="0">
                <a:solidFill>
                  <a:srgbClr val="B9502E"/>
                </a:solidFill>
                <a:latin typeface="Nimbus Mono PS"/>
                <a:ea typeface="Nimbus Mono PS"/>
                <a:cs typeface="Nimbus Mono PS"/>
              </a:defRPr>
            </a:pPr>
            <a:r>
              <a:rPr sz="1800" b="1" i="0">
                <a:solidFill>
                  <a:srgbClr val="B9502E"/>
                </a:solidFill>
                <a:latin typeface="Nimbus Mono PS"/>
                <a:ea typeface="Nimbus Mono PS"/>
                <a:cs typeface="Nimbus Mono PS"/>
              </a:rPr>
              <a:t>01</a:t>
            </a:r>
          </a:p>
        </p:txBody>
      </p:sp>
      <p:sp>
        <p:nvSpPr>
          <p:cNvPr id="4" name="text-2">
            <a:extLst xmlns:a="http://schemas.openxmlformats.org/drawingml/2006/main">
              <a:ext uri="{FF2B5EF4-FFF2-40B4-BE49-F238E27FC236}">
                <a16:creationId xmlns:a16="http://schemas.microsoft.com/office/drawing/2014/main" id="{BB06DDAC-7D2E-45F4-885A-730BEC02F35B}"/>
              </a:ext>
            </a:extLst>
          </p:cNvPr>
          <p:cNvSpPr>
            <a:spLocks xmlns:a="http://schemas.openxmlformats.org/drawingml/2006/main" noGrp="1"/>
          </p:cNvSpPr>
          <p:nvPr/>
        </p:nvSpPr>
        <p:spPr>
          <a:xfrm xmlns:a="http://schemas.openxmlformats.org/drawingml/2006/main">
            <a:off x="723900" y="1238250"/>
            <a:ext cx="71437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0500" b="1" i="0">
                <a:solidFill>
                  <a:srgbClr val="193244"/>
                </a:solidFill>
                <a:latin typeface="Nimbus Mono PS"/>
                <a:ea typeface="Nimbus Mono PS"/>
                <a:cs typeface="Nimbus Mono PS"/>
              </a:defRPr>
            </a:defPPr>
            <a:lvl1pPr>
              <a:defRPr sz="10500" b="1" i="0">
                <a:solidFill>
                  <a:srgbClr val="193244"/>
                </a:solidFill>
                <a:latin typeface="Nimbus Mono PS"/>
                <a:ea typeface="Nimbus Mono PS"/>
                <a:cs typeface="Nimbus Mono PS"/>
              </a:defRPr>
            </a:lvl1pPr>
            <a:lvl2pPr>
              <a:defRPr sz="10500" b="1" i="0">
                <a:solidFill>
                  <a:srgbClr val="193244"/>
                </a:solidFill>
                <a:latin typeface="Nimbus Mono PS"/>
                <a:ea typeface="Nimbus Mono PS"/>
                <a:cs typeface="Nimbus Mono PS"/>
              </a:defRPr>
            </a:lvl2pPr>
            <a:lvl3pPr>
              <a:defRPr sz="10500" b="1" i="0">
                <a:solidFill>
                  <a:srgbClr val="193244"/>
                </a:solidFill>
                <a:latin typeface="Nimbus Mono PS"/>
                <a:ea typeface="Nimbus Mono PS"/>
                <a:cs typeface="Nimbus Mono PS"/>
              </a:defRPr>
            </a:lvl3pPr>
            <a:lvl4pPr>
              <a:defRPr sz="10500" b="1" i="0">
                <a:solidFill>
                  <a:srgbClr val="193244"/>
                </a:solidFill>
                <a:latin typeface="Nimbus Mono PS"/>
                <a:ea typeface="Nimbus Mono PS"/>
                <a:cs typeface="Nimbus Mono PS"/>
              </a:defRPr>
            </a:lvl4pPr>
            <a:lvl5pPr>
              <a:defRPr sz="10500" b="1" i="0">
                <a:solidFill>
                  <a:srgbClr val="193244"/>
                </a:solidFill>
                <a:latin typeface="Nimbus Mono PS"/>
                <a:ea typeface="Nimbus Mono PS"/>
                <a:cs typeface="Nimbus Mono PS"/>
              </a:defRPr>
            </a:lvl5pPr>
            <a:lvl6pPr>
              <a:defRPr sz="10500" b="1" i="0">
                <a:solidFill>
                  <a:srgbClr val="193244"/>
                </a:solidFill>
                <a:latin typeface="Nimbus Mono PS"/>
                <a:ea typeface="Nimbus Mono PS"/>
                <a:cs typeface="Nimbus Mono PS"/>
              </a:defRPr>
            </a:lvl6pPr>
            <a:lvl7pPr>
              <a:defRPr sz="10500" b="1" i="0">
                <a:solidFill>
                  <a:srgbClr val="193244"/>
                </a:solidFill>
                <a:latin typeface="Nimbus Mono PS"/>
                <a:ea typeface="Nimbus Mono PS"/>
                <a:cs typeface="Nimbus Mono PS"/>
              </a:defRPr>
            </a:lvl7pPr>
            <a:lvl8pPr>
              <a:defRPr sz="10500" b="1" i="0">
                <a:solidFill>
                  <a:srgbClr val="193244"/>
                </a:solidFill>
                <a:latin typeface="Nimbus Mono PS"/>
                <a:ea typeface="Nimbus Mono PS"/>
                <a:cs typeface="Nimbus Mono PS"/>
              </a:defRPr>
            </a:lvl8pPr>
            <a:lvl9pPr>
              <a:defRPr sz="10500" b="1" i="0">
                <a:solidFill>
                  <a:srgbClr val="193244"/>
                </a:solidFill>
                <a:latin typeface="Nimbus Mono PS"/>
                <a:ea typeface="Nimbus Mono PS"/>
                <a:cs typeface="Nimbus Mono PS"/>
              </a:defRPr>
            </a:lvl9pPr>
          </a:lstStyle>
          <a:p xmlns:a="http://schemas.openxmlformats.org/drawingml/2006/main">
            <a:pPr>
              <a:defRPr sz="10500" b="1" i="0">
                <a:solidFill>
                  <a:srgbClr val="193244"/>
                </a:solidFill>
                <a:latin typeface="Nimbus Mono PS"/>
                <a:ea typeface="Nimbus Mono PS"/>
                <a:cs typeface="Nimbus Mono PS"/>
              </a:defRPr>
            </a:pPr>
            <a:r>
              <a:rPr sz="10500" b="1" i="0">
                <a:solidFill>
                  <a:srgbClr val="193244"/>
                </a:solidFill>
                <a:latin typeface="Nimbus Mono PS"/>
                <a:ea typeface="Nimbus Mono PS"/>
                <a:cs typeface="Nimbus Mono PS"/>
              </a:rPr>
              <a:t>SDD</a:t>
            </a:r>
          </a:p>
        </p:txBody>
      </p:sp>
      <p:sp>
        <p:nvSpPr>
          <p:cNvPr id="5" name="text-3">
            <a:extLst xmlns:a="http://schemas.openxmlformats.org/drawingml/2006/main">
              <a:ext uri="{FF2B5EF4-FFF2-40B4-BE49-F238E27FC236}">
                <a16:creationId xmlns:a16="http://schemas.microsoft.com/office/drawing/2014/main" id="{68B1EEE0-BE1D-4E3A-9CCE-66BD37A3CA7E}"/>
              </a:ext>
            </a:extLst>
          </p:cNvPr>
          <p:cNvSpPr>
            <a:spLocks xmlns:a="http://schemas.openxmlformats.org/drawingml/2006/main" noGrp="1"/>
          </p:cNvSpPr>
          <p:nvPr/>
        </p:nvSpPr>
        <p:spPr>
          <a:xfrm xmlns:a="http://schemas.openxmlformats.org/drawingml/2006/main">
            <a:off x="781050" y="2876550"/>
            <a:ext cx="7620000" cy="1905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5850" b="1" i="0">
                <a:solidFill>
                  <a:srgbClr val="193244"/>
                </a:solidFill>
                <a:latin typeface="Nimbus Mono PS"/>
                <a:ea typeface="Nimbus Mono PS"/>
                <a:cs typeface="Nimbus Mono PS"/>
              </a:defRPr>
            </a:defPPr>
            <a:lvl1pPr>
              <a:defRPr sz="5850" b="1" i="0">
                <a:solidFill>
                  <a:srgbClr val="193244"/>
                </a:solidFill>
                <a:latin typeface="Nimbus Mono PS"/>
                <a:ea typeface="Nimbus Mono PS"/>
                <a:cs typeface="Nimbus Mono PS"/>
              </a:defRPr>
            </a:lvl1pPr>
            <a:lvl2pPr>
              <a:defRPr sz="5850" b="1" i="0">
                <a:solidFill>
                  <a:srgbClr val="193244"/>
                </a:solidFill>
                <a:latin typeface="Nimbus Mono PS"/>
                <a:ea typeface="Nimbus Mono PS"/>
                <a:cs typeface="Nimbus Mono PS"/>
              </a:defRPr>
            </a:lvl2pPr>
            <a:lvl3pPr>
              <a:defRPr sz="5850" b="1" i="0">
                <a:solidFill>
                  <a:srgbClr val="193244"/>
                </a:solidFill>
                <a:latin typeface="Nimbus Mono PS"/>
                <a:ea typeface="Nimbus Mono PS"/>
                <a:cs typeface="Nimbus Mono PS"/>
              </a:defRPr>
            </a:lvl3pPr>
            <a:lvl4pPr>
              <a:defRPr sz="5850" b="1" i="0">
                <a:solidFill>
                  <a:srgbClr val="193244"/>
                </a:solidFill>
                <a:latin typeface="Nimbus Mono PS"/>
                <a:ea typeface="Nimbus Mono PS"/>
                <a:cs typeface="Nimbus Mono PS"/>
              </a:defRPr>
            </a:lvl4pPr>
            <a:lvl5pPr>
              <a:defRPr sz="5850" b="1" i="0">
                <a:solidFill>
                  <a:srgbClr val="193244"/>
                </a:solidFill>
                <a:latin typeface="Nimbus Mono PS"/>
                <a:ea typeface="Nimbus Mono PS"/>
                <a:cs typeface="Nimbus Mono PS"/>
              </a:defRPr>
            </a:lvl5pPr>
            <a:lvl6pPr>
              <a:defRPr sz="5850" b="1" i="0">
                <a:solidFill>
                  <a:srgbClr val="193244"/>
                </a:solidFill>
                <a:latin typeface="Nimbus Mono PS"/>
                <a:ea typeface="Nimbus Mono PS"/>
                <a:cs typeface="Nimbus Mono PS"/>
              </a:defRPr>
            </a:lvl6pPr>
            <a:lvl7pPr>
              <a:defRPr sz="5850" b="1" i="0">
                <a:solidFill>
                  <a:srgbClr val="193244"/>
                </a:solidFill>
                <a:latin typeface="Nimbus Mono PS"/>
                <a:ea typeface="Nimbus Mono PS"/>
                <a:cs typeface="Nimbus Mono PS"/>
              </a:defRPr>
            </a:lvl7pPr>
            <a:lvl8pPr>
              <a:defRPr sz="5850" b="1" i="0">
                <a:solidFill>
                  <a:srgbClr val="193244"/>
                </a:solidFill>
                <a:latin typeface="Nimbus Mono PS"/>
                <a:ea typeface="Nimbus Mono PS"/>
                <a:cs typeface="Nimbus Mono PS"/>
              </a:defRPr>
            </a:lvl8pPr>
            <a:lvl9pPr>
              <a:defRPr sz="5850" b="1" i="0">
                <a:solidFill>
                  <a:srgbClr val="193244"/>
                </a:solidFill>
                <a:latin typeface="Nimbus Mono PS"/>
                <a:ea typeface="Nimbus Mono PS"/>
                <a:cs typeface="Nimbus Mono PS"/>
              </a:defRPr>
            </a:lvl9pPr>
          </a:lstStyle>
          <a:p xmlns:a="http://schemas.openxmlformats.org/drawingml/2006/main">
            <a:pPr>
              <a:defRPr sz="5850" b="1" i="0">
                <a:solidFill>
                  <a:srgbClr val="193244"/>
                </a:solidFill>
                <a:latin typeface="Nimbus Mono PS"/>
                <a:ea typeface="Nimbus Mono PS"/>
                <a:cs typeface="Nimbus Mono PS"/>
              </a:defRPr>
            </a:pPr>
            <a:r>
              <a:rPr sz="5850" b="1" i="0">
                <a:solidFill>
                  <a:srgbClr val="193244"/>
                </a:solidFill>
                <a:latin typeface="Nimbus Mono PS"/>
                <a:ea typeface="Nimbus Mono PS"/>
                <a:cs typeface="Nimbus Mono PS"/>
              </a:rPr>
              <a:t>com coding</a:t>
            </a:r>
          </a:p>
          <a:p xmlns:a="http://schemas.openxmlformats.org/drawingml/2006/main">
            <a:pPr>
              <a:defRPr sz="5850" b="1" i="0">
                <a:solidFill>
                  <a:srgbClr val="193244"/>
                </a:solidFill>
                <a:latin typeface="Nimbus Mono PS"/>
                <a:ea typeface="Nimbus Mono PS"/>
                <a:cs typeface="Nimbus Mono PS"/>
              </a:defRPr>
            </a:pPr>
            <a:r>
              <a:rPr sz="5850" b="1" i="0">
                <a:solidFill>
                  <a:srgbClr val="193244"/>
                </a:solidFill>
                <a:latin typeface="Nimbus Mono PS"/>
                <a:ea typeface="Nimbus Mono PS"/>
                <a:cs typeface="Nimbus Mono PS"/>
              </a:rPr>
              <a:t>agents</a:t>
            </a:r>
          </a:p>
        </p:txBody>
      </p:sp>
      <p:sp>
        <p:nvSpPr>
          <p:cNvPr id="6" name="text-4">
            <a:extLst xmlns:a="http://schemas.openxmlformats.org/drawingml/2006/main">
              <a:ext uri="{FF2B5EF4-FFF2-40B4-BE49-F238E27FC236}">
                <a16:creationId xmlns:a16="http://schemas.microsoft.com/office/drawing/2014/main" id="{6C760C5B-FDC4-4EFA-BD3F-E0FFD6E683AF}"/>
              </a:ext>
            </a:extLst>
          </p:cNvPr>
          <p:cNvSpPr>
            <a:spLocks xmlns:a="http://schemas.openxmlformats.org/drawingml/2006/main" noGrp="1"/>
          </p:cNvSpPr>
          <p:nvPr/>
        </p:nvSpPr>
        <p:spPr>
          <a:xfrm xmlns:a="http://schemas.openxmlformats.org/drawingml/2006/main">
            <a:off x="809625" y="5276850"/>
            <a:ext cx="75247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625" b="0" i="0">
                <a:solidFill>
                  <a:srgbClr val="193244"/>
                </a:solidFill>
                <a:latin typeface="Nimbus Sans"/>
                <a:ea typeface="Nimbus Sans"/>
                <a:cs typeface="Nimbus Sans"/>
              </a:defRPr>
            </a:defPPr>
            <a:lvl1pPr>
              <a:defRPr sz="2625" b="0" i="0">
                <a:solidFill>
                  <a:srgbClr val="193244"/>
                </a:solidFill>
                <a:latin typeface="Nimbus Sans"/>
                <a:ea typeface="Nimbus Sans"/>
                <a:cs typeface="Nimbus Sans"/>
              </a:defRPr>
            </a:lvl1pPr>
            <a:lvl2pPr>
              <a:defRPr sz="2625" b="0" i="0">
                <a:solidFill>
                  <a:srgbClr val="193244"/>
                </a:solidFill>
                <a:latin typeface="Nimbus Sans"/>
                <a:ea typeface="Nimbus Sans"/>
                <a:cs typeface="Nimbus Sans"/>
              </a:defRPr>
            </a:lvl2pPr>
            <a:lvl3pPr>
              <a:defRPr sz="2625" b="0" i="0">
                <a:solidFill>
                  <a:srgbClr val="193244"/>
                </a:solidFill>
                <a:latin typeface="Nimbus Sans"/>
                <a:ea typeface="Nimbus Sans"/>
                <a:cs typeface="Nimbus Sans"/>
              </a:defRPr>
            </a:lvl3pPr>
            <a:lvl4pPr>
              <a:defRPr sz="2625" b="0" i="0">
                <a:solidFill>
                  <a:srgbClr val="193244"/>
                </a:solidFill>
                <a:latin typeface="Nimbus Sans"/>
                <a:ea typeface="Nimbus Sans"/>
                <a:cs typeface="Nimbus Sans"/>
              </a:defRPr>
            </a:lvl4pPr>
            <a:lvl5pPr>
              <a:defRPr sz="2625" b="0" i="0">
                <a:solidFill>
                  <a:srgbClr val="193244"/>
                </a:solidFill>
                <a:latin typeface="Nimbus Sans"/>
                <a:ea typeface="Nimbus Sans"/>
                <a:cs typeface="Nimbus Sans"/>
              </a:defRPr>
            </a:lvl5pPr>
            <a:lvl6pPr>
              <a:defRPr sz="2625" b="0" i="0">
                <a:solidFill>
                  <a:srgbClr val="193244"/>
                </a:solidFill>
                <a:latin typeface="Nimbus Sans"/>
                <a:ea typeface="Nimbus Sans"/>
                <a:cs typeface="Nimbus Sans"/>
              </a:defRPr>
            </a:lvl6pPr>
            <a:lvl7pPr>
              <a:defRPr sz="2625" b="0" i="0">
                <a:solidFill>
                  <a:srgbClr val="193244"/>
                </a:solidFill>
                <a:latin typeface="Nimbus Sans"/>
                <a:ea typeface="Nimbus Sans"/>
                <a:cs typeface="Nimbus Sans"/>
              </a:defRPr>
            </a:lvl7pPr>
            <a:lvl8pPr>
              <a:defRPr sz="2625" b="0" i="0">
                <a:solidFill>
                  <a:srgbClr val="193244"/>
                </a:solidFill>
                <a:latin typeface="Nimbus Sans"/>
                <a:ea typeface="Nimbus Sans"/>
                <a:cs typeface="Nimbus Sans"/>
              </a:defRPr>
            </a:lvl8pPr>
            <a:lvl9pPr>
              <a:defRPr sz="2625" b="0" i="0">
                <a:solidFill>
                  <a:srgbClr val="193244"/>
                </a:solidFill>
                <a:latin typeface="Nimbus Sans"/>
                <a:ea typeface="Nimbus Sans"/>
                <a:cs typeface="Nimbus Sans"/>
              </a:defRPr>
            </a:lvl9pPr>
          </a:lstStyle>
          <a:p xmlns:a="http://schemas.openxmlformats.org/drawingml/2006/main">
            <a:pPr>
              <a:defRPr sz="2625" b="0" i="0">
                <a:solidFill>
                  <a:srgbClr val="193244"/>
                </a:solidFill>
                <a:latin typeface="Nimbus Sans"/>
                <a:ea typeface="Nimbus Sans"/>
                <a:cs typeface="Nimbus Sans"/>
              </a:defRPr>
            </a:pPr>
            <a:r>
              <a:rPr sz="2625" b="0" i="0">
                <a:solidFill>
                  <a:srgbClr val="193244"/>
                </a:solidFill>
                <a:latin typeface="Nimbus Sans"/>
                <a:ea typeface="Nimbus Sans"/>
                <a:cs typeface="Nimbus Sans"/>
              </a:rPr>
              <a:t>Direção humana e evidências</a:t>
            </a:r>
          </a:p>
          <a:p xmlns:a="http://schemas.openxmlformats.org/drawingml/2006/main">
            <a:pPr>
              <a:defRPr sz="2625" b="0" i="0">
                <a:solidFill>
                  <a:srgbClr val="193244"/>
                </a:solidFill>
                <a:latin typeface="Nimbus Sans"/>
                <a:ea typeface="Nimbus Sans"/>
                <a:cs typeface="Nimbus Sans"/>
              </a:defRPr>
            </a:pPr>
            <a:r>
              <a:rPr sz="2625" b="0" i="0">
                <a:solidFill>
                  <a:srgbClr val="193244"/>
                </a:solidFill>
                <a:latin typeface="Nimbus Sans"/>
                <a:ea typeface="Nimbus Sans"/>
                <a:cs typeface="Nimbus Sans"/>
              </a:rPr>
              <a:t>no desenvolvimento de projetos</a:t>
            </a:r>
          </a:p>
        </p:txBody>
      </p:sp>
      <p:sp>
        <p:nvSpPr>
          <p:cNvPr id="7" name="text-5">
            <a:extLst xmlns:a="http://schemas.openxmlformats.org/drawingml/2006/main">
              <a:ext uri="{FF2B5EF4-FFF2-40B4-BE49-F238E27FC236}">
                <a16:creationId xmlns:a16="http://schemas.microsoft.com/office/drawing/2014/main" id="{C2D19D64-0D33-40ED-9107-A08596651D54}"/>
              </a:ext>
            </a:extLst>
          </p:cNvPr>
          <p:cNvSpPr>
            <a:spLocks xmlns:a="http://schemas.openxmlformats.org/drawingml/2006/main" noGrp="1"/>
          </p:cNvSpPr>
          <p:nvPr/>
        </p:nvSpPr>
        <p:spPr>
          <a:xfrm xmlns:a="http://schemas.openxmlformats.org/drawingml/2006/main">
            <a:off x="809625" y="6838950"/>
            <a:ext cx="7810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475" b="0" i="1">
                <a:solidFill>
                  <a:srgbClr val="B9502E"/>
                </a:solidFill>
                <a:latin typeface="Nimbus Sans"/>
                <a:ea typeface="Nimbus Sans"/>
                <a:cs typeface="Nimbus Sans"/>
              </a:defRPr>
            </a:defPPr>
            <a:lvl1pPr>
              <a:defRPr sz="2475" b="0" i="1">
                <a:solidFill>
                  <a:srgbClr val="B9502E"/>
                </a:solidFill>
                <a:latin typeface="Nimbus Sans"/>
                <a:ea typeface="Nimbus Sans"/>
                <a:cs typeface="Nimbus Sans"/>
              </a:defRPr>
            </a:lvl1pPr>
            <a:lvl2pPr>
              <a:defRPr sz="2475" b="0" i="1">
                <a:solidFill>
                  <a:srgbClr val="B9502E"/>
                </a:solidFill>
                <a:latin typeface="Nimbus Sans"/>
                <a:ea typeface="Nimbus Sans"/>
                <a:cs typeface="Nimbus Sans"/>
              </a:defRPr>
            </a:lvl2pPr>
            <a:lvl3pPr>
              <a:defRPr sz="2475" b="0" i="1">
                <a:solidFill>
                  <a:srgbClr val="B9502E"/>
                </a:solidFill>
                <a:latin typeface="Nimbus Sans"/>
                <a:ea typeface="Nimbus Sans"/>
                <a:cs typeface="Nimbus Sans"/>
              </a:defRPr>
            </a:lvl3pPr>
            <a:lvl4pPr>
              <a:defRPr sz="2475" b="0" i="1">
                <a:solidFill>
                  <a:srgbClr val="B9502E"/>
                </a:solidFill>
                <a:latin typeface="Nimbus Sans"/>
                <a:ea typeface="Nimbus Sans"/>
                <a:cs typeface="Nimbus Sans"/>
              </a:defRPr>
            </a:lvl4pPr>
            <a:lvl5pPr>
              <a:defRPr sz="2475" b="0" i="1">
                <a:solidFill>
                  <a:srgbClr val="B9502E"/>
                </a:solidFill>
                <a:latin typeface="Nimbus Sans"/>
                <a:ea typeface="Nimbus Sans"/>
                <a:cs typeface="Nimbus Sans"/>
              </a:defRPr>
            </a:lvl5pPr>
            <a:lvl6pPr>
              <a:defRPr sz="2475" b="0" i="1">
                <a:solidFill>
                  <a:srgbClr val="B9502E"/>
                </a:solidFill>
                <a:latin typeface="Nimbus Sans"/>
                <a:ea typeface="Nimbus Sans"/>
                <a:cs typeface="Nimbus Sans"/>
              </a:defRPr>
            </a:lvl6pPr>
            <a:lvl7pPr>
              <a:defRPr sz="2475" b="0" i="1">
                <a:solidFill>
                  <a:srgbClr val="B9502E"/>
                </a:solidFill>
                <a:latin typeface="Nimbus Sans"/>
                <a:ea typeface="Nimbus Sans"/>
                <a:cs typeface="Nimbus Sans"/>
              </a:defRPr>
            </a:lvl7pPr>
            <a:lvl8pPr>
              <a:defRPr sz="2475" b="0" i="1">
                <a:solidFill>
                  <a:srgbClr val="B9502E"/>
                </a:solidFill>
                <a:latin typeface="Nimbus Sans"/>
                <a:ea typeface="Nimbus Sans"/>
                <a:cs typeface="Nimbus Sans"/>
              </a:defRPr>
            </a:lvl8pPr>
            <a:lvl9pPr>
              <a:defRPr sz="2475" b="0" i="1">
                <a:solidFill>
                  <a:srgbClr val="B9502E"/>
                </a:solidFill>
                <a:latin typeface="Nimbus Sans"/>
                <a:ea typeface="Nimbus Sans"/>
                <a:cs typeface="Nimbus Sans"/>
              </a:defRPr>
            </a:lvl9pPr>
          </a:lstStyle>
          <a:p xmlns:a="http://schemas.openxmlformats.org/drawingml/2006/main">
            <a:pPr>
              <a:defRPr sz="2475" b="0" i="1">
                <a:solidFill>
                  <a:srgbClr val="B9502E"/>
                </a:solidFill>
                <a:latin typeface="Nimbus Sans"/>
                <a:ea typeface="Nimbus Sans"/>
                <a:cs typeface="Nimbus Sans"/>
              </a:defRPr>
            </a:pPr>
            <a:r>
              <a:rPr sz="2475" b="0" i="1">
                <a:solidFill>
                  <a:srgbClr val="B9502E"/>
                </a:solidFill>
                <a:latin typeface="Nimbus Sans"/>
                <a:ea typeface="Nimbus Sans"/>
                <a:cs typeface="Nimbus Sans"/>
              </a:rPr>
              <a:t>Um método leve. Uma tarefa por vez.</a:t>
            </a:r>
          </a:p>
        </p:txBody>
      </p:sp>
      <p:pic>
        <p:nvPicPr>
          <p:cNvPr id="8" name="">
            <a:extLst xmlns:a="http://schemas.openxmlformats.org/drawingml/2006/main">
              <a:ext uri="{FF2B5EF4-FFF2-40B4-BE49-F238E27FC236}">
                <a16:creationId xmlns:a16="http://schemas.microsoft.com/office/drawing/2014/main" id="{8D028C61-A789-4E06-AD2B-3894E7C55B92}"/>
              </a:ext>
            </a:extLst>
          </p:cNvPr>
          <p:cNvPicPr>
            <a:picLocks xmlns:a="http://schemas.openxmlformats.org/drawingml/2006/main" noChangeAspect="1"/>
          </p:cNvPicPr>
          <p:nvPr/>
        </p:nvPicPr>
        <p:blipFill>
          <a:blip xmlns:r="http://schemas.openxmlformats.org/officeDocument/2006/relationships" xmlns:a="http://schemas.openxmlformats.org/drawingml/2006/main" r:embed="R13845fc3037a4c51"/>
          <a:stretch xmlns:a="http://schemas.openxmlformats.org/drawingml/2006/main"/>
        </p:blipFill>
        <p:spPr>
          <a:xfrm xmlns:a="http://schemas.openxmlformats.org/drawingml/2006/main">
            <a:off x="8643938" y="1619250"/>
            <a:ext cx="5715000" cy="5715000"/>
          </a:xfrm>
          <a:prstGeom xmlns:a="http://schemas.openxmlformats.org/drawingml/2006/main" prst="rect">
            <a:avLst/>
          </a:prstGeom>
        </p:spPr>
      </p:pic>
    </p:spTree>
    <p:extLst>
      <p:ext uri="{BB962C8B-B14F-4D97-AF65-F5344CB8AC3E}">
        <p14:creationId xmlns:p14="http://schemas.microsoft.com/office/powerpoint/2010/main" val="1863793588"/>
      </p:ext>
    </p:extLst>
  </p:cSld>
</p:sld>
</file>

<file path=ppt/slides/slide2.xml><?xml version="1.0" encoding="utf-8"?>
<p:sld xmlns:p="http://schemas.openxmlformats.org/presentationml/2006/main">
  <p:cSld>
    <p:bg>
      <p:bgPr>
        <a:solidFill xmlns:a="http://schemas.openxmlformats.org/drawingml/2006/main">
          <a:srgbClr val="FCFAF5"/>
        </a:solidFill>
      </p:bgPr>
    </p:bg>
    <p:spTree>
      <p:nvGrpSpPr>
        <p:cNvPr id="1" name=""/>
        <p:cNvGrpSpPr/>
        <p:nvPr/>
      </p:nvGrpSpPr>
      <p:grpSpPr>
        <a:xfrm xmlns:a="http://schemas.openxmlformats.org/drawingml/2006/main"/>
      </p:grpSpPr>
      <p:pic>
        <p:nvPicPr>
          <p:cNvPr id="23" name="">
            <a:extLst xmlns:a="http://schemas.openxmlformats.org/drawingml/2006/main">
              <a:ext uri="{FF2B5EF4-FFF2-40B4-BE49-F238E27FC236}">
                <a16:creationId xmlns:a16="http://schemas.microsoft.com/office/drawing/2014/main" id="{5CBC874B-A3B7-4B8E-975C-815A09428645}"/>
              </a:ext>
            </a:extLst>
          </p:cNvPr>
          <p:cNvPicPr>
            <a:picLocks xmlns:a="http://schemas.openxmlformats.org/drawingml/2006/main" noChangeAspect="1"/>
          </p:cNvPicPr>
          <p:nvPr/>
        </p:nvPicPr>
        <p:blipFill>
          <a:blip xmlns:r="http://schemas.openxmlformats.org/officeDocument/2006/relationships" xmlns:a="http://schemas.openxmlformats.org/drawingml/2006/main" r:embed="R21e9ca0d4ccd4054"/>
          <a:srcRect xmlns:a="http://schemas.openxmlformats.org/drawingml/2006/main" l="0" t="27" r="0" b="27"/>
          <a:stretch xmlns:a="http://schemas.openxmlformats.org/drawingml/2006/main">
            <a:fillRect l="0" t="0" r="0" b="0"/>
          </a:stretch>
        </p:blipFill>
        <p:spPr>
          <a:xfrm xmlns:a="http://schemas.openxmlformats.org/drawingml/2006/main">
            <a:off x="0" y="0"/>
            <a:ext cx="15240000" cy="8572500"/>
          </a:xfrm>
          <a:prstGeom xmlns:a="http://schemas.openxmlformats.org/drawingml/2006/main" prst="rect">
            <a:avLst/>
          </a:prstGeom>
        </p:spPr>
      </p:pic>
      <p:sp>
        <p:nvSpPr>
          <p:cNvPr id="2" name="text-0">
            <a:extLst xmlns:a="http://schemas.openxmlformats.org/drawingml/2006/main">
              <a:ext uri="{FF2B5EF4-FFF2-40B4-BE49-F238E27FC236}">
                <a16:creationId xmlns:a16="http://schemas.microsoft.com/office/drawing/2014/main" id="{8C89F17A-09A1-492D-A5EC-BAF6B2812831}"/>
              </a:ext>
            </a:extLst>
          </p:cNvPr>
          <p:cNvSpPr>
            <a:spLocks xmlns:a="http://schemas.openxmlformats.org/drawingml/2006/main" noGrp="1"/>
          </p:cNvSpPr>
          <p:nvPr/>
        </p:nvSpPr>
        <p:spPr>
          <a:xfrm xmlns:a="http://schemas.openxmlformats.org/drawingml/2006/main">
            <a:off x="723900" y="523875"/>
            <a:ext cx="137922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75" b="1" i="0">
                <a:solidFill>
                  <a:srgbClr val="193244"/>
                </a:solidFill>
                <a:latin typeface="Nimbus Mono PS"/>
                <a:ea typeface="Nimbus Mono PS"/>
                <a:cs typeface="Nimbus Mono PS"/>
              </a:defRPr>
            </a:defPPr>
            <a:lvl1pPr>
              <a:defRPr sz="3375" b="1" i="0">
                <a:solidFill>
                  <a:srgbClr val="193244"/>
                </a:solidFill>
                <a:latin typeface="Nimbus Mono PS"/>
                <a:ea typeface="Nimbus Mono PS"/>
                <a:cs typeface="Nimbus Mono PS"/>
              </a:defRPr>
            </a:lvl1pPr>
            <a:lvl2pPr>
              <a:defRPr sz="3375" b="1" i="0">
                <a:solidFill>
                  <a:srgbClr val="193244"/>
                </a:solidFill>
                <a:latin typeface="Nimbus Mono PS"/>
                <a:ea typeface="Nimbus Mono PS"/>
                <a:cs typeface="Nimbus Mono PS"/>
              </a:defRPr>
            </a:lvl2pPr>
            <a:lvl3pPr>
              <a:defRPr sz="3375" b="1" i="0">
                <a:solidFill>
                  <a:srgbClr val="193244"/>
                </a:solidFill>
                <a:latin typeface="Nimbus Mono PS"/>
                <a:ea typeface="Nimbus Mono PS"/>
                <a:cs typeface="Nimbus Mono PS"/>
              </a:defRPr>
            </a:lvl3pPr>
            <a:lvl4pPr>
              <a:defRPr sz="3375" b="1" i="0">
                <a:solidFill>
                  <a:srgbClr val="193244"/>
                </a:solidFill>
                <a:latin typeface="Nimbus Mono PS"/>
                <a:ea typeface="Nimbus Mono PS"/>
                <a:cs typeface="Nimbus Mono PS"/>
              </a:defRPr>
            </a:lvl4pPr>
            <a:lvl5pPr>
              <a:defRPr sz="3375" b="1" i="0">
                <a:solidFill>
                  <a:srgbClr val="193244"/>
                </a:solidFill>
                <a:latin typeface="Nimbus Mono PS"/>
                <a:ea typeface="Nimbus Mono PS"/>
                <a:cs typeface="Nimbus Mono PS"/>
              </a:defRPr>
            </a:lvl5pPr>
            <a:lvl6pPr>
              <a:defRPr sz="3375" b="1" i="0">
                <a:solidFill>
                  <a:srgbClr val="193244"/>
                </a:solidFill>
                <a:latin typeface="Nimbus Mono PS"/>
                <a:ea typeface="Nimbus Mono PS"/>
                <a:cs typeface="Nimbus Mono PS"/>
              </a:defRPr>
            </a:lvl6pPr>
            <a:lvl7pPr>
              <a:defRPr sz="3375" b="1" i="0">
                <a:solidFill>
                  <a:srgbClr val="193244"/>
                </a:solidFill>
                <a:latin typeface="Nimbus Mono PS"/>
                <a:ea typeface="Nimbus Mono PS"/>
                <a:cs typeface="Nimbus Mono PS"/>
              </a:defRPr>
            </a:lvl7pPr>
            <a:lvl8pPr>
              <a:defRPr sz="3375" b="1" i="0">
                <a:solidFill>
                  <a:srgbClr val="193244"/>
                </a:solidFill>
                <a:latin typeface="Nimbus Mono PS"/>
                <a:ea typeface="Nimbus Mono PS"/>
                <a:cs typeface="Nimbus Mono PS"/>
              </a:defRPr>
            </a:lvl8pPr>
            <a:lvl9pPr>
              <a:defRPr sz="3375" b="1" i="0">
                <a:solidFill>
                  <a:srgbClr val="193244"/>
                </a:solidFill>
                <a:latin typeface="Nimbus Mono PS"/>
                <a:ea typeface="Nimbus Mono PS"/>
                <a:cs typeface="Nimbus Mono PS"/>
              </a:defRPr>
            </a:lvl9pPr>
          </a:lstStyle>
          <a:p xmlns:a="http://schemas.openxmlformats.org/drawingml/2006/main">
            <a:pPr>
              <a:defRPr sz="3375" b="1" i="0">
                <a:solidFill>
                  <a:srgbClr val="193244"/>
                </a:solidFill>
                <a:latin typeface="Nimbus Mono PS"/>
                <a:ea typeface="Nimbus Mono PS"/>
                <a:cs typeface="Nimbus Mono PS"/>
              </a:defRPr>
            </a:pPr>
            <a:r>
              <a:rPr sz="3375" b="1" i="0">
                <a:solidFill>
                  <a:srgbClr val="193244"/>
                </a:solidFill>
                <a:latin typeface="Nimbus Mono PS"/>
                <a:ea typeface="Nimbus Mono PS"/>
                <a:cs typeface="Nimbus Mono PS"/>
              </a:rPr>
              <a:t>Índice</a:t>
            </a:r>
          </a:p>
        </p:txBody>
      </p:sp>
      <p:sp>
        <p:nvSpPr>
          <p:cNvPr id="3" name="text-1">
            <a:extLst xmlns:a="http://schemas.openxmlformats.org/drawingml/2006/main">
              <a:ext uri="{FF2B5EF4-FFF2-40B4-BE49-F238E27FC236}">
                <a16:creationId xmlns:a16="http://schemas.microsoft.com/office/drawing/2014/main" id="{AAA62A59-35DA-4773-8A19-520330CEACB6}"/>
              </a:ext>
            </a:extLst>
          </p:cNvPr>
          <p:cNvSpPr>
            <a:spLocks xmlns:a="http://schemas.openxmlformats.org/drawingml/2006/main" noGrp="1"/>
          </p:cNvSpPr>
          <p:nvPr/>
        </p:nvSpPr>
        <p:spPr>
          <a:xfrm xmlns:a="http://schemas.openxmlformats.org/drawingml/2006/main">
            <a:off x="742950" y="1428750"/>
            <a:ext cx="13620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0" i="0">
                <a:solidFill>
                  <a:srgbClr val="54656D"/>
                </a:solidFill>
                <a:latin typeface="Nimbus Sans"/>
                <a:ea typeface="Nimbus Sans"/>
                <a:cs typeface="Nimbus Sans"/>
              </a:defRPr>
            </a:defPPr>
            <a:lvl1pPr>
              <a:defRPr sz="2025" b="0" i="0">
                <a:solidFill>
                  <a:srgbClr val="54656D"/>
                </a:solidFill>
                <a:latin typeface="Nimbus Sans"/>
                <a:ea typeface="Nimbus Sans"/>
                <a:cs typeface="Nimbus Sans"/>
              </a:defRPr>
            </a:lvl1pPr>
            <a:lvl2pPr>
              <a:defRPr sz="2025" b="0" i="0">
                <a:solidFill>
                  <a:srgbClr val="54656D"/>
                </a:solidFill>
                <a:latin typeface="Nimbus Sans"/>
                <a:ea typeface="Nimbus Sans"/>
                <a:cs typeface="Nimbus Sans"/>
              </a:defRPr>
            </a:lvl2pPr>
            <a:lvl3pPr>
              <a:defRPr sz="2025" b="0" i="0">
                <a:solidFill>
                  <a:srgbClr val="54656D"/>
                </a:solidFill>
                <a:latin typeface="Nimbus Sans"/>
                <a:ea typeface="Nimbus Sans"/>
                <a:cs typeface="Nimbus Sans"/>
              </a:defRPr>
            </a:lvl3pPr>
            <a:lvl4pPr>
              <a:defRPr sz="2025" b="0" i="0">
                <a:solidFill>
                  <a:srgbClr val="54656D"/>
                </a:solidFill>
                <a:latin typeface="Nimbus Sans"/>
                <a:ea typeface="Nimbus Sans"/>
                <a:cs typeface="Nimbus Sans"/>
              </a:defRPr>
            </a:lvl4pPr>
            <a:lvl5pPr>
              <a:defRPr sz="2025" b="0" i="0">
                <a:solidFill>
                  <a:srgbClr val="54656D"/>
                </a:solidFill>
                <a:latin typeface="Nimbus Sans"/>
                <a:ea typeface="Nimbus Sans"/>
                <a:cs typeface="Nimbus Sans"/>
              </a:defRPr>
            </a:lvl5pPr>
            <a:lvl6pPr>
              <a:defRPr sz="2025" b="0" i="0">
                <a:solidFill>
                  <a:srgbClr val="54656D"/>
                </a:solidFill>
                <a:latin typeface="Nimbus Sans"/>
                <a:ea typeface="Nimbus Sans"/>
                <a:cs typeface="Nimbus Sans"/>
              </a:defRPr>
            </a:lvl6pPr>
            <a:lvl7pPr>
              <a:defRPr sz="2025" b="0" i="0">
                <a:solidFill>
                  <a:srgbClr val="54656D"/>
                </a:solidFill>
                <a:latin typeface="Nimbus Sans"/>
                <a:ea typeface="Nimbus Sans"/>
                <a:cs typeface="Nimbus Sans"/>
              </a:defRPr>
            </a:lvl7pPr>
            <a:lvl8pPr>
              <a:defRPr sz="2025" b="0" i="0">
                <a:solidFill>
                  <a:srgbClr val="54656D"/>
                </a:solidFill>
                <a:latin typeface="Nimbus Sans"/>
                <a:ea typeface="Nimbus Sans"/>
                <a:cs typeface="Nimbus Sans"/>
              </a:defRPr>
            </a:lvl8pPr>
            <a:lvl9pPr>
              <a:defRPr sz="2025" b="0" i="0">
                <a:solidFill>
                  <a:srgbClr val="54656D"/>
                </a:solidFill>
                <a:latin typeface="Nimbus Sans"/>
                <a:ea typeface="Nimbus Sans"/>
                <a:cs typeface="Nimbus Sans"/>
              </a:defRPr>
            </a:lvl9pPr>
          </a:lstStyle>
          <a:p xmlns:a="http://schemas.openxmlformats.org/drawingml/2006/main">
            <a:pPr>
              <a:defRPr sz="2025" b="0" i="0">
                <a:solidFill>
                  <a:srgbClr val="54656D"/>
                </a:solidFill>
                <a:latin typeface="Nimbus Sans"/>
                <a:ea typeface="Nimbus Sans"/>
                <a:cs typeface="Nimbus Sans"/>
              </a:defRPr>
            </a:pPr>
            <a:r>
              <a:rPr sz="2025" b="0" i="0">
                <a:solidFill>
                  <a:srgbClr val="54656D"/>
                </a:solidFill>
                <a:latin typeface="Nimbus Sans"/>
                <a:ea typeface="Nimbus Sans"/>
                <a:cs typeface="Nimbus Sans"/>
              </a:rPr>
              <a:t>Da provocação ao uso no projeto</a:t>
            </a:r>
          </a:p>
        </p:txBody>
      </p:sp>
      <p:sp>
        <p:nvSpPr>
          <p:cNvPr id="4" name="text-2">
            <a:extLst xmlns:a="http://schemas.openxmlformats.org/drawingml/2006/main">
              <a:ext uri="{FF2B5EF4-FFF2-40B4-BE49-F238E27FC236}">
                <a16:creationId xmlns:a16="http://schemas.microsoft.com/office/drawing/2014/main" id="{AF987E79-5AAF-4221-8E45-70B5CA002695}"/>
              </a:ext>
            </a:extLst>
          </p:cNvPr>
          <p:cNvSpPr>
            <a:spLocks xmlns:a="http://schemas.openxmlformats.org/drawingml/2006/main" noGrp="1"/>
          </p:cNvSpPr>
          <p:nvPr/>
        </p:nvSpPr>
        <p:spPr>
          <a:xfrm xmlns:a="http://schemas.openxmlformats.org/drawingml/2006/main">
            <a:off x="742950" y="8096250"/>
            <a:ext cx="12573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00" b="0" i="0">
                <a:solidFill>
                  <a:srgbClr val="54656D"/>
                </a:solidFill>
                <a:latin typeface="Nimbus Mono PS"/>
                <a:ea typeface="Nimbus Mono PS"/>
                <a:cs typeface="Nimbus Mono PS"/>
              </a:defRPr>
            </a:defPPr>
            <a:lvl1pPr>
              <a:defRPr sz="1200" b="0" i="0">
                <a:solidFill>
                  <a:srgbClr val="54656D"/>
                </a:solidFill>
                <a:latin typeface="Nimbus Mono PS"/>
                <a:ea typeface="Nimbus Mono PS"/>
                <a:cs typeface="Nimbus Mono PS"/>
              </a:defRPr>
            </a:lvl1pPr>
            <a:lvl2pPr>
              <a:defRPr sz="1200" b="0" i="0">
                <a:solidFill>
                  <a:srgbClr val="54656D"/>
                </a:solidFill>
                <a:latin typeface="Nimbus Mono PS"/>
                <a:ea typeface="Nimbus Mono PS"/>
                <a:cs typeface="Nimbus Mono PS"/>
              </a:defRPr>
            </a:lvl2pPr>
            <a:lvl3pPr>
              <a:defRPr sz="1200" b="0" i="0">
                <a:solidFill>
                  <a:srgbClr val="54656D"/>
                </a:solidFill>
                <a:latin typeface="Nimbus Mono PS"/>
                <a:ea typeface="Nimbus Mono PS"/>
                <a:cs typeface="Nimbus Mono PS"/>
              </a:defRPr>
            </a:lvl3pPr>
            <a:lvl4pPr>
              <a:defRPr sz="1200" b="0" i="0">
                <a:solidFill>
                  <a:srgbClr val="54656D"/>
                </a:solidFill>
                <a:latin typeface="Nimbus Mono PS"/>
                <a:ea typeface="Nimbus Mono PS"/>
                <a:cs typeface="Nimbus Mono PS"/>
              </a:defRPr>
            </a:lvl4pPr>
            <a:lvl5pPr>
              <a:defRPr sz="1200" b="0" i="0">
                <a:solidFill>
                  <a:srgbClr val="54656D"/>
                </a:solidFill>
                <a:latin typeface="Nimbus Mono PS"/>
                <a:ea typeface="Nimbus Mono PS"/>
                <a:cs typeface="Nimbus Mono PS"/>
              </a:defRPr>
            </a:lvl5pPr>
            <a:lvl6pPr>
              <a:defRPr sz="1200" b="0" i="0">
                <a:solidFill>
                  <a:srgbClr val="54656D"/>
                </a:solidFill>
                <a:latin typeface="Nimbus Mono PS"/>
                <a:ea typeface="Nimbus Mono PS"/>
                <a:cs typeface="Nimbus Mono PS"/>
              </a:defRPr>
            </a:lvl6pPr>
            <a:lvl7pPr>
              <a:defRPr sz="1200" b="0" i="0">
                <a:solidFill>
                  <a:srgbClr val="54656D"/>
                </a:solidFill>
                <a:latin typeface="Nimbus Mono PS"/>
                <a:ea typeface="Nimbus Mono PS"/>
                <a:cs typeface="Nimbus Mono PS"/>
              </a:defRPr>
            </a:lvl7pPr>
            <a:lvl8pPr>
              <a:defRPr sz="1200" b="0" i="0">
                <a:solidFill>
                  <a:srgbClr val="54656D"/>
                </a:solidFill>
                <a:latin typeface="Nimbus Mono PS"/>
                <a:ea typeface="Nimbus Mono PS"/>
                <a:cs typeface="Nimbus Mono PS"/>
              </a:defRPr>
            </a:lvl8pPr>
            <a:lvl9pPr>
              <a:defRPr sz="1200" b="0" i="0">
                <a:solidFill>
                  <a:srgbClr val="54656D"/>
                </a:solidFill>
                <a:latin typeface="Nimbus Mono PS"/>
                <a:ea typeface="Nimbus Mono PS"/>
                <a:cs typeface="Nimbus Mono PS"/>
              </a:defRPr>
            </a:lvl9pPr>
          </a:lstStyle>
          <a:p xmlns:a="http://schemas.openxmlformats.org/drawingml/2006/main">
            <a:pPr>
              <a:defRPr sz="1200" b="0" i="0">
                <a:solidFill>
                  <a:srgbClr val="54656D"/>
                </a:solidFill>
                <a:latin typeface="Nimbus Mono PS"/>
                <a:ea typeface="Nimbus Mono PS"/>
                <a:cs typeface="Nimbus Mono PS"/>
              </a:defRPr>
            </a:pPr>
            <a:r>
              <a:rPr sz="1200" b="0" i="0">
                <a:solidFill>
                  <a:srgbClr val="54656D"/>
                </a:solidFill>
                <a:latin typeface="Nimbus Mono PS"/>
                <a:ea typeface="Nimbus Mono PS"/>
                <a:cs typeface="Nimbus Mono PS"/>
              </a:rPr>
              <a:t>SDD-FAST  /  CADERNO DE CAMPO</a:t>
            </a:r>
          </a:p>
        </p:txBody>
      </p:sp>
      <p:sp>
        <p:nvSpPr>
          <p:cNvPr id="5" name="text-3">
            <a:extLst xmlns:a="http://schemas.openxmlformats.org/drawingml/2006/main">
              <a:ext uri="{FF2B5EF4-FFF2-40B4-BE49-F238E27FC236}">
                <a16:creationId xmlns:a16="http://schemas.microsoft.com/office/drawing/2014/main" id="{DD887898-4132-4F6E-8EA6-86313B64EC2C}"/>
              </a:ext>
            </a:extLst>
          </p:cNvPr>
          <p:cNvSpPr>
            <a:spLocks xmlns:a="http://schemas.openxmlformats.org/drawingml/2006/main" noGrp="1"/>
          </p:cNvSpPr>
          <p:nvPr/>
        </p:nvSpPr>
        <p:spPr>
          <a:xfrm xmlns:a="http://schemas.openxmlformats.org/drawingml/2006/main">
            <a:off x="13944600" y="8048625"/>
            <a:ext cx="609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1" i="0">
                <a:solidFill>
                  <a:srgbClr val="B9502E"/>
                </a:solidFill>
                <a:latin typeface="Nimbus Mono PS"/>
                <a:ea typeface="Nimbus Mono PS"/>
                <a:cs typeface="Nimbus Mono PS"/>
              </a:defRPr>
            </a:defPPr>
            <a:lvl1pPr>
              <a:defRPr sz="1800" b="1" i="0">
                <a:solidFill>
                  <a:srgbClr val="B9502E"/>
                </a:solidFill>
                <a:latin typeface="Nimbus Mono PS"/>
                <a:ea typeface="Nimbus Mono PS"/>
                <a:cs typeface="Nimbus Mono PS"/>
              </a:defRPr>
            </a:lvl1pPr>
            <a:lvl2pPr>
              <a:defRPr sz="1800" b="1" i="0">
                <a:solidFill>
                  <a:srgbClr val="B9502E"/>
                </a:solidFill>
                <a:latin typeface="Nimbus Mono PS"/>
                <a:ea typeface="Nimbus Mono PS"/>
                <a:cs typeface="Nimbus Mono PS"/>
              </a:defRPr>
            </a:lvl2pPr>
            <a:lvl3pPr>
              <a:defRPr sz="1800" b="1" i="0">
                <a:solidFill>
                  <a:srgbClr val="B9502E"/>
                </a:solidFill>
                <a:latin typeface="Nimbus Mono PS"/>
                <a:ea typeface="Nimbus Mono PS"/>
                <a:cs typeface="Nimbus Mono PS"/>
              </a:defRPr>
            </a:lvl3pPr>
            <a:lvl4pPr>
              <a:defRPr sz="1800" b="1" i="0">
                <a:solidFill>
                  <a:srgbClr val="B9502E"/>
                </a:solidFill>
                <a:latin typeface="Nimbus Mono PS"/>
                <a:ea typeface="Nimbus Mono PS"/>
                <a:cs typeface="Nimbus Mono PS"/>
              </a:defRPr>
            </a:lvl4pPr>
            <a:lvl5pPr>
              <a:defRPr sz="1800" b="1" i="0">
                <a:solidFill>
                  <a:srgbClr val="B9502E"/>
                </a:solidFill>
                <a:latin typeface="Nimbus Mono PS"/>
                <a:ea typeface="Nimbus Mono PS"/>
                <a:cs typeface="Nimbus Mono PS"/>
              </a:defRPr>
            </a:lvl5pPr>
            <a:lvl6pPr>
              <a:defRPr sz="1800" b="1" i="0">
                <a:solidFill>
                  <a:srgbClr val="B9502E"/>
                </a:solidFill>
                <a:latin typeface="Nimbus Mono PS"/>
                <a:ea typeface="Nimbus Mono PS"/>
                <a:cs typeface="Nimbus Mono PS"/>
              </a:defRPr>
            </a:lvl6pPr>
            <a:lvl7pPr>
              <a:defRPr sz="1800" b="1" i="0">
                <a:solidFill>
                  <a:srgbClr val="B9502E"/>
                </a:solidFill>
                <a:latin typeface="Nimbus Mono PS"/>
                <a:ea typeface="Nimbus Mono PS"/>
                <a:cs typeface="Nimbus Mono PS"/>
              </a:defRPr>
            </a:lvl7pPr>
            <a:lvl8pPr>
              <a:defRPr sz="1800" b="1" i="0">
                <a:solidFill>
                  <a:srgbClr val="B9502E"/>
                </a:solidFill>
                <a:latin typeface="Nimbus Mono PS"/>
                <a:ea typeface="Nimbus Mono PS"/>
                <a:cs typeface="Nimbus Mono PS"/>
              </a:defRPr>
            </a:lvl8pPr>
            <a:lvl9pPr>
              <a:defRPr sz="1800" b="1" i="0">
                <a:solidFill>
                  <a:srgbClr val="B9502E"/>
                </a:solidFill>
                <a:latin typeface="Nimbus Mono PS"/>
                <a:ea typeface="Nimbus Mono PS"/>
                <a:cs typeface="Nimbus Mono PS"/>
              </a:defRPr>
            </a:lvl9pPr>
          </a:lstStyle>
          <a:p xmlns:a="http://schemas.openxmlformats.org/drawingml/2006/main">
            <a:pPr>
              <a:defRPr sz="1800" b="1" i="0">
                <a:solidFill>
                  <a:srgbClr val="B9502E"/>
                </a:solidFill>
                <a:latin typeface="Nimbus Mono PS"/>
                <a:ea typeface="Nimbus Mono PS"/>
                <a:cs typeface="Nimbus Mono PS"/>
              </a:defRPr>
            </a:pPr>
            <a:r>
              <a:rPr sz="1800" b="1" i="0">
                <a:solidFill>
                  <a:srgbClr val="B9502E"/>
                </a:solidFill>
                <a:latin typeface="Nimbus Mono PS"/>
                <a:ea typeface="Nimbus Mono PS"/>
                <a:cs typeface="Nimbus Mono PS"/>
              </a:rPr>
              <a:t>02</a:t>
            </a:r>
          </a:p>
        </p:txBody>
      </p:sp>
      <p:sp>
        <p:nvSpPr>
          <p:cNvPr id="6" name="text-4">
            <a:extLst xmlns:a="http://schemas.openxmlformats.org/drawingml/2006/main">
              <a:ext uri="{FF2B5EF4-FFF2-40B4-BE49-F238E27FC236}">
                <a16:creationId xmlns:a16="http://schemas.microsoft.com/office/drawing/2014/main" id="{3E15930A-5274-4687-B11C-0BB030453ADD}"/>
              </a:ext>
            </a:extLst>
          </p:cNvPr>
          <p:cNvSpPr>
            <a:spLocks xmlns:a="http://schemas.openxmlformats.org/drawingml/2006/main" noGrp="1"/>
          </p:cNvSpPr>
          <p:nvPr/>
        </p:nvSpPr>
        <p:spPr>
          <a:xfrm xmlns:a="http://schemas.openxmlformats.org/drawingml/2006/main">
            <a:off x="762000" y="2381250"/>
            <a:ext cx="1047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600" b="1" i="0">
                <a:solidFill>
                  <a:srgbClr val="B9502E"/>
                </a:solidFill>
                <a:latin typeface="Nimbus Mono PS"/>
                <a:ea typeface="Nimbus Mono PS"/>
                <a:cs typeface="Nimbus Mono PS"/>
              </a:defRPr>
            </a:defPPr>
            <a:lvl1pPr>
              <a:defRPr sz="3600" b="1" i="0">
                <a:solidFill>
                  <a:srgbClr val="B9502E"/>
                </a:solidFill>
                <a:latin typeface="Nimbus Mono PS"/>
                <a:ea typeface="Nimbus Mono PS"/>
                <a:cs typeface="Nimbus Mono PS"/>
              </a:defRPr>
            </a:lvl1pPr>
            <a:lvl2pPr>
              <a:defRPr sz="3600" b="1" i="0">
                <a:solidFill>
                  <a:srgbClr val="B9502E"/>
                </a:solidFill>
                <a:latin typeface="Nimbus Mono PS"/>
                <a:ea typeface="Nimbus Mono PS"/>
                <a:cs typeface="Nimbus Mono PS"/>
              </a:defRPr>
            </a:lvl2pPr>
            <a:lvl3pPr>
              <a:defRPr sz="3600" b="1" i="0">
                <a:solidFill>
                  <a:srgbClr val="B9502E"/>
                </a:solidFill>
                <a:latin typeface="Nimbus Mono PS"/>
                <a:ea typeface="Nimbus Mono PS"/>
                <a:cs typeface="Nimbus Mono PS"/>
              </a:defRPr>
            </a:lvl3pPr>
            <a:lvl4pPr>
              <a:defRPr sz="3600" b="1" i="0">
                <a:solidFill>
                  <a:srgbClr val="B9502E"/>
                </a:solidFill>
                <a:latin typeface="Nimbus Mono PS"/>
                <a:ea typeface="Nimbus Mono PS"/>
                <a:cs typeface="Nimbus Mono PS"/>
              </a:defRPr>
            </a:lvl4pPr>
            <a:lvl5pPr>
              <a:defRPr sz="3600" b="1" i="0">
                <a:solidFill>
                  <a:srgbClr val="B9502E"/>
                </a:solidFill>
                <a:latin typeface="Nimbus Mono PS"/>
                <a:ea typeface="Nimbus Mono PS"/>
                <a:cs typeface="Nimbus Mono PS"/>
              </a:defRPr>
            </a:lvl5pPr>
            <a:lvl6pPr>
              <a:defRPr sz="3600" b="1" i="0">
                <a:solidFill>
                  <a:srgbClr val="B9502E"/>
                </a:solidFill>
                <a:latin typeface="Nimbus Mono PS"/>
                <a:ea typeface="Nimbus Mono PS"/>
                <a:cs typeface="Nimbus Mono PS"/>
              </a:defRPr>
            </a:lvl6pPr>
            <a:lvl7pPr>
              <a:defRPr sz="3600" b="1" i="0">
                <a:solidFill>
                  <a:srgbClr val="B9502E"/>
                </a:solidFill>
                <a:latin typeface="Nimbus Mono PS"/>
                <a:ea typeface="Nimbus Mono PS"/>
                <a:cs typeface="Nimbus Mono PS"/>
              </a:defRPr>
            </a:lvl7pPr>
            <a:lvl8pPr>
              <a:defRPr sz="3600" b="1" i="0">
                <a:solidFill>
                  <a:srgbClr val="B9502E"/>
                </a:solidFill>
                <a:latin typeface="Nimbus Mono PS"/>
                <a:ea typeface="Nimbus Mono PS"/>
                <a:cs typeface="Nimbus Mono PS"/>
              </a:defRPr>
            </a:lvl8pPr>
            <a:lvl9pPr>
              <a:defRPr sz="3600" b="1" i="0">
                <a:solidFill>
                  <a:srgbClr val="B9502E"/>
                </a:solidFill>
                <a:latin typeface="Nimbus Mono PS"/>
                <a:ea typeface="Nimbus Mono PS"/>
                <a:cs typeface="Nimbus Mono PS"/>
              </a:defRPr>
            </a:lvl9pPr>
          </a:lstStyle>
          <a:p xmlns:a="http://schemas.openxmlformats.org/drawingml/2006/main">
            <a:pPr>
              <a:defRPr sz="3600" b="1" i="0">
                <a:solidFill>
                  <a:srgbClr val="B9502E"/>
                </a:solidFill>
                <a:latin typeface="Nimbus Mono PS"/>
                <a:ea typeface="Nimbus Mono PS"/>
                <a:cs typeface="Nimbus Mono PS"/>
              </a:defRPr>
            </a:pPr>
            <a:r>
              <a:rPr sz="3600" b="1" i="0">
                <a:solidFill>
                  <a:srgbClr val="B9502E"/>
                </a:solidFill>
                <a:latin typeface="Nimbus Mono PS"/>
                <a:ea typeface="Nimbus Mono PS"/>
                <a:cs typeface="Nimbus Mono PS"/>
              </a:rPr>
              <a:t>01</a:t>
            </a:r>
          </a:p>
        </p:txBody>
      </p:sp>
      <p:sp>
        <p:nvSpPr>
          <p:cNvPr id="7" name="text-5">
            <a:extLst xmlns:a="http://schemas.openxmlformats.org/drawingml/2006/main">
              <a:ext uri="{FF2B5EF4-FFF2-40B4-BE49-F238E27FC236}">
                <a16:creationId xmlns:a16="http://schemas.microsoft.com/office/drawing/2014/main" id="{557D8605-8ABC-4E61-8F44-8B7AE7F0B206}"/>
              </a:ext>
            </a:extLst>
          </p:cNvPr>
          <p:cNvSpPr>
            <a:spLocks xmlns:a="http://schemas.openxmlformats.org/drawingml/2006/main" noGrp="1"/>
          </p:cNvSpPr>
          <p:nvPr/>
        </p:nvSpPr>
        <p:spPr>
          <a:xfrm xmlns:a="http://schemas.openxmlformats.org/drawingml/2006/main">
            <a:off x="2190750" y="2381250"/>
            <a:ext cx="10572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625" b="1" i="0">
                <a:solidFill>
                  <a:srgbClr val="193244"/>
                </a:solidFill>
                <a:latin typeface="Nimbus Sans"/>
                <a:ea typeface="Nimbus Sans"/>
                <a:cs typeface="Nimbus Sans"/>
              </a:defRPr>
            </a:defPPr>
            <a:lvl1pPr>
              <a:defRPr sz="2625" b="1" i="0">
                <a:solidFill>
                  <a:srgbClr val="193244"/>
                </a:solidFill>
                <a:latin typeface="Nimbus Sans"/>
                <a:ea typeface="Nimbus Sans"/>
                <a:cs typeface="Nimbus Sans"/>
              </a:defRPr>
            </a:lvl1pPr>
            <a:lvl2pPr>
              <a:defRPr sz="2625" b="1" i="0">
                <a:solidFill>
                  <a:srgbClr val="193244"/>
                </a:solidFill>
                <a:latin typeface="Nimbus Sans"/>
                <a:ea typeface="Nimbus Sans"/>
                <a:cs typeface="Nimbus Sans"/>
              </a:defRPr>
            </a:lvl2pPr>
            <a:lvl3pPr>
              <a:defRPr sz="2625" b="1" i="0">
                <a:solidFill>
                  <a:srgbClr val="193244"/>
                </a:solidFill>
                <a:latin typeface="Nimbus Sans"/>
                <a:ea typeface="Nimbus Sans"/>
                <a:cs typeface="Nimbus Sans"/>
              </a:defRPr>
            </a:lvl3pPr>
            <a:lvl4pPr>
              <a:defRPr sz="2625" b="1" i="0">
                <a:solidFill>
                  <a:srgbClr val="193244"/>
                </a:solidFill>
                <a:latin typeface="Nimbus Sans"/>
                <a:ea typeface="Nimbus Sans"/>
                <a:cs typeface="Nimbus Sans"/>
              </a:defRPr>
            </a:lvl4pPr>
            <a:lvl5pPr>
              <a:defRPr sz="2625" b="1" i="0">
                <a:solidFill>
                  <a:srgbClr val="193244"/>
                </a:solidFill>
                <a:latin typeface="Nimbus Sans"/>
                <a:ea typeface="Nimbus Sans"/>
                <a:cs typeface="Nimbus Sans"/>
              </a:defRPr>
            </a:lvl5pPr>
            <a:lvl6pPr>
              <a:defRPr sz="2625" b="1" i="0">
                <a:solidFill>
                  <a:srgbClr val="193244"/>
                </a:solidFill>
                <a:latin typeface="Nimbus Sans"/>
                <a:ea typeface="Nimbus Sans"/>
                <a:cs typeface="Nimbus Sans"/>
              </a:defRPr>
            </a:lvl6pPr>
            <a:lvl7pPr>
              <a:defRPr sz="2625" b="1" i="0">
                <a:solidFill>
                  <a:srgbClr val="193244"/>
                </a:solidFill>
                <a:latin typeface="Nimbus Sans"/>
                <a:ea typeface="Nimbus Sans"/>
                <a:cs typeface="Nimbus Sans"/>
              </a:defRPr>
            </a:lvl7pPr>
            <a:lvl8pPr>
              <a:defRPr sz="2625" b="1" i="0">
                <a:solidFill>
                  <a:srgbClr val="193244"/>
                </a:solidFill>
                <a:latin typeface="Nimbus Sans"/>
                <a:ea typeface="Nimbus Sans"/>
                <a:cs typeface="Nimbus Sans"/>
              </a:defRPr>
            </a:lvl8pPr>
            <a:lvl9pPr>
              <a:defRPr sz="2625" b="1" i="0">
                <a:solidFill>
                  <a:srgbClr val="193244"/>
                </a:solidFill>
                <a:latin typeface="Nimbus Sans"/>
                <a:ea typeface="Nimbus Sans"/>
                <a:cs typeface="Nimbus Sans"/>
              </a:defRPr>
            </a:lvl9pPr>
          </a:lstStyle>
          <a:p xmlns:a="http://schemas.openxmlformats.org/drawingml/2006/main">
            <a:pPr>
              <a:defRPr sz="2625" b="1" i="0">
                <a:solidFill>
                  <a:srgbClr val="193244"/>
                </a:solidFill>
                <a:latin typeface="Nimbus Sans"/>
                <a:ea typeface="Nimbus Sans"/>
                <a:cs typeface="Nimbus Sans"/>
              </a:defRPr>
            </a:pPr>
            <a:r>
              <a:rPr sz="2625" b="1" i="0">
                <a:solidFill>
                  <a:srgbClr val="193244"/>
                </a:solidFill>
                <a:latin typeface="Nimbus Sans"/>
                <a:ea typeface="Nimbus Sans"/>
                <a:cs typeface="Nimbus Sans"/>
              </a:rPr>
              <a:t>Por que organizar o trabalho com agentes?</a:t>
            </a:r>
          </a:p>
        </p:txBody>
      </p:sp>
      <p:sp>
        <p:nvSpPr>
          <p:cNvPr id="8" name="text-6">
            <a:extLst xmlns:a="http://schemas.openxmlformats.org/drawingml/2006/main">
              <a:ext uri="{FF2B5EF4-FFF2-40B4-BE49-F238E27FC236}">
                <a16:creationId xmlns:a16="http://schemas.microsoft.com/office/drawing/2014/main" id="{EB3634FF-D76B-4D37-BAB9-86181B4E69BB}"/>
              </a:ext>
            </a:extLst>
          </p:cNvPr>
          <p:cNvSpPr>
            <a:spLocks xmlns:a="http://schemas.openxmlformats.org/drawingml/2006/main" noGrp="1"/>
          </p:cNvSpPr>
          <p:nvPr/>
        </p:nvSpPr>
        <p:spPr>
          <a:xfrm xmlns:a="http://schemas.openxmlformats.org/drawingml/2006/main">
            <a:off x="2209800" y="2886075"/>
            <a:ext cx="10572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0" i="0">
                <a:solidFill>
                  <a:srgbClr val="54656D"/>
                </a:solidFill>
                <a:latin typeface="Nimbus Sans"/>
                <a:ea typeface="Nimbus Sans"/>
                <a:cs typeface="Nimbus Sans"/>
              </a:defRPr>
            </a:defPPr>
            <a:lvl1pPr>
              <a:defRPr sz="2025" b="0" i="0">
                <a:solidFill>
                  <a:srgbClr val="54656D"/>
                </a:solidFill>
                <a:latin typeface="Nimbus Sans"/>
                <a:ea typeface="Nimbus Sans"/>
                <a:cs typeface="Nimbus Sans"/>
              </a:defRPr>
            </a:lvl1pPr>
            <a:lvl2pPr>
              <a:defRPr sz="2025" b="0" i="0">
                <a:solidFill>
                  <a:srgbClr val="54656D"/>
                </a:solidFill>
                <a:latin typeface="Nimbus Sans"/>
                <a:ea typeface="Nimbus Sans"/>
                <a:cs typeface="Nimbus Sans"/>
              </a:defRPr>
            </a:lvl2pPr>
            <a:lvl3pPr>
              <a:defRPr sz="2025" b="0" i="0">
                <a:solidFill>
                  <a:srgbClr val="54656D"/>
                </a:solidFill>
                <a:latin typeface="Nimbus Sans"/>
                <a:ea typeface="Nimbus Sans"/>
                <a:cs typeface="Nimbus Sans"/>
              </a:defRPr>
            </a:lvl3pPr>
            <a:lvl4pPr>
              <a:defRPr sz="2025" b="0" i="0">
                <a:solidFill>
                  <a:srgbClr val="54656D"/>
                </a:solidFill>
                <a:latin typeface="Nimbus Sans"/>
                <a:ea typeface="Nimbus Sans"/>
                <a:cs typeface="Nimbus Sans"/>
              </a:defRPr>
            </a:lvl4pPr>
            <a:lvl5pPr>
              <a:defRPr sz="2025" b="0" i="0">
                <a:solidFill>
                  <a:srgbClr val="54656D"/>
                </a:solidFill>
                <a:latin typeface="Nimbus Sans"/>
                <a:ea typeface="Nimbus Sans"/>
                <a:cs typeface="Nimbus Sans"/>
              </a:defRPr>
            </a:lvl5pPr>
            <a:lvl6pPr>
              <a:defRPr sz="2025" b="0" i="0">
                <a:solidFill>
                  <a:srgbClr val="54656D"/>
                </a:solidFill>
                <a:latin typeface="Nimbus Sans"/>
                <a:ea typeface="Nimbus Sans"/>
                <a:cs typeface="Nimbus Sans"/>
              </a:defRPr>
            </a:lvl6pPr>
            <a:lvl7pPr>
              <a:defRPr sz="2025" b="0" i="0">
                <a:solidFill>
                  <a:srgbClr val="54656D"/>
                </a:solidFill>
                <a:latin typeface="Nimbus Sans"/>
                <a:ea typeface="Nimbus Sans"/>
                <a:cs typeface="Nimbus Sans"/>
              </a:defRPr>
            </a:lvl7pPr>
            <a:lvl8pPr>
              <a:defRPr sz="2025" b="0" i="0">
                <a:solidFill>
                  <a:srgbClr val="54656D"/>
                </a:solidFill>
                <a:latin typeface="Nimbus Sans"/>
                <a:ea typeface="Nimbus Sans"/>
                <a:cs typeface="Nimbus Sans"/>
              </a:defRPr>
            </a:lvl8pPr>
            <a:lvl9pPr>
              <a:defRPr sz="2025" b="0" i="0">
                <a:solidFill>
                  <a:srgbClr val="54656D"/>
                </a:solidFill>
                <a:latin typeface="Nimbus Sans"/>
                <a:ea typeface="Nimbus Sans"/>
                <a:cs typeface="Nimbus Sans"/>
              </a:defRPr>
            </a:lvl9pPr>
          </a:lstStyle>
          <a:p xmlns:a="http://schemas.openxmlformats.org/drawingml/2006/main">
            <a:pPr>
              <a:defRPr sz="2025" b="0" i="0">
                <a:solidFill>
                  <a:srgbClr val="54656D"/>
                </a:solidFill>
                <a:latin typeface="Nimbus Sans"/>
                <a:ea typeface="Nimbus Sans"/>
                <a:cs typeface="Nimbus Sans"/>
              </a:defRPr>
            </a:pPr>
            <a:r>
              <a:rPr sz="2025" b="0" i="0">
                <a:solidFill>
                  <a:srgbClr val="54656D"/>
                </a:solidFill>
                <a:latin typeface="Nimbus Sans"/>
                <a:ea typeface="Nimbus Sans"/>
                <a:cs typeface="Nimbus Sans"/>
              </a:rPr>
              <a:t>Conceitos e benefícios</a:t>
            </a:r>
          </a:p>
        </p:txBody>
      </p:sp>
      <p:sp>
        <p:nvSpPr>
          <p:cNvPr id="9" name="text-7">
            <a:extLst xmlns:a="http://schemas.openxmlformats.org/drawingml/2006/main">
              <a:ext uri="{FF2B5EF4-FFF2-40B4-BE49-F238E27FC236}">
                <a16:creationId xmlns:a16="http://schemas.microsoft.com/office/drawing/2014/main" id="{3BD79535-B946-4821-AFF4-2492B2FE3817}"/>
              </a:ext>
            </a:extLst>
          </p:cNvPr>
          <p:cNvSpPr>
            <a:spLocks xmlns:a="http://schemas.openxmlformats.org/drawingml/2006/main" noGrp="1"/>
          </p:cNvSpPr>
          <p:nvPr/>
        </p:nvSpPr>
        <p:spPr>
          <a:xfrm xmlns:a="http://schemas.openxmlformats.org/drawingml/2006/main">
            <a:off x="13239750" y="2428875"/>
            <a:ext cx="1238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1" i="0">
                <a:solidFill>
                  <a:srgbClr val="2C617B"/>
                </a:solidFill>
                <a:latin typeface="Nimbus Mono PS"/>
                <a:ea typeface="Nimbus Mono PS"/>
                <a:cs typeface="Nimbus Mono PS"/>
              </a:defRPr>
            </a:defPPr>
            <a:lvl1pPr>
              <a:defRPr sz="2025" b="1" i="0">
                <a:solidFill>
                  <a:srgbClr val="2C617B"/>
                </a:solidFill>
                <a:latin typeface="Nimbus Mono PS"/>
                <a:ea typeface="Nimbus Mono PS"/>
                <a:cs typeface="Nimbus Mono PS"/>
              </a:defRPr>
            </a:lvl1pPr>
            <a:lvl2pPr>
              <a:defRPr sz="2025" b="1" i="0">
                <a:solidFill>
                  <a:srgbClr val="2C617B"/>
                </a:solidFill>
                <a:latin typeface="Nimbus Mono PS"/>
                <a:ea typeface="Nimbus Mono PS"/>
                <a:cs typeface="Nimbus Mono PS"/>
              </a:defRPr>
            </a:lvl2pPr>
            <a:lvl3pPr>
              <a:defRPr sz="2025" b="1" i="0">
                <a:solidFill>
                  <a:srgbClr val="2C617B"/>
                </a:solidFill>
                <a:latin typeface="Nimbus Mono PS"/>
                <a:ea typeface="Nimbus Mono PS"/>
                <a:cs typeface="Nimbus Mono PS"/>
              </a:defRPr>
            </a:lvl3pPr>
            <a:lvl4pPr>
              <a:defRPr sz="2025" b="1" i="0">
                <a:solidFill>
                  <a:srgbClr val="2C617B"/>
                </a:solidFill>
                <a:latin typeface="Nimbus Mono PS"/>
                <a:ea typeface="Nimbus Mono PS"/>
                <a:cs typeface="Nimbus Mono PS"/>
              </a:defRPr>
            </a:lvl4pPr>
            <a:lvl5pPr>
              <a:defRPr sz="2025" b="1" i="0">
                <a:solidFill>
                  <a:srgbClr val="2C617B"/>
                </a:solidFill>
                <a:latin typeface="Nimbus Mono PS"/>
                <a:ea typeface="Nimbus Mono PS"/>
                <a:cs typeface="Nimbus Mono PS"/>
              </a:defRPr>
            </a:lvl5pPr>
            <a:lvl6pPr>
              <a:defRPr sz="2025" b="1" i="0">
                <a:solidFill>
                  <a:srgbClr val="2C617B"/>
                </a:solidFill>
                <a:latin typeface="Nimbus Mono PS"/>
                <a:ea typeface="Nimbus Mono PS"/>
                <a:cs typeface="Nimbus Mono PS"/>
              </a:defRPr>
            </a:lvl6pPr>
            <a:lvl7pPr>
              <a:defRPr sz="2025" b="1" i="0">
                <a:solidFill>
                  <a:srgbClr val="2C617B"/>
                </a:solidFill>
                <a:latin typeface="Nimbus Mono PS"/>
                <a:ea typeface="Nimbus Mono PS"/>
                <a:cs typeface="Nimbus Mono PS"/>
              </a:defRPr>
            </a:lvl7pPr>
            <a:lvl8pPr>
              <a:defRPr sz="2025" b="1" i="0">
                <a:solidFill>
                  <a:srgbClr val="2C617B"/>
                </a:solidFill>
                <a:latin typeface="Nimbus Mono PS"/>
                <a:ea typeface="Nimbus Mono PS"/>
                <a:cs typeface="Nimbus Mono PS"/>
              </a:defRPr>
            </a:lvl8pPr>
            <a:lvl9pPr>
              <a:defRPr sz="2025" b="1" i="0">
                <a:solidFill>
                  <a:srgbClr val="2C617B"/>
                </a:solidFill>
                <a:latin typeface="Nimbus Mono PS"/>
                <a:ea typeface="Nimbus Mono PS"/>
                <a:cs typeface="Nimbus Mono PS"/>
              </a:defRPr>
            </a:lvl9pPr>
          </a:lstStyle>
          <a:p xmlns:a="http://schemas.openxmlformats.org/drawingml/2006/main">
            <a:pPr>
              <a:defRPr sz="2025" b="1" i="0">
                <a:solidFill>
                  <a:srgbClr val="2C617B"/>
                </a:solidFill>
                <a:latin typeface="Nimbus Mono PS"/>
                <a:ea typeface="Nimbus Mono PS"/>
                <a:cs typeface="Nimbus Mono PS"/>
              </a:defRPr>
            </a:pPr>
            <a:r>
              <a:rPr sz="2025" b="1" i="0">
                <a:solidFill>
                  <a:srgbClr val="2C617B"/>
                </a:solidFill>
                <a:latin typeface="Nimbus Mono PS"/>
                <a:ea typeface="Nimbus Mono PS"/>
                <a:cs typeface="Nimbus Mono PS"/>
              </a:rPr>
              <a:t>03–04</a:t>
            </a:r>
          </a:p>
        </p:txBody>
      </p:sp>
      <p:sp>
        <p:nvSpPr>
          <p:cNvPr id="10" name="text-8">
            <a:extLst xmlns:a="http://schemas.openxmlformats.org/drawingml/2006/main">
              <a:ext uri="{FF2B5EF4-FFF2-40B4-BE49-F238E27FC236}">
                <a16:creationId xmlns:a16="http://schemas.microsoft.com/office/drawing/2014/main" id="{46CDB623-FBC3-49CE-AACC-6782BB9CBA48}"/>
              </a:ext>
            </a:extLst>
          </p:cNvPr>
          <p:cNvSpPr>
            <a:spLocks xmlns:a="http://schemas.openxmlformats.org/drawingml/2006/main" noGrp="1"/>
          </p:cNvSpPr>
          <p:nvPr/>
        </p:nvSpPr>
        <p:spPr>
          <a:xfrm xmlns:a="http://schemas.openxmlformats.org/drawingml/2006/main">
            <a:off x="762000" y="3676650"/>
            <a:ext cx="1047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600" b="1" i="0">
                <a:solidFill>
                  <a:srgbClr val="B9502E"/>
                </a:solidFill>
                <a:latin typeface="Nimbus Mono PS"/>
                <a:ea typeface="Nimbus Mono PS"/>
                <a:cs typeface="Nimbus Mono PS"/>
              </a:defRPr>
            </a:defPPr>
            <a:lvl1pPr>
              <a:defRPr sz="3600" b="1" i="0">
                <a:solidFill>
                  <a:srgbClr val="B9502E"/>
                </a:solidFill>
                <a:latin typeface="Nimbus Mono PS"/>
                <a:ea typeface="Nimbus Mono PS"/>
                <a:cs typeface="Nimbus Mono PS"/>
              </a:defRPr>
            </a:lvl1pPr>
            <a:lvl2pPr>
              <a:defRPr sz="3600" b="1" i="0">
                <a:solidFill>
                  <a:srgbClr val="B9502E"/>
                </a:solidFill>
                <a:latin typeface="Nimbus Mono PS"/>
                <a:ea typeface="Nimbus Mono PS"/>
                <a:cs typeface="Nimbus Mono PS"/>
              </a:defRPr>
            </a:lvl2pPr>
            <a:lvl3pPr>
              <a:defRPr sz="3600" b="1" i="0">
                <a:solidFill>
                  <a:srgbClr val="B9502E"/>
                </a:solidFill>
                <a:latin typeface="Nimbus Mono PS"/>
                <a:ea typeface="Nimbus Mono PS"/>
                <a:cs typeface="Nimbus Mono PS"/>
              </a:defRPr>
            </a:lvl3pPr>
            <a:lvl4pPr>
              <a:defRPr sz="3600" b="1" i="0">
                <a:solidFill>
                  <a:srgbClr val="B9502E"/>
                </a:solidFill>
                <a:latin typeface="Nimbus Mono PS"/>
                <a:ea typeface="Nimbus Mono PS"/>
                <a:cs typeface="Nimbus Mono PS"/>
              </a:defRPr>
            </a:lvl4pPr>
            <a:lvl5pPr>
              <a:defRPr sz="3600" b="1" i="0">
                <a:solidFill>
                  <a:srgbClr val="B9502E"/>
                </a:solidFill>
                <a:latin typeface="Nimbus Mono PS"/>
                <a:ea typeface="Nimbus Mono PS"/>
                <a:cs typeface="Nimbus Mono PS"/>
              </a:defRPr>
            </a:lvl5pPr>
            <a:lvl6pPr>
              <a:defRPr sz="3600" b="1" i="0">
                <a:solidFill>
                  <a:srgbClr val="B9502E"/>
                </a:solidFill>
                <a:latin typeface="Nimbus Mono PS"/>
                <a:ea typeface="Nimbus Mono PS"/>
                <a:cs typeface="Nimbus Mono PS"/>
              </a:defRPr>
            </a:lvl6pPr>
            <a:lvl7pPr>
              <a:defRPr sz="3600" b="1" i="0">
                <a:solidFill>
                  <a:srgbClr val="B9502E"/>
                </a:solidFill>
                <a:latin typeface="Nimbus Mono PS"/>
                <a:ea typeface="Nimbus Mono PS"/>
                <a:cs typeface="Nimbus Mono PS"/>
              </a:defRPr>
            </a:lvl7pPr>
            <a:lvl8pPr>
              <a:defRPr sz="3600" b="1" i="0">
                <a:solidFill>
                  <a:srgbClr val="B9502E"/>
                </a:solidFill>
                <a:latin typeface="Nimbus Mono PS"/>
                <a:ea typeface="Nimbus Mono PS"/>
                <a:cs typeface="Nimbus Mono PS"/>
              </a:defRPr>
            </a:lvl8pPr>
            <a:lvl9pPr>
              <a:defRPr sz="3600" b="1" i="0">
                <a:solidFill>
                  <a:srgbClr val="B9502E"/>
                </a:solidFill>
                <a:latin typeface="Nimbus Mono PS"/>
                <a:ea typeface="Nimbus Mono PS"/>
                <a:cs typeface="Nimbus Mono PS"/>
              </a:defRPr>
            </a:lvl9pPr>
          </a:lstStyle>
          <a:p xmlns:a="http://schemas.openxmlformats.org/drawingml/2006/main">
            <a:pPr>
              <a:defRPr sz="3600" b="1" i="0">
                <a:solidFill>
                  <a:srgbClr val="B9502E"/>
                </a:solidFill>
                <a:latin typeface="Nimbus Mono PS"/>
                <a:ea typeface="Nimbus Mono PS"/>
                <a:cs typeface="Nimbus Mono PS"/>
              </a:defRPr>
            </a:pPr>
            <a:r>
              <a:rPr sz="3600" b="1" i="0">
                <a:solidFill>
                  <a:srgbClr val="B9502E"/>
                </a:solidFill>
                <a:latin typeface="Nimbus Mono PS"/>
                <a:ea typeface="Nimbus Mono PS"/>
                <a:cs typeface="Nimbus Mono PS"/>
              </a:rPr>
              <a:t>02</a:t>
            </a:r>
          </a:p>
        </p:txBody>
      </p:sp>
      <p:sp>
        <p:nvSpPr>
          <p:cNvPr id="11" name="text-9">
            <a:extLst xmlns:a="http://schemas.openxmlformats.org/drawingml/2006/main">
              <a:ext uri="{FF2B5EF4-FFF2-40B4-BE49-F238E27FC236}">
                <a16:creationId xmlns:a16="http://schemas.microsoft.com/office/drawing/2014/main" id="{D5A59D98-0124-44FB-9B02-97C5EECC15CD}"/>
              </a:ext>
            </a:extLst>
          </p:cNvPr>
          <p:cNvSpPr>
            <a:spLocks xmlns:a="http://schemas.openxmlformats.org/drawingml/2006/main" noGrp="1"/>
          </p:cNvSpPr>
          <p:nvPr/>
        </p:nvSpPr>
        <p:spPr>
          <a:xfrm xmlns:a="http://schemas.openxmlformats.org/drawingml/2006/main">
            <a:off x="2190750" y="3676650"/>
            <a:ext cx="10572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625" b="1" i="0">
                <a:solidFill>
                  <a:srgbClr val="193244"/>
                </a:solidFill>
                <a:latin typeface="Nimbus Sans"/>
                <a:ea typeface="Nimbus Sans"/>
                <a:cs typeface="Nimbus Sans"/>
              </a:defRPr>
            </a:defPPr>
            <a:lvl1pPr>
              <a:defRPr sz="2625" b="1" i="0">
                <a:solidFill>
                  <a:srgbClr val="193244"/>
                </a:solidFill>
                <a:latin typeface="Nimbus Sans"/>
                <a:ea typeface="Nimbus Sans"/>
                <a:cs typeface="Nimbus Sans"/>
              </a:defRPr>
            </a:lvl1pPr>
            <a:lvl2pPr>
              <a:defRPr sz="2625" b="1" i="0">
                <a:solidFill>
                  <a:srgbClr val="193244"/>
                </a:solidFill>
                <a:latin typeface="Nimbus Sans"/>
                <a:ea typeface="Nimbus Sans"/>
                <a:cs typeface="Nimbus Sans"/>
              </a:defRPr>
            </a:lvl2pPr>
            <a:lvl3pPr>
              <a:defRPr sz="2625" b="1" i="0">
                <a:solidFill>
                  <a:srgbClr val="193244"/>
                </a:solidFill>
                <a:latin typeface="Nimbus Sans"/>
                <a:ea typeface="Nimbus Sans"/>
                <a:cs typeface="Nimbus Sans"/>
              </a:defRPr>
            </a:lvl3pPr>
            <a:lvl4pPr>
              <a:defRPr sz="2625" b="1" i="0">
                <a:solidFill>
                  <a:srgbClr val="193244"/>
                </a:solidFill>
                <a:latin typeface="Nimbus Sans"/>
                <a:ea typeface="Nimbus Sans"/>
                <a:cs typeface="Nimbus Sans"/>
              </a:defRPr>
            </a:lvl4pPr>
            <a:lvl5pPr>
              <a:defRPr sz="2625" b="1" i="0">
                <a:solidFill>
                  <a:srgbClr val="193244"/>
                </a:solidFill>
                <a:latin typeface="Nimbus Sans"/>
                <a:ea typeface="Nimbus Sans"/>
                <a:cs typeface="Nimbus Sans"/>
              </a:defRPr>
            </a:lvl5pPr>
            <a:lvl6pPr>
              <a:defRPr sz="2625" b="1" i="0">
                <a:solidFill>
                  <a:srgbClr val="193244"/>
                </a:solidFill>
                <a:latin typeface="Nimbus Sans"/>
                <a:ea typeface="Nimbus Sans"/>
                <a:cs typeface="Nimbus Sans"/>
              </a:defRPr>
            </a:lvl6pPr>
            <a:lvl7pPr>
              <a:defRPr sz="2625" b="1" i="0">
                <a:solidFill>
                  <a:srgbClr val="193244"/>
                </a:solidFill>
                <a:latin typeface="Nimbus Sans"/>
                <a:ea typeface="Nimbus Sans"/>
                <a:cs typeface="Nimbus Sans"/>
              </a:defRPr>
            </a:lvl7pPr>
            <a:lvl8pPr>
              <a:defRPr sz="2625" b="1" i="0">
                <a:solidFill>
                  <a:srgbClr val="193244"/>
                </a:solidFill>
                <a:latin typeface="Nimbus Sans"/>
                <a:ea typeface="Nimbus Sans"/>
                <a:cs typeface="Nimbus Sans"/>
              </a:defRPr>
            </a:lvl8pPr>
            <a:lvl9pPr>
              <a:defRPr sz="2625" b="1" i="0">
                <a:solidFill>
                  <a:srgbClr val="193244"/>
                </a:solidFill>
                <a:latin typeface="Nimbus Sans"/>
                <a:ea typeface="Nimbus Sans"/>
                <a:cs typeface="Nimbus Sans"/>
              </a:defRPr>
            </a:lvl9pPr>
          </a:lstStyle>
          <a:p xmlns:a="http://schemas.openxmlformats.org/drawingml/2006/main">
            <a:pPr>
              <a:defRPr sz="2625" b="1" i="0">
                <a:solidFill>
                  <a:srgbClr val="193244"/>
                </a:solidFill>
                <a:latin typeface="Nimbus Sans"/>
                <a:ea typeface="Nimbus Sans"/>
                <a:cs typeface="Nimbus Sans"/>
              </a:defRPr>
            </a:pPr>
            <a:r>
              <a:rPr sz="2625" b="1" i="0">
                <a:solidFill>
                  <a:srgbClr val="193244"/>
                </a:solidFill>
                <a:latin typeface="Nimbus Sans"/>
                <a:ea typeface="Nimbus Sans"/>
                <a:cs typeface="Nimbus Sans"/>
              </a:rPr>
              <a:t>Quem está no comando?</a:t>
            </a:r>
          </a:p>
        </p:txBody>
      </p:sp>
      <p:sp>
        <p:nvSpPr>
          <p:cNvPr id="12" name="text-10">
            <a:extLst xmlns:a="http://schemas.openxmlformats.org/drawingml/2006/main">
              <a:ext uri="{FF2B5EF4-FFF2-40B4-BE49-F238E27FC236}">
                <a16:creationId xmlns:a16="http://schemas.microsoft.com/office/drawing/2014/main" id="{79F4F70D-E18F-40E5-9CA1-7E5956F3DC69}"/>
              </a:ext>
            </a:extLst>
          </p:cNvPr>
          <p:cNvSpPr>
            <a:spLocks xmlns:a="http://schemas.openxmlformats.org/drawingml/2006/main" noGrp="1"/>
          </p:cNvSpPr>
          <p:nvPr/>
        </p:nvSpPr>
        <p:spPr>
          <a:xfrm xmlns:a="http://schemas.openxmlformats.org/drawingml/2006/main">
            <a:off x="2209800" y="4181475"/>
            <a:ext cx="10572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0" i="0">
                <a:solidFill>
                  <a:srgbClr val="54656D"/>
                </a:solidFill>
                <a:latin typeface="Nimbus Sans"/>
                <a:ea typeface="Nimbus Sans"/>
                <a:cs typeface="Nimbus Sans"/>
              </a:defRPr>
            </a:defPPr>
            <a:lvl1pPr>
              <a:defRPr sz="2025" b="0" i="0">
                <a:solidFill>
                  <a:srgbClr val="54656D"/>
                </a:solidFill>
                <a:latin typeface="Nimbus Sans"/>
                <a:ea typeface="Nimbus Sans"/>
                <a:cs typeface="Nimbus Sans"/>
              </a:defRPr>
            </a:lvl1pPr>
            <a:lvl2pPr>
              <a:defRPr sz="2025" b="0" i="0">
                <a:solidFill>
                  <a:srgbClr val="54656D"/>
                </a:solidFill>
                <a:latin typeface="Nimbus Sans"/>
                <a:ea typeface="Nimbus Sans"/>
                <a:cs typeface="Nimbus Sans"/>
              </a:defRPr>
            </a:lvl2pPr>
            <a:lvl3pPr>
              <a:defRPr sz="2025" b="0" i="0">
                <a:solidFill>
                  <a:srgbClr val="54656D"/>
                </a:solidFill>
                <a:latin typeface="Nimbus Sans"/>
                <a:ea typeface="Nimbus Sans"/>
                <a:cs typeface="Nimbus Sans"/>
              </a:defRPr>
            </a:lvl3pPr>
            <a:lvl4pPr>
              <a:defRPr sz="2025" b="0" i="0">
                <a:solidFill>
                  <a:srgbClr val="54656D"/>
                </a:solidFill>
                <a:latin typeface="Nimbus Sans"/>
                <a:ea typeface="Nimbus Sans"/>
                <a:cs typeface="Nimbus Sans"/>
              </a:defRPr>
            </a:lvl4pPr>
            <a:lvl5pPr>
              <a:defRPr sz="2025" b="0" i="0">
                <a:solidFill>
                  <a:srgbClr val="54656D"/>
                </a:solidFill>
                <a:latin typeface="Nimbus Sans"/>
                <a:ea typeface="Nimbus Sans"/>
                <a:cs typeface="Nimbus Sans"/>
              </a:defRPr>
            </a:lvl5pPr>
            <a:lvl6pPr>
              <a:defRPr sz="2025" b="0" i="0">
                <a:solidFill>
                  <a:srgbClr val="54656D"/>
                </a:solidFill>
                <a:latin typeface="Nimbus Sans"/>
                <a:ea typeface="Nimbus Sans"/>
                <a:cs typeface="Nimbus Sans"/>
              </a:defRPr>
            </a:lvl6pPr>
            <a:lvl7pPr>
              <a:defRPr sz="2025" b="0" i="0">
                <a:solidFill>
                  <a:srgbClr val="54656D"/>
                </a:solidFill>
                <a:latin typeface="Nimbus Sans"/>
                <a:ea typeface="Nimbus Sans"/>
                <a:cs typeface="Nimbus Sans"/>
              </a:defRPr>
            </a:lvl7pPr>
            <a:lvl8pPr>
              <a:defRPr sz="2025" b="0" i="0">
                <a:solidFill>
                  <a:srgbClr val="54656D"/>
                </a:solidFill>
                <a:latin typeface="Nimbus Sans"/>
                <a:ea typeface="Nimbus Sans"/>
                <a:cs typeface="Nimbus Sans"/>
              </a:defRPr>
            </a:lvl8pPr>
            <a:lvl9pPr>
              <a:defRPr sz="2025" b="0" i="0">
                <a:solidFill>
                  <a:srgbClr val="54656D"/>
                </a:solidFill>
                <a:latin typeface="Nimbus Sans"/>
                <a:ea typeface="Nimbus Sans"/>
                <a:cs typeface="Nimbus Sans"/>
              </a:defRPr>
            </a:lvl9pPr>
          </a:lstStyle>
          <a:p xmlns:a="http://schemas.openxmlformats.org/drawingml/2006/main">
            <a:pPr>
              <a:defRPr sz="2025" b="0" i="0">
                <a:solidFill>
                  <a:srgbClr val="54656D"/>
                </a:solidFill>
                <a:latin typeface="Nimbus Sans"/>
                <a:ea typeface="Nimbus Sans"/>
                <a:cs typeface="Nimbus Sans"/>
              </a:defRPr>
            </a:pPr>
            <a:r>
              <a:rPr sz="2025" b="0" i="0">
                <a:solidFill>
                  <a:srgbClr val="54656D"/>
                </a:solidFill>
                <a:latin typeface="Nimbus Sans"/>
                <a:ea typeface="Nimbus Sans"/>
                <a:cs typeface="Nimbus Sans"/>
              </a:rPr>
              <a:t>Cavalos, cinema e Hadoukens</a:t>
            </a:r>
          </a:p>
        </p:txBody>
      </p:sp>
      <p:sp>
        <p:nvSpPr>
          <p:cNvPr id="13" name="text-11">
            <a:extLst xmlns:a="http://schemas.openxmlformats.org/drawingml/2006/main">
              <a:ext uri="{FF2B5EF4-FFF2-40B4-BE49-F238E27FC236}">
                <a16:creationId xmlns:a16="http://schemas.microsoft.com/office/drawing/2014/main" id="{5BC094BA-5E94-4588-BAD6-4ABDD4D5A11E}"/>
              </a:ext>
            </a:extLst>
          </p:cNvPr>
          <p:cNvSpPr>
            <a:spLocks xmlns:a="http://schemas.openxmlformats.org/drawingml/2006/main" noGrp="1"/>
          </p:cNvSpPr>
          <p:nvPr/>
        </p:nvSpPr>
        <p:spPr>
          <a:xfrm xmlns:a="http://schemas.openxmlformats.org/drawingml/2006/main">
            <a:off x="13239750" y="3724275"/>
            <a:ext cx="1238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1" i="0">
                <a:solidFill>
                  <a:srgbClr val="2C617B"/>
                </a:solidFill>
                <a:latin typeface="Nimbus Mono PS"/>
                <a:ea typeface="Nimbus Mono PS"/>
                <a:cs typeface="Nimbus Mono PS"/>
              </a:defRPr>
            </a:defPPr>
            <a:lvl1pPr>
              <a:defRPr sz="2025" b="1" i="0">
                <a:solidFill>
                  <a:srgbClr val="2C617B"/>
                </a:solidFill>
                <a:latin typeface="Nimbus Mono PS"/>
                <a:ea typeface="Nimbus Mono PS"/>
                <a:cs typeface="Nimbus Mono PS"/>
              </a:defRPr>
            </a:lvl1pPr>
            <a:lvl2pPr>
              <a:defRPr sz="2025" b="1" i="0">
                <a:solidFill>
                  <a:srgbClr val="2C617B"/>
                </a:solidFill>
                <a:latin typeface="Nimbus Mono PS"/>
                <a:ea typeface="Nimbus Mono PS"/>
                <a:cs typeface="Nimbus Mono PS"/>
              </a:defRPr>
            </a:lvl2pPr>
            <a:lvl3pPr>
              <a:defRPr sz="2025" b="1" i="0">
                <a:solidFill>
                  <a:srgbClr val="2C617B"/>
                </a:solidFill>
                <a:latin typeface="Nimbus Mono PS"/>
                <a:ea typeface="Nimbus Mono PS"/>
                <a:cs typeface="Nimbus Mono PS"/>
              </a:defRPr>
            </a:lvl3pPr>
            <a:lvl4pPr>
              <a:defRPr sz="2025" b="1" i="0">
                <a:solidFill>
                  <a:srgbClr val="2C617B"/>
                </a:solidFill>
                <a:latin typeface="Nimbus Mono PS"/>
                <a:ea typeface="Nimbus Mono PS"/>
                <a:cs typeface="Nimbus Mono PS"/>
              </a:defRPr>
            </a:lvl4pPr>
            <a:lvl5pPr>
              <a:defRPr sz="2025" b="1" i="0">
                <a:solidFill>
                  <a:srgbClr val="2C617B"/>
                </a:solidFill>
                <a:latin typeface="Nimbus Mono PS"/>
                <a:ea typeface="Nimbus Mono PS"/>
                <a:cs typeface="Nimbus Mono PS"/>
              </a:defRPr>
            </a:lvl5pPr>
            <a:lvl6pPr>
              <a:defRPr sz="2025" b="1" i="0">
                <a:solidFill>
                  <a:srgbClr val="2C617B"/>
                </a:solidFill>
                <a:latin typeface="Nimbus Mono PS"/>
                <a:ea typeface="Nimbus Mono PS"/>
                <a:cs typeface="Nimbus Mono PS"/>
              </a:defRPr>
            </a:lvl6pPr>
            <a:lvl7pPr>
              <a:defRPr sz="2025" b="1" i="0">
                <a:solidFill>
                  <a:srgbClr val="2C617B"/>
                </a:solidFill>
                <a:latin typeface="Nimbus Mono PS"/>
                <a:ea typeface="Nimbus Mono PS"/>
                <a:cs typeface="Nimbus Mono PS"/>
              </a:defRPr>
            </a:lvl7pPr>
            <a:lvl8pPr>
              <a:defRPr sz="2025" b="1" i="0">
                <a:solidFill>
                  <a:srgbClr val="2C617B"/>
                </a:solidFill>
                <a:latin typeface="Nimbus Mono PS"/>
                <a:ea typeface="Nimbus Mono PS"/>
                <a:cs typeface="Nimbus Mono PS"/>
              </a:defRPr>
            </a:lvl8pPr>
            <a:lvl9pPr>
              <a:defRPr sz="2025" b="1" i="0">
                <a:solidFill>
                  <a:srgbClr val="2C617B"/>
                </a:solidFill>
                <a:latin typeface="Nimbus Mono PS"/>
                <a:ea typeface="Nimbus Mono PS"/>
                <a:cs typeface="Nimbus Mono PS"/>
              </a:defRPr>
            </a:lvl9pPr>
          </a:lstStyle>
          <a:p xmlns:a="http://schemas.openxmlformats.org/drawingml/2006/main">
            <a:pPr>
              <a:defRPr sz="2025" b="1" i="0">
                <a:solidFill>
                  <a:srgbClr val="2C617B"/>
                </a:solidFill>
                <a:latin typeface="Nimbus Mono PS"/>
                <a:ea typeface="Nimbus Mono PS"/>
                <a:cs typeface="Nimbus Mono PS"/>
              </a:defRPr>
            </a:pPr>
            <a:r>
              <a:rPr sz="2025" b="1" i="0">
                <a:solidFill>
                  <a:srgbClr val="2C617B"/>
                </a:solidFill>
                <a:latin typeface="Nimbus Mono PS"/>
                <a:ea typeface="Nimbus Mono PS"/>
                <a:cs typeface="Nimbus Mono PS"/>
              </a:rPr>
              <a:t>05–07</a:t>
            </a:r>
          </a:p>
        </p:txBody>
      </p:sp>
      <p:sp>
        <p:nvSpPr>
          <p:cNvPr id="14" name="text-12">
            <a:extLst xmlns:a="http://schemas.openxmlformats.org/drawingml/2006/main">
              <a:ext uri="{FF2B5EF4-FFF2-40B4-BE49-F238E27FC236}">
                <a16:creationId xmlns:a16="http://schemas.microsoft.com/office/drawing/2014/main" id="{BA0F759C-5886-4987-A0FB-7A5463ABA2CF}"/>
              </a:ext>
            </a:extLst>
          </p:cNvPr>
          <p:cNvSpPr>
            <a:spLocks xmlns:a="http://schemas.openxmlformats.org/drawingml/2006/main" noGrp="1"/>
          </p:cNvSpPr>
          <p:nvPr/>
        </p:nvSpPr>
        <p:spPr>
          <a:xfrm xmlns:a="http://schemas.openxmlformats.org/drawingml/2006/main">
            <a:off x="762000" y="4972050"/>
            <a:ext cx="1047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600" b="1" i="0">
                <a:solidFill>
                  <a:srgbClr val="B9502E"/>
                </a:solidFill>
                <a:latin typeface="Nimbus Mono PS"/>
                <a:ea typeface="Nimbus Mono PS"/>
                <a:cs typeface="Nimbus Mono PS"/>
              </a:defRPr>
            </a:defPPr>
            <a:lvl1pPr>
              <a:defRPr sz="3600" b="1" i="0">
                <a:solidFill>
                  <a:srgbClr val="B9502E"/>
                </a:solidFill>
                <a:latin typeface="Nimbus Mono PS"/>
                <a:ea typeface="Nimbus Mono PS"/>
                <a:cs typeface="Nimbus Mono PS"/>
              </a:defRPr>
            </a:lvl1pPr>
            <a:lvl2pPr>
              <a:defRPr sz="3600" b="1" i="0">
                <a:solidFill>
                  <a:srgbClr val="B9502E"/>
                </a:solidFill>
                <a:latin typeface="Nimbus Mono PS"/>
                <a:ea typeface="Nimbus Mono PS"/>
                <a:cs typeface="Nimbus Mono PS"/>
              </a:defRPr>
            </a:lvl2pPr>
            <a:lvl3pPr>
              <a:defRPr sz="3600" b="1" i="0">
                <a:solidFill>
                  <a:srgbClr val="B9502E"/>
                </a:solidFill>
                <a:latin typeface="Nimbus Mono PS"/>
                <a:ea typeface="Nimbus Mono PS"/>
                <a:cs typeface="Nimbus Mono PS"/>
              </a:defRPr>
            </a:lvl3pPr>
            <a:lvl4pPr>
              <a:defRPr sz="3600" b="1" i="0">
                <a:solidFill>
                  <a:srgbClr val="B9502E"/>
                </a:solidFill>
                <a:latin typeface="Nimbus Mono PS"/>
                <a:ea typeface="Nimbus Mono PS"/>
                <a:cs typeface="Nimbus Mono PS"/>
              </a:defRPr>
            </a:lvl4pPr>
            <a:lvl5pPr>
              <a:defRPr sz="3600" b="1" i="0">
                <a:solidFill>
                  <a:srgbClr val="B9502E"/>
                </a:solidFill>
                <a:latin typeface="Nimbus Mono PS"/>
                <a:ea typeface="Nimbus Mono PS"/>
                <a:cs typeface="Nimbus Mono PS"/>
              </a:defRPr>
            </a:lvl5pPr>
            <a:lvl6pPr>
              <a:defRPr sz="3600" b="1" i="0">
                <a:solidFill>
                  <a:srgbClr val="B9502E"/>
                </a:solidFill>
                <a:latin typeface="Nimbus Mono PS"/>
                <a:ea typeface="Nimbus Mono PS"/>
                <a:cs typeface="Nimbus Mono PS"/>
              </a:defRPr>
            </a:lvl6pPr>
            <a:lvl7pPr>
              <a:defRPr sz="3600" b="1" i="0">
                <a:solidFill>
                  <a:srgbClr val="B9502E"/>
                </a:solidFill>
                <a:latin typeface="Nimbus Mono PS"/>
                <a:ea typeface="Nimbus Mono PS"/>
                <a:cs typeface="Nimbus Mono PS"/>
              </a:defRPr>
            </a:lvl7pPr>
            <a:lvl8pPr>
              <a:defRPr sz="3600" b="1" i="0">
                <a:solidFill>
                  <a:srgbClr val="B9502E"/>
                </a:solidFill>
                <a:latin typeface="Nimbus Mono PS"/>
                <a:ea typeface="Nimbus Mono PS"/>
                <a:cs typeface="Nimbus Mono PS"/>
              </a:defRPr>
            </a:lvl8pPr>
            <a:lvl9pPr>
              <a:defRPr sz="3600" b="1" i="0">
                <a:solidFill>
                  <a:srgbClr val="B9502E"/>
                </a:solidFill>
                <a:latin typeface="Nimbus Mono PS"/>
                <a:ea typeface="Nimbus Mono PS"/>
                <a:cs typeface="Nimbus Mono PS"/>
              </a:defRPr>
            </a:lvl9pPr>
          </a:lstStyle>
          <a:p xmlns:a="http://schemas.openxmlformats.org/drawingml/2006/main">
            <a:pPr>
              <a:defRPr sz="3600" b="1" i="0">
                <a:solidFill>
                  <a:srgbClr val="B9502E"/>
                </a:solidFill>
                <a:latin typeface="Nimbus Mono PS"/>
                <a:ea typeface="Nimbus Mono PS"/>
                <a:cs typeface="Nimbus Mono PS"/>
              </a:defRPr>
            </a:pPr>
            <a:r>
              <a:rPr sz="3600" b="1" i="0">
                <a:solidFill>
                  <a:srgbClr val="B9502E"/>
                </a:solidFill>
                <a:latin typeface="Nimbus Mono PS"/>
                <a:ea typeface="Nimbus Mono PS"/>
                <a:cs typeface="Nimbus Mono PS"/>
              </a:rPr>
              <a:t>03</a:t>
            </a:r>
          </a:p>
        </p:txBody>
      </p:sp>
      <p:sp>
        <p:nvSpPr>
          <p:cNvPr id="15" name="text-13">
            <a:extLst xmlns:a="http://schemas.openxmlformats.org/drawingml/2006/main">
              <a:ext uri="{FF2B5EF4-FFF2-40B4-BE49-F238E27FC236}">
                <a16:creationId xmlns:a16="http://schemas.microsoft.com/office/drawing/2014/main" id="{93698BE8-D9F4-4BB6-9180-C56D06DF1FED}"/>
              </a:ext>
            </a:extLst>
          </p:cNvPr>
          <p:cNvSpPr>
            <a:spLocks xmlns:a="http://schemas.openxmlformats.org/drawingml/2006/main" noGrp="1"/>
          </p:cNvSpPr>
          <p:nvPr/>
        </p:nvSpPr>
        <p:spPr>
          <a:xfrm xmlns:a="http://schemas.openxmlformats.org/drawingml/2006/main">
            <a:off x="2190750" y="4972050"/>
            <a:ext cx="10572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625" b="1" i="0">
                <a:solidFill>
                  <a:srgbClr val="193244"/>
                </a:solidFill>
                <a:latin typeface="Nimbus Sans"/>
                <a:ea typeface="Nimbus Sans"/>
                <a:cs typeface="Nimbus Sans"/>
              </a:defRPr>
            </a:defPPr>
            <a:lvl1pPr>
              <a:defRPr sz="2625" b="1" i="0">
                <a:solidFill>
                  <a:srgbClr val="193244"/>
                </a:solidFill>
                <a:latin typeface="Nimbus Sans"/>
                <a:ea typeface="Nimbus Sans"/>
                <a:cs typeface="Nimbus Sans"/>
              </a:defRPr>
            </a:lvl1pPr>
            <a:lvl2pPr>
              <a:defRPr sz="2625" b="1" i="0">
                <a:solidFill>
                  <a:srgbClr val="193244"/>
                </a:solidFill>
                <a:latin typeface="Nimbus Sans"/>
                <a:ea typeface="Nimbus Sans"/>
                <a:cs typeface="Nimbus Sans"/>
              </a:defRPr>
            </a:lvl2pPr>
            <a:lvl3pPr>
              <a:defRPr sz="2625" b="1" i="0">
                <a:solidFill>
                  <a:srgbClr val="193244"/>
                </a:solidFill>
                <a:latin typeface="Nimbus Sans"/>
                <a:ea typeface="Nimbus Sans"/>
                <a:cs typeface="Nimbus Sans"/>
              </a:defRPr>
            </a:lvl3pPr>
            <a:lvl4pPr>
              <a:defRPr sz="2625" b="1" i="0">
                <a:solidFill>
                  <a:srgbClr val="193244"/>
                </a:solidFill>
                <a:latin typeface="Nimbus Sans"/>
                <a:ea typeface="Nimbus Sans"/>
                <a:cs typeface="Nimbus Sans"/>
              </a:defRPr>
            </a:lvl4pPr>
            <a:lvl5pPr>
              <a:defRPr sz="2625" b="1" i="0">
                <a:solidFill>
                  <a:srgbClr val="193244"/>
                </a:solidFill>
                <a:latin typeface="Nimbus Sans"/>
                <a:ea typeface="Nimbus Sans"/>
                <a:cs typeface="Nimbus Sans"/>
              </a:defRPr>
            </a:lvl5pPr>
            <a:lvl6pPr>
              <a:defRPr sz="2625" b="1" i="0">
                <a:solidFill>
                  <a:srgbClr val="193244"/>
                </a:solidFill>
                <a:latin typeface="Nimbus Sans"/>
                <a:ea typeface="Nimbus Sans"/>
                <a:cs typeface="Nimbus Sans"/>
              </a:defRPr>
            </a:lvl6pPr>
            <a:lvl7pPr>
              <a:defRPr sz="2625" b="1" i="0">
                <a:solidFill>
                  <a:srgbClr val="193244"/>
                </a:solidFill>
                <a:latin typeface="Nimbus Sans"/>
                <a:ea typeface="Nimbus Sans"/>
                <a:cs typeface="Nimbus Sans"/>
              </a:defRPr>
            </a:lvl7pPr>
            <a:lvl8pPr>
              <a:defRPr sz="2625" b="1" i="0">
                <a:solidFill>
                  <a:srgbClr val="193244"/>
                </a:solidFill>
                <a:latin typeface="Nimbus Sans"/>
                <a:ea typeface="Nimbus Sans"/>
                <a:cs typeface="Nimbus Sans"/>
              </a:defRPr>
            </a:lvl8pPr>
            <a:lvl9pPr>
              <a:defRPr sz="2625" b="1" i="0">
                <a:solidFill>
                  <a:srgbClr val="193244"/>
                </a:solidFill>
                <a:latin typeface="Nimbus Sans"/>
                <a:ea typeface="Nimbus Sans"/>
                <a:cs typeface="Nimbus Sans"/>
              </a:defRPr>
            </a:lvl9pPr>
          </a:lstStyle>
          <a:p xmlns:a="http://schemas.openxmlformats.org/drawingml/2006/main">
            <a:pPr>
              <a:defRPr sz="2625" b="1" i="0">
                <a:solidFill>
                  <a:srgbClr val="193244"/>
                </a:solidFill>
                <a:latin typeface="Nimbus Sans"/>
                <a:ea typeface="Nimbus Sans"/>
                <a:cs typeface="Nimbus Sans"/>
              </a:defRPr>
            </a:pPr>
            <a:r>
              <a:rPr sz="2625" b="1" i="0">
                <a:solidFill>
                  <a:srgbClr val="193244"/>
                </a:solidFill>
                <a:latin typeface="Nimbus Sans"/>
                <a:ea typeface="Nimbus Sans"/>
                <a:cs typeface="Nimbus Sans"/>
              </a:rPr>
              <a:t>Como usar o SDD-Fast?</a:t>
            </a:r>
          </a:p>
        </p:txBody>
      </p:sp>
      <p:sp>
        <p:nvSpPr>
          <p:cNvPr id="16" name="text-14">
            <a:extLst xmlns:a="http://schemas.openxmlformats.org/drawingml/2006/main">
              <a:ext uri="{FF2B5EF4-FFF2-40B4-BE49-F238E27FC236}">
                <a16:creationId xmlns:a16="http://schemas.microsoft.com/office/drawing/2014/main" id="{E202D4B3-983D-443F-9626-01C29C2018B6}"/>
              </a:ext>
            </a:extLst>
          </p:cNvPr>
          <p:cNvSpPr>
            <a:spLocks xmlns:a="http://schemas.openxmlformats.org/drawingml/2006/main" noGrp="1"/>
          </p:cNvSpPr>
          <p:nvPr/>
        </p:nvSpPr>
        <p:spPr>
          <a:xfrm xmlns:a="http://schemas.openxmlformats.org/drawingml/2006/main">
            <a:off x="2209800" y="5476875"/>
            <a:ext cx="10572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0" i="0">
                <a:solidFill>
                  <a:srgbClr val="54656D"/>
                </a:solidFill>
                <a:latin typeface="Nimbus Sans"/>
                <a:ea typeface="Nimbus Sans"/>
                <a:cs typeface="Nimbus Sans"/>
              </a:defRPr>
            </a:defPPr>
            <a:lvl1pPr>
              <a:defRPr sz="2025" b="0" i="0">
                <a:solidFill>
                  <a:srgbClr val="54656D"/>
                </a:solidFill>
                <a:latin typeface="Nimbus Sans"/>
                <a:ea typeface="Nimbus Sans"/>
                <a:cs typeface="Nimbus Sans"/>
              </a:defRPr>
            </a:lvl1pPr>
            <a:lvl2pPr>
              <a:defRPr sz="2025" b="0" i="0">
                <a:solidFill>
                  <a:srgbClr val="54656D"/>
                </a:solidFill>
                <a:latin typeface="Nimbus Sans"/>
                <a:ea typeface="Nimbus Sans"/>
                <a:cs typeface="Nimbus Sans"/>
              </a:defRPr>
            </a:lvl2pPr>
            <a:lvl3pPr>
              <a:defRPr sz="2025" b="0" i="0">
                <a:solidFill>
                  <a:srgbClr val="54656D"/>
                </a:solidFill>
                <a:latin typeface="Nimbus Sans"/>
                <a:ea typeface="Nimbus Sans"/>
                <a:cs typeface="Nimbus Sans"/>
              </a:defRPr>
            </a:lvl3pPr>
            <a:lvl4pPr>
              <a:defRPr sz="2025" b="0" i="0">
                <a:solidFill>
                  <a:srgbClr val="54656D"/>
                </a:solidFill>
                <a:latin typeface="Nimbus Sans"/>
                <a:ea typeface="Nimbus Sans"/>
                <a:cs typeface="Nimbus Sans"/>
              </a:defRPr>
            </a:lvl4pPr>
            <a:lvl5pPr>
              <a:defRPr sz="2025" b="0" i="0">
                <a:solidFill>
                  <a:srgbClr val="54656D"/>
                </a:solidFill>
                <a:latin typeface="Nimbus Sans"/>
                <a:ea typeface="Nimbus Sans"/>
                <a:cs typeface="Nimbus Sans"/>
              </a:defRPr>
            </a:lvl5pPr>
            <a:lvl6pPr>
              <a:defRPr sz="2025" b="0" i="0">
                <a:solidFill>
                  <a:srgbClr val="54656D"/>
                </a:solidFill>
                <a:latin typeface="Nimbus Sans"/>
                <a:ea typeface="Nimbus Sans"/>
                <a:cs typeface="Nimbus Sans"/>
              </a:defRPr>
            </a:lvl6pPr>
            <a:lvl7pPr>
              <a:defRPr sz="2025" b="0" i="0">
                <a:solidFill>
                  <a:srgbClr val="54656D"/>
                </a:solidFill>
                <a:latin typeface="Nimbus Sans"/>
                <a:ea typeface="Nimbus Sans"/>
                <a:cs typeface="Nimbus Sans"/>
              </a:defRPr>
            </a:lvl7pPr>
            <a:lvl8pPr>
              <a:defRPr sz="2025" b="0" i="0">
                <a:solidFill>
                  <a:srgbClr val="54656D"/>
                </a:solidFill>
                <a:latin typeface="Nimbus Sans"/>
                <a:ea typeface="Nimbus Sans"/>
                <a:cs typeface="Nimbus Sans"/>
              </a:defRPr>
            </a:lvl8pPr>
            <a:lvl9pPr>
              <a:defRPr sz="2025" b="0" i="0">
                <a:solidFill>
                  <a:srgbClr val="54656D"/>
                </a:solidFill>
                <a:latin typeface="Nimbus Sans"/>
                <a:ea typeface="Nimbus Sans"/>
                <a:cs typeface="Nimbus Sans"/>
              </a:defRPr>
            </a:lvl9pPr>
          </a:lstStyle>
          <a:p xmlns:a="http://schemas.openxmlformats.org/drawingml/2006/main">
            <a:pPr>
              <a:defRPr sz="2025" b="0" i="0">
                <a:solidFill>
                  <a:srgbClr val="54656D"/>
                </a:solidFill>
                <a:latin typeface="Nimbus Sans"/>
                <a:ea typeface="Nimbus Sans"/>
                <a:cs typeface="Nimbus Sans"/>
              </a:defRPr>
            </a:pPr>
            <a:r>
              <a:rPr sz="2025" b="0" i="0">
                <a:solidFill>
                  <a:srgbClr val="54656D"/>
                </a:solidFill>
                <a:latin typeface="Nimbus Sans"/>
                <a:ea typeface="Nimbus Sans"/>
                <a:cs typeface="Nimbus Sans"/>
              </a:rPr>
              <a:t>Arquivos, ciclo, exemplos e skills</a:t>
            </a:r>
          </a:p>
        </p:txBody>
      </p:sp>
      <p:sp>
        <p:nvSpPr>
          <p:cNvPr id="17" name="text-15">
            <a:extLst xmlns:a="http://schemas.openxmlformats.org/drawingml/2006/main">
              <a:ext uri="{FF2B5EF4-FFF2-40B4-BE49-F238E27FC236}">
                <a16:creationId xmlns:a16="http://schemas.microsoft.com/office/drawing/2014/main" id="{62E2410E-A84D-431A-88EA-35BBAFA0ABE0}"/>
              </a:ext>
            </a:extLst>
          </p:cNvPr>
          <p:cNvSpPr>
            <a:spLocks xmlns:a="http://schemas.openxmlformats.org/drawingml/2006/main" noGrp="1"/>
          </p:cNvSpPr>
          <p:nvPr/>
        </p:nvSpPr>
        <p:spPr>
          <a:xfrm xmlns:a="http://schemas.openxmlformats.org/drawingml/2006/main">
            <a:off x="13239750" y="5019675"/>
            <a:ext cx="1238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1" i="0">
                <a:solidFill>
                  <a:srgbClr val="2C617B"/>
                </a:solidFill>
                <a:latin typeface="Nimbus Mono PS"/>
                <a:ea typeface="Nimbus Mono PS"/>
                <a:cs typeface="Nimbus Mono PS"/>
              </a:defRPr>
            </a:defPPr>
            <a:lvl1pPr>
              <a:defRPr sz="2025" b="1" i="0">
                <a:solidFill>
                  <a:srgbClr val="2C617B"/>
                </a:solidFill>
                <a:latin typeface="Nimbus Mono PS"/>
                <a:ea typeface="Nimbus Mono PS"/>
                <a:cs typeface="Nimbus Mono PS"/>
              </a:defRPr>
            </a:lvl1pPr>
            <a:lvl2pPr>
              <a:defRPr sz="2025" b="1" i="0">
                <a:solidFill>
                  <a:srgbClr val="2C617B"/>
                </a:solidFill>
                <a:latin typeface="Nimbus Mono PS"/>
                <a:ea typeface="Nimbus Mono PS"/>
                <a:cs typeface="Nimbus Mono PS"/>
              </a:defRPr>
            </a:lvl2pPr>
            <a:lvl3pPr>
              <a:defRPr sz="2025" b="1" i="0">
                <a:solidFill>
                  <a:srgbClr val="2C617B"/>
                </a:solidFill>
                <a:latin typeface="Nimbus Mono PS"/>
                <a:ea typeface="Nimbus Mono PS"/>
                <a:cs typeface="Nimbus Mono PS"/>
              </a:defRPr>
            </a:lvl3pPr>
            <a:lvl4pPr>
              <a:defRPr sz="2025" b="1" i="0">
                <a:solidFill>
                  <a:srgbClr val="2C617B"/>
                </a:solidFill>
                <a:latin typeface="Nimbus Mono PS"/>
                <a:ea typeface="Nimbus Mono PS"/>
                <a:cs typeface="Nimbus Mono PS"/>
              </a:defRPr>
            </a:lvl4pPr>
            <a:lvl5pPr>
              <a:defRPr sz="2025" b="1" i="0">
                <a:solidFill>
                  <a:srgbClr val="2C617B"/>
                </a:solidFill>
                <a:latin typeface="Nimbus Mono PS"/>
                <a:ea typeface="Nimbus Mono PS"/>
                <a:cs typeface="Nimbus Mono PS"/>
              </a:defRPr>
            </a:lvl5pPr>
            <a:lvl6pPr>
              <a:defRPr sz="2025" b="1" i="0">
                <a:solidFill>
                  <a:srgbClr val="2C617B"/>
                </a:solidFill>
                <a:latin typeface="Nimbus Mono PS"/>
                <a:ea typeface="Nimbus Mono PS"/>
                <a:cs typeface="Nimbus Mono PS"/>
              </a:defRPr>
            </a:lvl6pPr>
            <a:lvl7pPr>
              <a:defRPr sz="2025" b="1" i="0">
                <a:solidFill>
                  <a:srgbClr val="2C617B"/>
                </a:solidFill>
                <a:latin typeface="Nimbus Mono PS"/>
                <a:ea typeface="Nimbus Mono PS"/>
                <a:cs typeface="Nimbus Mono PS"/>
              </a:defRPr>
            </a:lvl7pPr>
            <a:lvl8pPr>
              <a:defRPr sz="2025" b="1" i="0">
                <a:solidFill>
                  <a:srgbClr val="2C617B"/>
                </a:solidFill>
                <a:latin typeface="Nimbus Mono PS"/>
                <a:ea typeface="Nimbus Mono PS"/>
                <a:cs typeface="Nimbus Mono PS"/>
              </a:defRPr>
            </a:lvl8pPr>
            <a:lvl9pPr>
              <a:defRPr sz="2025" b="1" i="0">
                <a:solidFill>
                  <a:srgbClr val="2C617B"/>
                </a:solidFill>
                <a:latin typeface="Nimbus Mono PS"/>
                <a:ea typeface="Nimbus Mono PS"/>
                <a:cs typeface="Nimbus Mono PS"/>
              </a:defRPr>
            </a:lvl9pPr>
          </a:lstStyle>
          <a:p xmlns:a="http://schemas.openxmlformats.org/drawingml/2006/main">
            <a:pPr>
              <a:defRPr sz="2025" b="1" i="0">
                <a:solidFill>
                  <a:srgbClr val="2C617B"/>
                </a:solidFill>
                <a:latin typeface="Nimbus Mono PS"/>
                <a:ea typeface="Nimbus Mono PS"/>
                <a:cs typeface="Nimbus Mono PS"/>
              </a:defRPr>
            </a:pPr>
            <a:r>
              <a:rPr sz="2025" b="1" i="0">
                <a:solidFill>
                  <a:srgbClr val="2C617B"/>
                </a:solidFill>
                <a:latin typeface="Nimbus Mono PS"/>
                <a:ea typeface="Nimbus Mono PS"/>
                <a:cs typeface="Nimbus Mono PS"/>
              </a:rPr>
              <a:t>08–16</a:t>
            </a:r>
          </a:p>
        </p:txBody>
      </p:sp>
      <p:sp>
        <p:nvSpPr>
          <p:cNvPr id="18" name="text-16">
            <a:extLst xmlns:a="http://schemas.openxmlformats.org/drawingml/2006/main">
              <a:ext uri="{FF2B5EF4-FFF2-40B4-BE49-F238E27FC236}">
                <a16:creationId xmlns:a16="http://schemas.microsoft.com/office/drawing/2014/main" id="{463C6D8F-6208-4EB5-A24B-95C6F0B78912}"/>
              </a:ext>
            </a:extLst>
          </p:cNvPr>
          <p:cNvSpPr>
            <a:spLocks xmlns:a="http://schemas.openxmlformats.org/drawingml/2006/main" noGrp="1"/>
          </p:cNvSpPr>
          <p:nvPr/>
        </p:nvSpPr>
        <p:spPr>
          <a:xfrm xmlns:a="http://schemas.openxmlformats.org/drawingml/2006/main">
            <a:off x="762000" y="6267450"/>
            <a:ext cx="1047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600" b="1" i="0">
                <a:solidFill>
                  <a:srgbClr val="B9502E"/>
                </a:solidFill>
                <a:latin typeface="Nimbus Mono PS"/>
                <a:ea typeface="Nimbus Mono PS"/>
                <a:cs typeface="Nimbus Mono PS"/>
              </a:defRPr>
            </a:defPPr>
            <a:lvl1pPr>
              <a:defRPr sz="3600" b="1" i="0">
                <a:solidFill>
                  <a:srgbClr val="B9502E"/>
                </a:solidFill>
                <a:latin typeface="Nimbus Mono PS"/>
                <a:ea typeface="Nimbus Mono PS"/>
                <a:cs typeface="Nimbus Mono PS"/>
              </a:defRPr>
            </a:lvl1pPr>
            <a:lvl2pPr>
              <a:defRPr sz="3600" b="1" i="0">
                <a:solidFill>
                  <a:srgbClr val="B9502E"/>
                </a:solidFill>
                <a:latin typeface="Nimbus Mono PS"/>
                <a:ea typeface="Nimbus Mono PS"/>
                <a:cs typeface="Nimbus Mono PS"/>
              </a:defRPr>
            </a:lvl2pPr>
            <a:lvl3pPr>
              <a:defRPr sz="3600" b="1" i="0">
                <a:solidFill>
                  <a:srgbClr val="B9502E"/>
                </a:solidFill>
                <a:latin typeface="Nimbus Mono PS"/>
                <a:ea typeface="Nimbus Mono PS"/>
                <a:cs typeface="Nimbus Mono PS"/>
              </a:defRPr>
            </a:lvl3pPr>
            <a:lvl4pPr>
              <a:defRPr sz="3600" b="1" i="0">
                <a:solidFill>
                  <a:srgbClr val="B9502E"/>
                </a:solidFill>
                <a:latin typeface="Nimbus Mono PS"/>
                <a:ea typeface="Nimbus Mono PS"/>
                <a:cs typeface="Nimbus Mono PS"/>
              </a:defRPr>
            </a:lvl4pPr>
            <a:lvl5pPr>
              <a:defRPr sz="3600" b="1" i="0">
                <a:solidFill>
                  <a:srgbClr val="B9502E"/>
                </a:solidFill>
                <a:latin typeface="Nimbus Mono PS"/>
                <a:ea typeface="Nimbus Mono PS"/>
                <a:cs typeface="Nimbus Mono PS"/>
              </a:defRPr>
            </a:lvl5pPr>
            <a:lvl6pPr>
              <a:defRPr sz="3600" b="1" i="0">
                <a:solidFill>
                  <a:srgbClr val="B9502E"/>
                </a:solidFill>
                <a:latin typeface="Nimbus Mono PS"/>
                <a:ea typeface="Nimbus Mono PS"/>
                <a:cs typeface="Nimbus Mono PS"/>
              </a:defRPr>
            </a:lvl6pPr>
            <a:lvl7pPr>
              <a:defRPr sz="3600" b="1" i="0">
                <a:solidFill>
                  <a:srgbClr val="B9502E"/>
                </a:solidFill>
                <a:latin typeface="Nimbus Mono PS"/>
                <a:ea typeface="Nimbus Mono PS"/>
                <a:cs typeface="Nimbus Mono PS"/>
              </a:defRPr>
            </a:lvl7pPr>
            <a:lvl8pPr>
              <a:defRPr sz="3600" b="1" i="0">
                <a:solidFill>
                  <a:srgbClr val="B9502E"/>
                </a:solidFill>
                <a:latin typeface="Nimbus Mono PS"/>
                <a:ea typeface="Nimbus Mono PS"/>
                <a:cs typeface="Nimbus Mono PS"/>
              </a:defRPr>
            </a:lvl8pPr>
            <a:lvl9pPr>
              <a:defRPr sz="3600" b="1" i="0">
                <a:solidFill>
                  <a:srgbClr val="B9502E"/>
                </a:solidFill>
                <a:latin typeface="Nimbus Mono PS"/>
                <a:ea typeface="Nimbus Mono PS"/>
                <a:cs typeface="Nimbus Mono PS"/>
              </a:defRPr>
            </a:lvl9pPr>
          </a:lstStyle>
          <a:p xmlns:a="http://schemas.openxmlformats.org/drawingml/2006/main">
            <a:pPr>
              <a:defRPr sz="3600" b="1" i="0">
                <a:solidFill>
                  <a:srgbClr val="B9502E"/>
                </a:solidFill>
                <a:latin typeface="Nimbus Mono PS"/>
                <a:ea typeface="Nimbus Mono PS"/>
                <a:cs typeface="Nimbus Mono PS"/>
              </a:defRPr>
            </a:pPr>
            <a:r>
              <a:rPr sz="3600" b="1" i="0">
                <a:solidFill>
                  <a:srgbClr val="B9502E"/>
                </a:solidFill>
                <a:latin typeface="Nimbus Mono PS"/>
                <a:ea typeface="Nimbus Mono PS"/>
                <a:cs typeface="Nimbus Mono PS"/>
              </a:rPr>
              <a:t>04</a:t>
            </a:r>
          </a:p>
        </p:txBody>
      </p:sp>
      <p:sp>
        <p:nvSpPr>
          <p:cNvPr id="19" name="text-17">
            <a:extLst xmlns:a="http://schemas.openxmlformats.org/drawingml/2006/main">
              <a:ext uri="{FF2B5EF4-FFF2-40B4-BE49-F238E27FC236}">
                <a16:creationId xmlns:a16="http://schemas.microsoft.com/office/drawing/2014/main" id="{CE4073BF-A05A-44BD-8AD6-694099127AD5}"/>
              </a:ext>
            </a:extLst>
          </p:cNvPr>
          <p:cNvSpPr>
            <a:spLocks xmlns:a="http://schemas.openxmlformats.org/drawingml/2006/main" noGrp="1"/>
          </p:cNvSpPr>
          <p:nvPr/>
        </p:nvSpPr>
        <p:spPr>
          <a:xfrm xmlns:a="http://schemas.openxmlformats.org/drawingml/2006/main">
            <a:off x="2190750" y="6267450"/>
            <a:ext cx="10572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625" b="1" i="0">
                <a:solidFill>
                  <a:srgbClr val="193244"/>
                </a:solidFill>
                <a:latin typeface="Nimbus Sans"/>
                <a:ea typeface="Nimbus Sans"/>
                <a:cs typeface="Nimbus Sans"/>
              </a:defRPr>
            </a:defPPr>
            <a:lvl1pPr>
              <a:defRPr sz="2625" b="1" i="0">
                <a:solidFill>
                  <a:srgbClr val="193244"/>
                </a:solidFill>
                <a:latin typeface="Nimbus Sans"/>
                <a:ea typeface="Nimbus Sans"/>
                <a:cs typeface="Nimbus Sans"/>
              </a:defRPr>
            </a:lvl1pPr>
            <a:lvl2pPr>
              <a:defRPr sz="2625" b="1" i="0">
                <a:solidFill>
                  <a:srgbClr val="193244"/>
                </a:solidFill>
                <a:latin typeface="Nimbus Sans"/>
                <a:ea typeface="Nimbus Sans"/>
                <a:cs typeface="Nimbus Sans"/>
              </a:defRPr>
            </a:lvl2pPr>
            <a:lvl3pPr>
              <a:defRPr sz="2625" b="1" i="0">
                <a:solidFill>
                  <a:srgbClr val="193244"/>
                </a:solidFill>
                <a:latin typeface="Nimbus Sans"/>
                <a:ea typeface="Nimbus Sans"/>
                <a:cs typeface="Nimbus Sans"/>
              </a:defRPr>
            </a:lvl3pPr>
            <a:lvl4pPr>
              <a:defRPr sz="2625" b="1" i="0">
                <a:solidFill>
                  <a:srgbClr val="193244"/>
                </a:solidFill>
                <a:latin typeface="Nimbus Sans"/>
                <a:ea typeface="Nimbus Sans"/>
                <a:cs typeface="Nimbus Sans"/>
              </a:defRPr>
            </a:lvl4pPr>
            <a:lvl5pPr>
              <a:defRPr sz="2625" b="1" i="0">
                <a:solidFill>
                  <a:srgbClr val="193244"/>
                </a:solidFill>
                <a:latin typeface="Nimbus Sans"/>
                <a:ea typeface="Nimbus Sans"/>
                <a:cs typeface="Nimbus Sans"/>
              </a:defRPr>
            </a:lvl5pPr>
            <a:lvl6pPr>
              <a:defRPr sz="2625" b="1" i="0">
                <a:solidFill>
                  <a:srgbClr val="193244"/>
                </a:solidFill>
                <a:latin typeface="Nimbus Sans"/>
                <a:ea typeface="Nimbus Sans"/>
                <a:cs typeface="Nimbus Sans"/>
              </a:defRPr>
            </a:lvl6pPr>
            <a:lvl7pPr>
              <a:defRPr sz="2625" b="1" i="0">
                <a:solidFill>
                  <a:srgbClr val="193244"/>
                </a:solidFill>
                <a:latin typeface="Nimbus Sans"/>
                <a:ea typeface="Nimbus Sans"/>
                <a:cs typeface="Nimbus Sans"/>
              </a:defRPr>
            </a:lvl7pPr>
            <a:lvl8pPr>
              <a:defRPr sz="2625" b="1" i="0">
                <a:solidFill>
                  <a:srgbClr val="193244"/>
                </a:solidFill>
                <a:latin typeface="Nimbus Sans"/>
                <a:ea typeface="Nimbus Sans"/>
                <a:cs typeface="Nimbus Sans"/>
              </a:defRPr>
            </a:lvl8pPr>
            <a:lvl9pPr>
              <a:defRPr sz="2625" b="1" i="0">
                <a:solidFill>
                  <a:srgbClr val="193244"/>
                </a:solidFill>
                <a:latin typeface="Nimbus Sans"/>
                <a:ea typeface="Nimbus Sans"/>
                <a:cs typeface="Nimbus Sans"/>
              </a:defRPr>
            </a:lvl9pPr>
          </a:lstStyle>
          <a:p xmlns:a="http://schemas.openxmlformats.org/drawingml/2006/main">
            <a:pPr>
              <a:defRPr sz="2625" b="1" i="0">
                <a:solidFill>
                  <a:srgbClr val="193244"/>
                </a:solidFill>
                <a:latin typeface="Nimbus Sans"/>
                <a:ea typeface="Nimbus Sans"/>
                <a:cs typeface="Nimbus Sans"/>
              </a:defRPr>
            </a:pPr>
            <a:r>
              <a:rPr sz="2625" b="1" i="0">
                <a:solidFill>
                  <a:srgbClr val="193244"/>
                </a:solidFill>
                <a:latin typeface="Nimbus Sans"/>
                <a:ea typeface="Nimbus Sans"/>
                <a:cs typeface="Nimbus Sans"/>
              </a:rPr>
              <a:t>De onde vêm as ideias?</a:t>
            </a:r>
          </a:p>
        </p:txBody>
      </p:sp>
      <p:sp>
        <p:nvSpPr>
          <p:cNvPr id="20" name="text-18">
            <a:extLst xmlns:a="http://schemas.openxmlformats.org/drawingml/2006/main">
              <a:ext uri="{FF2B5EF4-FFF2-40B4-BE49-F238E27FC236}">
                <a16:creationId xmlns:a16="http://schemas.microsoft.com/office/drawing/2014/main" id="{FECB9478-9916-4A36-92BF-A3BC504315E2}"/>
              </a:ext>
            </a:extLst>
          </p:cNvPr>
          <p:cNvSpPr>
            <a:spLocks xmlns:a="http://schemas.openxmlformats.org/drawingml/2006/main" noGrp="1"/>
          </p:cNvSpPr>
          <p:nvPr/>
        </p:nvSpPr>
        <p:spPr>
          <a:xfrm xmlns:a="http://schemas.openxmlformats.org/drawingml/2006/main">
            <a:off x="2209800" y="6772275"/>
            <a:ext cx="10572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0" i="0">
                <a:solidFill>
                  <a:srgbClr val="54656D"/>
                </a:solidFill>
                <a:latin typeface="Nimbus Sans"/>
                <a:ea typeface="Nimbus Sans"/>
                <a:cs typeface="Nimbus Sans"/>
              </a:defRPr>
            </a:defPPr>
            <a:lvl1pPr>
              <a:defRPr sz="2025" b="0" i="0">
                <a:solidFill>
                  <a:srgbClr val="54656D"/>
                </a:solidFill>
                <a:latin typeface="Nimbus Sans"/>
                <a:ea typeface="Nimbus Sans"/>
                <a:cs typeface="Nimbus Sans"/>
              </a:defRPr>
            </a:lvl1pPr>
            <a:lvl2pPr>
              <a:defRPr sz="2025" b="0" i="0">
                <a:solidFill>
                  <a:srgbClr val="54656D"/>
                </a:solidFill>
                <a:latin typeface="Nimbus Sans"/>
                <a:ea typeface="Nimbus Sans"/>
                <a:cs typeface="Nimbus Sans"/>
              </a:defRPr>
            </a:lvl2pPr>
            <a:lvl3pPr>
              <a:defRPr sz="2025" b="0" i="0">
                <a:solidFill>
                  <a:srgbClr val="54656D"/>
                </a:solidFill>
                <a:latin typeface="Nimbus Sans"/>
                <a:ea typeface="Nimbus Sans"/>
                <a:cs typeface="Nimbus Sans"/>
              </a:defRPr>
            </a:lvl3pPr>
            <a:lvl4pPr>
              <a:defRPr sz="2025" b="0" i="0">
                <a:solidFill>
                  <a:srgbClr val="54656D"/>
                </a:solidFill>
                <a:latin typeface="Nimbus Sans"/>
                <a:ea typeface="Nimbus Sans"/>
                <a:cs typeface="Nimbus Sans"/>
              </a:defRPr>
            </a:lvl4pPr>
            <a:lvl5pPr>
              <a:defRPr sz="2025" b="0" i="0">
                <a:solidFill>
                  <a:srgbClr val="54656D"/>
                </a:solidFill>
                <a:latin typeface="Nimbus Sans"/>
                <a:ea typeface="Nimbus Sans"/>
                <a:cs typeface="Nimbus Sans"/>
              </a:defRPr>
            </a:lvl5pPr>
            <a:lvl6pPr>
              <a:defRPr sz="2025" b="0" i="0">
                <a:solidFill>
                  <a:srgbClr val="54656D"/>
                </a:solidFill>
                <a:latin typeface="Nimbus Sans"/>
                <a:ea typeface="Nimbus Sans"/>
                <a:cs typeface="Nimbus Sans"/>
              </a:defRPr>
            </a:lvl6pPr>
            <a:lvl7pPr>
              <a:defRPr sz="2025" b="0" i="0">
                <a:solidFill>
                  <a:srgbClr val="54656D"/>
                </a:solidFill>
                <a:latin typeface="Nimbus Sans"/>
                <a:ea typeface="Nimbus Sans"/>
                <a:cs typeface="Nimbus Sans"/>
              </a:defRPr>
            </a:lvl7pPr>
            <a:lvl8pPr>
              <a:defRPr sz="2025" b="0" i="0">
                <a:solidFill>
                  <a:srgbClr val="54656D"/>
                </a:solidFill>
                <a:latin typeface="Nimbus Sans"/>
                <a:ea typeface="Nimbus Sans"/>
                <a:cs typeface="Nimbus Sans"/>
              </a:defRPr>
            </a:lvl8pPr>
            <a:lvl9pPr>
              <a:defRPr sz="2025" b="0" i="0">
                <a:solidFill>
                  <a:srgbClr val="54656D"/>
                </a:solidFill>
                <a:latin typeface="Nimbus Sans"/>
                <a:ea typeface="Nimbus Sans"/>
                <a:cs typeface="Nimbus Sans"/>
              </a:defRPr>
            </a:lvl9pPr>
          </a:lstStyle>
          <a:p xmlns:a="http://schemas.openxmlformats.org/drawingml/2006/main">
            <a:pPr>
              <a:defRPr sz="2025" b="0" i="0">
                <a:solidFill>
                  <a:srgbClr val="54656D"/>
                </a:solidFill>
                <a:latin typeface="Nimbus Sans"/>
                <a:ea typeface="Nimbus Sans"/>
                <a:cs typeface="Nimbus Sans"/>
              </a:defRPr>
            </a:pPr>
            <a:r>
              <a:rPr sz="2025" b="0" i="0">
                <a:solidFill>
                  <a:srgbClr val="54656D"/>
                </a:solidFill>
                <a:latin typeface="Nimbus Sans"/>
                <a:ea typeface="Nimbus Sans"/>
                <a:cs typeface="Nimbus Sans"/>
              </a:rPr>
              <a:t>Referências e influências do método</a:t>
            </a:r>
          </a:p>
        </p:txBody>
      </p:sp>
      <p:sp>
        <p:nvSpPr>
          <p:cNvPr id="21" name="text-19">
            <a:extLst xmlns:a="http://schemas.openxmlformats.org/drawingml/2006/main">
              <a:ext uri="{FF2B5EF4-FFF2-40B4-BE49-F238E27FC236}">
                <a16:creationId xmlns:a16="http://schemas.microsoft.com/office/drawing/2014/main" id="{E2961CB8-7E21-40DC-A279-122189CEE708}"/>
              </a:ext>
            </a:extLst>
          </p:cNvPr>
          <p:cNvSpPr>
            <a:spLocks xmlns:a="http://schemas.openxmlformats.org/drawingml/2006/main" noGrp="1"/>
          </p:cNvSpPr>
          <p:nvPr/>
        </p:nvSpPr>
        <p:spPr>
          <a:xfrm xmlns:a="http://schemas.openxmlformats.org/drawingml/2006/main">
            <a:off x="13239750" y="6315075"/>
            <a:ext cx="1238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1" i="0">
                <a:solidFill>
                  <a:srgbClr val="2C617B"/>
                </a:solidFill>
                <a:latin typeface="Nimbus Mono PS"/>
                <a:ea typeface="Nimbus Mono PS"/>
                <a:cs typeface="Nimbus Mono PS"/>
              </a:defRPr>
            </a:defPPr>
            <a:lvl1pPr>
              <a:defRPr sz="2025" b="1" i="0">
                <a:solidFill>
                  <a:srgbClr val="2C617B"/>
                </a:solidFill>
                <a:latin typeface="Nimbus Mono PS"/>
                <a:ea typeface="Nimbus Mono PS"/>
                <a:cs typeface="Nimbus Mono PS"/>
              </a:defRPr>
            </a:lvl1pPr>
            <a:lvl2pPr>
              <a:defRPr sz="2025" b="1" i="0">
                <a:solidFill>
                  <a:srgbClr val="2C617B"/>
                </a:solidFill>
                <a:latin typeface="Nimbus Mono PS"/>
                <a:ea typeface="Nimbus Mono PS"/>
                <a:cs typeface="Nimbus Mono PS"/>
              </a:defRPr>
            </a:lvl2pPr>
            <a:lvl3pPr>
              <a:defRPr sz="2025" b="1" i="0">
                <a:solidFill>
                  <a:srgbClr val="2C617B"/>
                </a:solidFill>
                <a:latin typeface="Nimbus Mono PS"/>
                <a:ea typeface="Nimbus Mono PS"/>
                <a:cs typeface="Nimbus Mono PS"/>
              </a:defRPr>
            </a:lvl3pPr>
            <a:lvl4pPr>
              <a:defRPr sz="2025" b="1" i="0">
                <a:solidFill>
                  <a:srgbClr val="2C617B"/>
                </a:solidFill>
                <a:latin typeface="Nimbus Mono PS"/>
                <a:ea typeface="Nimbus Mono PS"/>
                <a:cs typeface="Nimbus Mono PS"/>
              </a:defRPr>
            </a:lvl4pPr>
            <a:lvl5pPr>
              <a:defRPr sz="2025" b="1" i="0">
                <a:solidFill>
                  <a:srgbClr val="2C617B"/>
                </a:solidFill>
                <a:latin typeface="Nimbus Mono PS"/>
                <a:ea typeface="Nimbus Mono PS"/>
                <a:cs typeface="Nimbus Mono PS"/>
              </a:defRPr>
            </a:lvl5pPr>
            <a:lvl6pPr>
              <a:defRPr sz="2025" b="1" i="0">
                <a:solidFill>
                  <a:srgbClr val="2C617B"/>
                </a:solidFill>
                <a:latin typeface="Nimbus Mono PS"/>
                <a:ea typeface="Nimbus Mono PS"/>
                <a:cs typeface="Nimbus Mono PS"/>
              </a:defRPr>
            </a:lvl6pPr>
            <a:lvl7pPr>
              <a:defRPr sz="2025" b="1" i="0">
                <a:solidFill>
                  <a:srgbClr val="2C617B"/>
                </a:solidFill>
                <a:latin typeface="Nimbus Mono PS"/>
                <a:ea typeface="Nimbus Mono PS"/>
                <a:cs typeface="Nimbus Mono PS"/>
              </a:defRPr>
            </a:lvl7pPr>
            <a:lvl8pPr>
              <a:defRPr sz="2025" b="1" i="0">
                <a:solidFill>
                  <a:srgbClr val="2C617B"/>
                </a:solidFill>
                <a:latin typeface="Nimbus Mono PS"/>
                <a:ea typeface="Nimbus Mono PS"/>
                <a:cs typeface="Nimbus Mono PS"/>
              </a:defRPr>
            </a:lvl8pPr>
            <a:lvl9pPr>
              <a:defRPr sz="2025" b="1" i="0">
                <a:solidFill>
                  <a:srgbClr val="2C617B"/>
                </a:solidFill>
                <a:latin typeface="Nimbus Mono PS"/>
                <a:ea typeface="Nimbus Mono PS"/>
                <a:cs typeface="Nimbus Mono PS"/>
              </a:defRPr>
            </a:lvl9pPr>
          </a:lstStyle>
          <a:p xmlns:a="http://schemas.openxmlformats.org/drawingml/2006/main">
            <a:pPr>
              <a:defRPr sz="2025" b="1" i="0">
                <a:solidFill>
                  <a:srgbClr val="2C617B"/>
                </a:solidFill>
                <a:latin typeface="Nimbus Mono PS"/>
                <a:ea typeface="Nimbus Mono PS"/>
                <a:cs typeface="Nimbus Mono PS"/>
              </a:defRPr>
            </a:pPr>
            <a:r>
              <a:rPr sz="2025" b="1" i="0">
                <a:solidFill>
                  <a:srgbClr val="2C617B"/>
                </a:solidFill>
                <a:latin typeface="Nimbus Mono PS"/>
                <a:ea typeface="Nimbus Mono PS"/>
                <a:cs typeface="Nimbus Mono PS"/>
              </a:rPr>
              <a:t>17</a:t>
            </a:r>
          </a:p>
        </p:txBody>
      </p:sp>
      <p:sp>
        <p:nvSpPr>
          <p:cNvPr id="22" name="text-20">
            <a:extLst xmlns:a="http://schemas.openxmlformats.org/drawingml/2006/main">
              <a:ext uri="{FF2B5EF4-FFF2-40B4-BE49-F238E27FC236}">
                <a16:creationId xmlns:a16="http://schemas.microsoft.com/office/drawing/2014/main" id="{157E69AD-268B-45C3-A65C-8F8404A15D8D}"/>
              </a:ext>
            </a:extLst>
          </p:cNvPr>
          <p:cNvSpPr>
            <a:spLocks xmlns:a="http://schemas.openxmlformats.org/drawingml/2006/main" noGrp="1"/>
          </p:cNvSpPr>
          <p:nvPr/>
        </p:nvSpPr>
        <p:spPr>
          <a:xfrm xmlns:a="http://schemas.openxmlformats.org/drawingml/2006/main">
            <a:off x="2219325" y="7572375"/>
            <a:ext cx="10953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0" i="1">
                <a:solidFill>
                  <a:srgbClr val="B9502E"/>
                </a:solidFill>
                <a:latin typeface="Nimbus Sans"/>
                <a:ea typeface="Nimbus Sans"/>
                <a:cs typeface="Nimbus Sans"/>
              </a:defRPr>
            </a:defPPr>
            <a:lvl1pPr>
              <a:defRPr sz="2025" b="0" i="1">
                <a:solidFill>
                  <a:srgbClr val="B9502E"/>
                </a:solidFill>
                <a:latin typeface="Nimbus Sans"/>
                <a:ea typeface="Nimbus Sans"/>
                <a:cs typeface="Nimbus Sans"/>
              </a:defRPr>
            </a:lvl1pPr>
            <a:lvl2pPr>
              <a:defRPr sz="2025" b="0" i="1">
                <a:solidFill>
                  <a:srgbClr val="B9502E"/>
                </a:solidFill>
                <a:latin typeface="Nimbus Sans"/>
                <a:ea typeface="Nimbus Sans"/>
                <a:cs typeface="Nimbus Sans"/>
              </a:defRPr>
            </a:lvl2pPr>
            <a:lvl3pPr>
              <a:defRPr sz="2025" b="0" i="1">
                <a:solidFill>
                  <a:srgbClr val="B9502E"/>
                </a:solidFill>
                <a:latin typeface="Nimbus Sans"/>
                <a:ea typeface="Nimbus Sans"/>
                <a:cs typeface="Nimbus Sans"/>
              </a:defRPr>
            </a:lvl3pPr>
            <a:lvl4pPr>
              <a:defRPr sz="2025" b="0" i="1">
                <a:solidFill>
                  <a:srgbClr val="B9502E"/>
                </a:solidFill>
                <a:latin typeface="Nimbus Sans"/>
                <a:ea typeface="Nimbus Sans"/>
                <a:cs typeface="Nimbus Sans"/>
              </a:defRPr>
            </a:lvl4pPr>
            <a:lvl5pPr>
              <a:defRPr sz="2025" b="0" i="1">
                <a:solidFill>
                  <a:srgbClr val="B9502E"/>
                </a:solidFill>
                <a:latin typeface="Nimbus Sans"/>
                <a:ea typeface="Nimbus Sans"/>
                <a:cs typeface="Nimbus Sans"/>
              </a:defRPr>
            </a:lvl5pPr>
            <a:lvl6pPr>
              <a:defRPr sz="2025" b="0" i="1">
                <a:solidFill>
                  <a:srgbClr val="B9502E"/>
                </a:solidFill>
                <a:latin typeface="Nimbus Sans"/>
                <a:ea typeface="Nimbus Sans"/>
                <a:cs typeface="Nimbus Sans"/>
              </a:defRPr>
            </a:lvl6pPr>
            <a:lvl7pPr>
              <a:defRPr sz="2025" b="0" i="1">
                <a:solidFill>
                  <a:srgbClr val="B9502E"/>
                </a:solidFill>
                <a:latin typeface="Nimbus Sans"/>
                <a:ea typeface="Nimbus Sans"/>
                <a:cs typeface="Nimbus Sans"/>
              </a:defRPr>
            </a:lvl7pPr>
            <a:lvl8pPr>
              <a:defRPr sz="2025" b="0" i="1">
                <a:solidFill>
                  <a:srgbClr val="B9502E"/>
                </a:solidFill>
                <a:latin typeface="Nimbus Sans"/>
                <a:ea typeface="Nimbus Sans"/>
                <a:cs typeface="Nimbus Sans"/>
              </a:defRPr>
            </a:lvl8pPr>
            <a:lvl9pPr>
              <a:defRPr sz="2025" b="0" i="1">
                <a:solidFill>
                  <a:srgbClr val="B9502E"/>
                </a:solidFill>
                <a:latin typeface="Nimbus Sans"/>
                <a:ea typeface="Nimbus Sans"/>
                <a:cs typeface="Nimbus Sans"/>
              </a:defRPr>
            </a:lvl9pPr>
          </a:lstStyle>
          <a:p xmlns:a="http://schemas.openxmlformats.org/drawingml/2006/main">
            <a:pPr>
              <a:defRPr sz="2025" b="0" i="1">
                <a:solidFill>
                  <a:srgbClr val="B9502E"/>
                </a:solidFill>
                <a:latin typeface="Nimbus Sans"/>
                <a:ea typeface="Nimbus Sans"/>
                <a:cs typeface="Nimbus Sans"/>
              </a:defRPr>
            </a:pPr>
            <a:r>
              <a:rPr sz="2025" b="0" i="1">
                <a:solidFill>
                  <a:srgbClr val="B9502E"/>
                </a:solidFill>
                <a:latin typeface="Nimbus Sans"/>
                <a:ea typeface="Nimbus Sans"/>
                <a:cs typeface="Nimbus Sans"/>
              </a:rPr>
              <a:t>Conversa para o time e para quem responde pela entrega.</a:t>
            </a:r>
          </a:p>
        </p:txBody>
      </p:sp>
    </p:spTree>
    <p:extLst>
      <p:ext uri="{BB962C8B-B14F-4D97-AF65-F5344CB8AC3E}">
        <p14:creationId xmlns:p14="http://schemas.microsoft.com/office/powerpoint/2010/main" val="248632078"/>
      </p:ext>
    </p:extLst>
  </p:cSld>
</p:sld>
</file>

<file path=ppt/slides/slide3.xml><?xml version="1.0" encoding="utf-8"?>
<p:sld xmlns:p="http://schemas.openxmlformats.org/presentationml/2006/main">
  <p:cSld>
    <p:bg>
      <p:bgPr>
        <a:solidFill xmlns:a="http://schemas.openxmlformats.org/drawingml/2006/main">
          <a:srgbClr val="FCFAF5"/>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B8628DC0-E294-4C15-B08D-194921FDC26B}"/>
              </a:ext>
            </a:extLst>
          </p:cNvPr>
          <p:cNvPicPr>
            <a:picLocks xmlns:a="http://schemas.openxmlformats.org/drawingml/2006/main" noChangeAspect="1"/>
          </p:cNvPicPr>
          <p:nvPr/>
        </p:nvPicPr>
        <p:blipFill>
          <a:blip xmlns:r="http://schemas.openxmlformats.org/officeDocument/2006/relationships" xmlns:a="http://schemas.openxmlformats.org/drawingml/2006/main" r:embed="R9ab168e87aac4eed"/>
          <a:srcRect xmlns:a="http://schemas.openxmlformats.org/drawingml/2006/main" l="0" t="27" r="0" b="27"/>
          <a:stretch xmlns:a="http://schemas.openxmlformats.org/drawingml/2006/main">
            <a:fillRect l="0" t="0" r="0" b="0"/>
          </a:stretch>
        </p:blipFill>
        <p:spPr>
          <a:xfrm xmlns:a="http://schemas.openxmlformats.org/drawingml/2006/main">
            <a:off x="0" y="0"/>
            <a:ext cx="15240000" cy="8572500"/>
          </a:xfrm>
          <a:prstGeom xmlns:a="http://schemas.openxmlformats.org/drawingml/2006/main" prst="rect">
            <a:avLst/>
          </a:prstGeom>
        </p:spPr>
      </p:pic>
      <p:sp>
        <p:nvSpPr>
          <p:cNvPr id="2" name="text-0">
            <a:extLst xmlns:a="http://schemas.openxmlformats.org/drawingml/2006/main">
              <a:ext uri="{FF2B5EF4-FFF2-40B4-BE49-F238E27FC236}">
                <a16:creationId xmlns:a16="http://schemas.microsoft.com/office/drawing/2014/main" id="{D8CEA251-03E5-48BB-80BA-CBC6BC58C824}"/>
              </a:ext>
            </a:extLst>
          </p:cNvPr>
          <p:cNvSpPr>
            <a:spLocks xmlns:a="http://schemas.openxmlformats.org/drawingml/2006/main" noGrp="1"/>
          </p:cNvSpPr>
          <p:nvPr/>
        </p:nvSpPr>
        <p:spPr>
          <a:xfrm xmlns:a="http://schemas.openxmlformats.org/drawingml/2006/main">
            <a:off x="742950" y="8096250"/>
            <a:ext cx="12573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00" b="0" i="0">
                <a:solidFill>
                  <a:srgbClr val="54656D"/>
                </a:solidFill>
                <a:latin typeface="Nimbus Mono PS"/>
                <a:ea typeface="Nimbus Mono PS"/>
                <a:cs typeface="Nimbus Mono PS"/>
              </a:defRPr>
            </a:defPPr>
            <a:lvl1pPr>
              <a:defRPr sz="1200" b="0" i="0">
                <a:solidFill>
                  <a:srgbClr val="54656D"/>
                </a:solidFill>
                <a:latin typeface="Nimbus Mono PS"/>
                <a:ea typeface="Nimbus Mono PS"/>
                <a:cs typeface="Nimbus Mono PS"/>
              </a:defRPr>
            </a:lvl1pPr>
            <a:lvl2pPr>
              <a:defRPr sz="1200" b="0" i="0">
                <a:solidFill>
                  <a:srgbClr val="54656D"/>
                </a:solidFill>
                <a:latin typeface="Nimbus Mono PS"/>
                <a:ea typeface="Nimbus Mono PS"/>
                <a:cs typeface="Nimbus Mono PS"/>
              </a:defRPr>
            </a:lvl2pPr>
            <a:lvl3pPr>
              <a:defRPr sz="1200" b="0" i="0">
                <a:solidFill>
                  <a:srgbClr val="54656D"/>
                </a:solidFill>
                <a:latin typeface="Nimbus Mono PS"/>
                <a:ea typeface="Nimbus Mono PS"/>
                <a:cs typeface="Nimbus Mono PS"/>
              </a:defRPr>
            </a:lvl3pPr>
            <a:lvl4pPr>
              <a:defRPr sz="1200" b="0" i="0">
                <a:solidFill>
                  <a:srgbClr val="54656D"/>
                </a:solidFill>
                <a:latin typeface="Nimbus Mono PS"/>
                <a:ea typeface="Nimbus Mono PS"/>
                <a:cs typeface="Nimbus Mono PS"/>
              </a:defRPr>
            </a:lvl4pPr>
            <a:lvl5pPr>
              <a:defRPr sz="1200" b="0" i="0">
                <a:solidFill>
                  <a:srgbClr val="54656D"/>
                </a:solidFill>
                <a:latin typeface="Nimbus Mono PS"/>
                <a:ea typeface="Nimbus Mono PS"/>
                <a:cs typeface="Nimbus Mono PS"/>
              </a:defRPr>
            </a:lvl5pPr>
            <a:lvl6pPr>
              <a:defRPr sz="1200" b="0" i="0">
                <a:solidFill>
                  <a:srgbClr val="54656D"/>
                </a:solidFill>
                <a:latin typeface="Nimbus Mono PS"/>
                <a:ea typeface="Nimbus Mono PS"/>
                <a:cs typeface="Nimbus Mono PS"/>
              </a:defRPr>
            </a:lvl6pPr>
            <a:lvl7pPr>
              <a:defRPr sz="1200" b="0" i="0">
                <a:solidFill>
                  <a:srgbClr val="54656D"/>
                </a:solidFill>
                <a:latin typeface="Nimbus Mono PS"/>
                <a:ea typeface="Nimbus Mono PS"/>
                <a:cs typeface="Nimbus Mono PS"/>
              </a:defRPr>
            </a:lvl7pPr>
            <a:lvl8pPr>
              <a:defRPr sz="1200" b="0" i="0">
                <a:solidFill>
                  <a:srgbClr val="54656D"/>
                </a:solidFill>
                <a:latin typeface="Nimbus Mono PS"/>
                <a:ea typeface="Nimbus Mono PS"/>
                <a:cs typeface="Nimbus Mono PS"/>
              </a:defRPr>
            </a:lvl8pPr>
            <a:lvl9pPr>
              <a:defRPr sz="1200" b="0" i="0">
                <a:solidFill>
                  <a:srgbClr val="54656D"/>
                </a:solidFill>
                <a:latin typeface="Nimbus Mono PS"/>
                <a:ea typeface="Nimbus Mono PS"/>
                <a:cs typeface="Nimbus Mono PS"/>
              </a:defRPr>
            </a:lvl9pPr>
          </a:lstStyle>
          <a:p xmlns:a="http://schemas.openxmlformats.org/drawingml/2006/main">
            <a:pPr>
              <a:defRPr sz="1200" b="0" i="0">
                <a:solidFill>
                  <a:srgbClr val="54656D"/>
                </a:solidFill>
                <a:latin typeface="Nimbus Mono PS"/>
                <a:ea typeface="Nimbus Mono PS"/>
                <a:cs typeface="Nimbus Mono PS"/>
              </a:defRPr>
            </a:pPr>
            <a:r>
              <a:rPr sz="1200" b="0" i="0">
                <a:solidFill>
                  <a:srgbClr val="54656D"/>
                </a:solidFill>
                <a:latin typeface="Nimbus Mono PS"/>
                <a:ea typeface="Nimbus Mono PS"/>
                <a:cs typeface="Nimbus Mono PS"/>
              </a:rPr>
              <a:t>ABERTURA  /  CONCEITOS</a:t>
            </a:r>
          </a:p>
        </p:txBody>
      </p:sp>
      <p:sp>
        <p:nvSpPr>
          <p:cNvPr id="3" name="text-1">
            <a:extLst xmlns:a="http://schemas.openxmlformats.org/drawingml/2006/main">
              <a:ext uri="{FF2B5EF4-FFF2-40B4-BE49-F238E27FC236}">
                <a16:creationId xmlns:a16="http://schemas.microsoft.com/office/drawing/2014/main" id="{42ACA91D-F00A-4764-8426-C736B1B2E5A7}"/>
              </a:ext>
            </a:extLst>
          </p:cNvPr>
          <p:cNvSpPr>
            <a:spLocks xmlns:a="http://schemas.openxmlformats.org/drawingml/2006/main" noGrp="1"/>
          </p:cNvSpPr>
          <p:nvPr/>
        </p:nvSpPr>
        <p:spPr>
          <a:xfrm xmlns:a="http://schemas.openxmlformats.org/drawingml/2006/main">
            <a:off x="13944600" y="8048625"/>
            <a:ext cx="609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1" i="0">
                <a:solidFill>
                  <a:srgbClr val="B9502E"/>
                </a:solidFill>
                <a:latin typeface="Nimbus Mono PS"/>
                <a:ea typeface="Nimbus Mono PS"/>
                <a:cs typeface="Nimbus Mono PS"/>
              </a:defRPr>
            </a:defPPr>
            <a:lvl1pPr>
              <a:defRPr sz="1800" b="1" i="0">
                <a:solidFill>
                  <a:srgbClr val="B9502E"/>
                </a:solidFill>
                <a:latin typeface="Nimbus Mono PS"/>
                <a:ea typeface="Nimbus Mono PS"/>
                <a:cs typeface="Nimbus Mono PS"/>
              </a:defRPr>
            </a:lvl1pPr>
            <a:lvl2pPr>
              <a:defRPr sz="1800" b="1" i="0">
                <a:solidFill>
                  <a:srgbClr val="B9502E"/>
                </a:solidFill>
                <a:latin typeface="Nimbus Mono PS"/>
                <a:ea typeface="Nimbus Mono PS"/>
                <a:cs typeface="Nimbus Mono PS"/>
              </a:defRPr>
            </a:lvl2pPr>
            <a:lvl3pPr>
              <a:defRPr sz="1800" b="1" i="0">
                <a:solidFill>
                  <a:srgbClr val="B9502E"/>
                </a:solidFill>
                <a:latin typeface="Nimbus Mono PS"/>
                <a:ea typeface="Nimbus Mono PS"/>
                <a:cs typeface="Nimbus Mono PS"/>
              </a:defRPr>
            </a:lvl3pPr>
            <a:lvl4pPr>
              <a:defRPr sz="1800" b="1" i="0">
                <a:solidFill>
                  <a:srgbClr val="B9502E"/>
                </a:solidFill>
                <a:latin typeface="Nimbus Mono PS"/>
                <a:ea typeface="Nimbus Mono PS"/>
                <a:cs typeface="Nimbus Mono PS"/>
              </a:defRPr>
            </a:lvl4pPr>
            <a:lvl5pPr>
              <a:defRPr sz="1800" b="1" i="0">
                <a:solidFill>
                  <a:srgbClr val="B9502E"/>
                </a:solidFill>
                <a:latin typeface="Nimbus Mono PS"/>
                <a:ea typeface="Nimbus Mono PS"/>
                <a:cs typeface="Nimbus Mono PS"/>
              </a:defRPr>
            </a:lvl5pPr>
            <a:lvl6pPr>
              <a:defRPr sz="1800" b="1" i="0">
                <a:solidFill>
                  <a:srgbClr val="B9502E"/>
                </a:solidFill>
                <a:latin typeface="Nimbus Mono PS"/>
                <a:ea typeface="Nimbus Mono PS"/>
                <a:cs typeface="Nimbus Mono PS"/>
              </a:defRPr>
            </a:lvl6pPr>
            <a:lvl7pPr>
              <a:defRPr sz="1800" b="1" i="0">
                <a:solidFill>
                  <a:srgbClr val="B9502E"/>
                </a:solidFill>
                <a:latin typeface="Nimbus Mono PS"/>
                <a:ea typeface="Nimbus Mono PS"/>
                <a:cs typeface="Nimbus Mono PS"/>
              </a:defRPr>
            </a:lvl7pPr>
            <a:lvl8pPr>
              <a:defRPr sz="1800" b="1" i="0">
                <a:solidFill>
                  <a:srgbClr val="B9502E"/>
                </a:solidFill>
                <a:latin typeface="Nimbus Mono PS"/>
                <a:ea typeface="Nimbus Mono PS"/>
                <a:cs typeface="Nimbus Mono PS"/>
              </a:defRPr>
            </a:lvl8pPr>
            <a:lvl9pPr>
              <a:defRPr sz="1800" b="1" i="0">
                <a:solidFill>
                  <a:srgbClr val="B9502E"/>
                </a:solidFill>
                <a:latin typeface="Nimbus Mono PS"/>
                <a:ea typeface="Nimbus Mono PS"/>
                <a:cs typeface="Nimbus Mono PS"/>
              </a:defRPr>
            </a:lvl9pPr>
          </a:lstStyle>
          <a:p xmlns:a="http://schemas.openxmlformats.org/drawingml/2006/main">
            <a:pPr>
              <a:defRPr sz="1800" b="1" i="0">
                <a:solidFill>
                  <a:srgbClr val="B9502E"/>
                </a:solidFill>
                <a:latin typeface="Nimbus Mono PS"/>
                <a:ea typeface="Nimbus Mono PS"/>
                <a:cs typeface="Nimbus Mono PS"/>
              </a:defRPr>
            </a:pPr>
            <a:r>
              <a:rPr sz="1800" b="1" i="0">
                <a:solidFill>
                  <a:srgbClr val="B9502E"/>
                </a:solidFill>
                <a:latin typeface="Nimbus Mono PS"/>
                <a:ea typeface="Nimbus Mono PS"/>
                <a:cs typeface="Nimbus Mono PS"/>
              </a:rPr>
              <a:t>03</a:t>
            </a:r>
          </a:p>
        </p:txBody>
      </p:sp>
      <p:sp>
        <p:nvSpPr>
          <p:cNvPr id="4" name="text-2">
            <a:extLst xmlns:a="http://schemas.openxmlformats.org/drawingml/2006/main">
              <a:ext uri="{FF2B5EF4-FFF2-40B4-BE49-F238E27FC236}">
                <a16:creationId xmlns:a16="http://schemas.microsoft.com/office/drawing/2014/main" id="{06FA6CA2-C2C2-4AA2-A13A-F00DD66E0A66}"/>
              </a:ext>
            </a:extLst>
          </p:cNvPr>
          <p:cNvSpPr>
            <a:spLocks xmlns:a="http://schemas.openxmlformats.org/drawingml/2006/main" noGrp="1"/>
          </p:cNvSpPr>
          <p:nvPr/>
        </p:nvSpPr>
        <p:spPr>
          <a:xfrm xmlns:a="http://schemas.openxmlformats.org/drawingml/2006/main">
            <a:off x="742950" y="857250"/>
            <a:ext cx="13763625" cy="1762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5850" b="1" i="0">
                <a:solidFill>
                  <a:srgbClr val="193244"/>
                </a:solidFill>
                <a:latin typeface="Nimbus Mono PS"/>
                <a:ea typeface="Nimbus Mono PS"/>
                <a:cs typeface="Nimbus Mono PS"/>
              </a:defRPr>
            </a:defPPr>
            <a:lvl1pPr>
              <a:defRPr sz="5850" b="1" i="0">
                <a:solidFill>
                  <a:srgbClr val="193244"/>
                </a:solidFill>
                <a:latin typeface="Nimbus Mono PS"/>
                <a:ea typeface="Nimbus Mono PS"/>
                <a:cs typeface="Nimbus Mono PS"/>
              </a:defRPr>
            </a:lvl1pPr>
            <a:lvl2pPr>
              <a:defRPr sz="5850" b="1" i="0">
                <a:solidFill>
                  <a:srgbClr val="193244"/>
                </a:solidFill>
                <a:latin typeface="Nimbus Mono PS"/>
                <a:ea typeface="Nimbus Mono PS"/>
                <a:cs typeface="Nimbus Mono PS"/>
              </a:defRPr>
            </a:lvl2pPr>
            <a:lvl3pPr>
              <a:defRPr sz="5850" b="1" i="0">
                <a:solidFill>
                  <a:srgbClr val="193244"/>
                </a:solidFill>
                <a:latin typeface="Nimbus Mono PS"/>
                <a:ea typeface="Nimbus Mono PS"/>
                <a:cs typeface="Nimbus Mono PS"/>
              </a:defRPr>
            </a:lvl3pPr>
            <a:lvl4pPr>
              <a:defRPr sz="5850" b="1" i="0">
                <a:solidFill>
                  <a:srgbClr val="193244"/>
                </a:solidFill>
                <a:latin typeface="Nimbus Mono PS"/>
                <a:ea typeface="Nimbus Mono PS"/>
                <a:cs typeface="Nimbus Mono PS"/>
              </a:defRPr>
            </a:lvl4pPr>
            <a:lvl5pPr>
              <a:defRPr sz="5850" b="1" i="0">
                <a:solidFill>
                  <a:srgbClr val="193244"/>
                </a:solidFill>
                <a:latin typeface="Nimbus Mono PS"/>
                <a:ea typeface="Nimbus Mono PS"/>
                <a:cs typeface="Nimbus Mono PS"/>
              </a:defRPr>
            </a:lvl5pPr>
            <a:lvl6pPr>
              <a:defRPr sz="5850" b="1" i="0">
                <a:solidFill>
                  <a:srgbClr val="193244"/>
                </a:solidFill>
                <a:latin typeface="Nimbus Mono PS"/>
                <a:ea typeface="Nimbus Mono PS"/>
                <a:cs typeface="Nimbus Mono PS"/>
              </a:defRPr>
            </a:lvl6pPr>
            <a:lvl7pPr>
              <a:defRPr sz="5850" b="1" i="0">
                <a:solidFill>
                  <a:srgbClr val="193244"/>
                </a:solidFill>
                <a:latin typeface="Nimbus Mono PS"/>
                <a:ea typeface="Nimbus Mono PS"/>
                <a:cs typeface="Nimbus Mono PS"/>
              </a:defRPr>
            </a:lvl7pPr>
            <a:lvl8pPr>
              <a:defRPr sz="5850" b="1" i="0">
                <a:solidFill>
                  <a:srgbClr val="193244"/>
                </a:solidFill>
                <a:latin typeface="Nimbus Mono PS"/>
                <a:ea typeface="Nimbus Mono PS"/>
                <a:cs typeface="Nimbus Mono PS"/>
              </a:defRPr>
            </a:lvl8pPr>
            <a:lvl9pPr>
              <a:defRPr sz="5850" b="1" i="0">
                <a:solidFill>
                  <a:srgbClr val="193244"/>
                </a:solidFill>
                <a:latin typeface="Nimbus Mono PS"/>
                <a:ea typeface="Nimbus Mono PS"/>
                <a:cs typeface="Nimbus Mono PS"/>
              </a:defRPr>
            </a:lvl9pPr>
          </a:lstStyle>
          <a:p xmlns:a="http://schemas.openxmlformats.org/drawingml/2006/main">
            <a:pPr>
              <a:defRPr sz="5850" b="1" i="0">
                <a:solidFill>
                  <a:srgbClr val="193244"/>
                </a:solidFill>
                <a:latin typeface="Nimbus Mono PS"/>
                <a:ea typeface="Nimbus Mono PS"/>
                <a:cs typeface="Nimbus Mono PS"/>
              </a:defRPr>
            </a:pPr>
            <a:r>
              <a:rPr sz="5850" b="1" i="0">
                <a:solidFill>
                  <a:srgbClr val="193244"/>
                </a:solidFill>
                <a:latin typeface="Nimbus Mono PS"/>
                <a:ea typeface="Nimbus Mono PS"/>
                <a:cs typeface="Nimbus Mono PS"/>
              </a:rPr>
              <a:t>“O agente não para,</a:t>
            </a:r>
          </a:p>
          <a:p xmlns:a="http://schemas.openxmlformats.org/drawingml/2006/main">
            <a:pPr>
              <a:defRPr sz="5850" b="1" i="0">
                <a:solidFill>
                  <a:srgbClr val="193244"/>
                </a:solidFill>
                <a:latin typeface="Nimbus Mono PS"/>
                <a:ea typeface="Nimbus Mono PS"/>
                <a:cs typeface="Nimbus Mono PS"/>
              </a:defRPr>
            </a:pPr>
            <a:r>
              <a:rPr sz="5850" b="1" i="0">
                <a:solidFill>
                  <a:srgbClr val="193244"/>
                </a:solidFill>
                <a:latin typeface="Nimbus Mono PS"/>
                <a:ea typeface="Nimbus Mono PS"/>
                <a:cs typeface="Nimbus Mono PS"/>
              </a:rPr>
              <a:t>não para não.”</a:t>
            </a:r>
          </a:p>
        </p:txBody>
      </p:sp>
      <p:sp>
        <p:nvSpPr>
          <p:cNvPr id="5" name="text-3">
            <a:extLst xmlns:a="http://schemas.openxmlformats.org/drawingml/2006/main">
              <a:ext uri="{FF2B5EF4-FFF2-40B4-BE49-F238E27FC236}">
                <a16:creationId xmlns:a16="http://schemas.microsoft.com/office/drawing/2014/main" id="{7769AFDB-60F6-4678-B2F3-2F97083CA7DB}"/>
              </a:ext>
            </a:extLst>
          </p:cNvPr>
          <p:cNvSpPr>
            <a:spLocks xmlns:a="http://schemas.openxmlformats.org/drawingml/2006/main" noGrp="1"/>
          </p:cNvSpPr>
          <p:nvPr/>
        </p:nvSpPr>
        <p:spPr>
          <a:xfrm xmlns:a="http://schemas.openxmlformats.org/drawingml/2006/main">
            <a:off x="790575" y="2762250"/>
            <a:ext cx="13335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0" i="0">
                <a:solidFill>
                  <a:srgbClr val="54656D"/>
                </a:solidFill>
                <a:latin typeface="Nimbus Sans"/>
                <a:ea typeface="Nimbus Sans"/>
                <a:cs typeface="Nimbus Sans"/>
              </a:defRPr>
            </a:defPPr>
            <a:lvl1pPr>
              <a:defRPr sz="1725" b="0" i="0">
                <a:solidFill>
                  <a:srgbClr val="54656D"/>
                </a:solidFill>
                <a:latin typeface="Nimbus Sans"/>
                <a:ea typeface="Nimbus Sans"/>
                <a:cs typeface="Nimbus Sans"/>
              </a:defRPr>
            </a:lvl1pPr>
            <a:lvl2pPr>
              <a:defRPr sz="1725" b="0" i="0">
                <a:solidFill>
                  <a:srgbClr val="54656D"/>
                </a:solidFill>
                <a:latin typeface="Nimbus Sans"/>
                <a:ea typeface="Nimbus Sans"/>
                <a:cs typeface="Nimbus Sans"/>
              </a:defRPr>
            </a:lvl2pPr>
            <a:lvl3pPr>
              <a:defRPr sz="1725" b="0" i="0">
                <a:solidFill>
                  <a:srgbClr val="54656D"/>
                </a:solidFill>
                <a:latin typeface="Nimbus Sans"/>
                <a:ea typeface="Nimbus Sans"/>
                <a:cs typeface="Nimbus Sans"/>
              </a:defRPr>
            </a:lvl3pPr>
            <a:lvl4pPr>
              <a:defRPr sz="1725" b="0" i="0">
                <a:solidFill>
                  <a:srgbClr val="54656D"/>
                </a:solidFill>
                <a:latin typeface="Nimbus Sans"/>
                <a:ea typeface="Nimbus Sans"/>
                <a:cs typeface="Nimbus Sans"/>
              </a:defRPr>
            </a:lvl4pPr>
            <a:lvl5pPr>
              <a:defRPr sz="1725" b="0" i="0">
                <a:solidFill>
                  <a:srgbClr val="54656D"/>
                </a:solidFill>
                <a:latin typeface="Nimbus Sans"/>
                <a:ea typeface="Nimbus Sans"/>
                <a:cs typeface="Nimbus Sans"/>
              </a:defRPr>
            </a:lvl5pPr>
            <a:lvl6pPr>
              <a:defRPr sz="1725" b="0" i="0">
                <a:solidFill>
                  <a:srgbClr val="54656D"/>
                </a:solidFill>
                <a:latin typeface="Nimbus Sans"/>
                <a:ea typeface="Nimbus Sans"/>
                <a:cs typeface="Nimbus Sans"/>
              </a:defRPr>
            </a:lvl6pPr>
            <a:lvl7pPr>
              <a:defRPr sz="1725" b="0" i="0">
                <a:solidFill>
                  <a:srgbClr val="54656D"/>
                </a:solidFill>
                <a:latin typeface="Nimbus Sans"/>
                <a:ea typeface="Nimbus Sans"/>
                <a:cs typeface="Nimbus Sans"/>
              </a:defRPr>
            </a:lvl7pPr>
            <a:lvl8pPr>
              <a:defRPr sz="1725" b="0" i="0">
                <a:solidFill>
                  <a:srgbClr val="54656D"/>
                </a:solidFill>
                <a:latin typeface="Nimbus Sans"/>
                <a:ea typeface="Nimbus Sans"/>
                <a:cs typeface="Nimbus Sans"/>
              </a:defRPr>
            </a:lvl8pPr>
            <a:lvl9pPr>
              <a:defRPr sz="1725" b="0" i="0">
                <a:solidFill>
                  <a:srgbClr val="54656D"/>
                </a:solidFill>
                <a:latin typeface="Nimbus Sans"/>
                <a:ea typeface="Nimbus Sans"/>
                <a:cs typeface="Nimbus Sans"/>
              </a:defRPr>
            </a:lvl9pPr>
          </a:lstStyle>
          <a:p xmlns:a="http://schemas.openxmlformats.org/drawingml/2006/main">
            <a:pPr>
              <a:defRPr sz="1725" b="0" i="0">
                <a:solidFill>
                  <a:srgbClr val="54656D"/>
                </a:solidFill>
                <a:latin typeface="Nimbus Sans"/>
                <a:ea typeface="Nimbus Sans"/>
                <a:cs typeface="Nimbus Sans"/>
              </a:defRPr>
            </a:pPr>
            <a:r>
              <a:rPr sz="1725" b="0" i="0">
                <a:solidFill>
                  <a:srgbClr val="54656D"/>
                </a:solidFill>
                <a:latin typeface="Nimbus Sans"/>
                <a:ea typeface="Nimbus Sans"/>
                <a:cs typeface="Nimbus Sans"/>
              </a:rPr>
              <a:t>Brincadeira com O Tempo Não Para, de Cazuza</a:t>
            </a:r>
          </a:p>
        </p:txBody>
      </p:sp>
      <p:sp>
        <p:nvSpPr>
          <p:cNvPr id="6" name="text-4">
            <a:extLst xmlns:a="http://schemas.openxmlformats.org/drawingml/2006/main">
              <a:ext uri="{FF2B5EF4-FFF2-40B4-BE49-F238E27FC236}">
                <a16:creationId xmlns:a16="http://schemas.microsoft.com/office/drawing/2014/main" id="{35665AC0-1A99-4762-822D-64B15B3D0128}"/>
              </a:ext>
            </a:extLst>
          </p:cNvPr>
          <p:cNvSpPr>
            <a:spLocks xmlns:a="http://schemas.openxmlformats.org/drawingml/2006/main" noGrp="1"/>
          </p:cNvSpPr>
          <p:nvPr/>
        </p:nvSpPr>
        <p:spPr>
          <a:xfrm xmlns:a="http://schemas.openxmlformats.org/drawingml/2006/main">
            <a:off x="790575" y="3514725"/>
            <a:ext cx="13335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775" b="1" i="0">
                <a:solidFill>
                  <a:srgbClr val="193244"/>
                </a:solidFill>
                <a:latin typeface="Nimbus Sans"/>
                <a:ea typeface="Nimbus Sans"/>
                <a:cs typeface="Nimbus Sans"/>
              </a:defRPr>
            </a:defPPr>
            <a:lvl1pPr>
              <a:defRPr sz="2775" b="1" i="0">
                <a:solidFill>
                  <a:srgbClr val="193244"/>
                </a:solidFill>
                <a:latin typeface="Nimbus Sans"/>
                <a:ea typeface="Nimbus Sans"/>
                <a:cs typeface="Nimbus Sans"/>
              </a:defRPr>
            </a:lvl1pPr>
            <a:lvl2pPr>
              <a:defRPr sz="2775" b="1" i="0">
                <a:solidFill>
                  <a:srgbClr val="193244"/>
                </a:solidFill>
                <a:latin typeface="Nimbus Sans"/>
                <a:ea typeface="Nimbus Sans"/>
                <a:cs typeface="Nimbus Sans"/>
              </a:defRPr>
            </a:lvl2pPr>
            <a:lvl3pPr>
              <a:defRPr sz="2775" b="1" i="0">
                <a:solidFill>
                  <a:srgbClr val="193244"/>
                </a:solidFill>
                <a:latin typeface="Nimbus Sans"/>
                <a:ea typeface="Nimbus Sans"/>
                <a:cs typeface="Nimbus Sans"/>
              </a:defRPr>
            </a:lvl3pPr>
            <a:lvl4pPr>
              <a:defRPr sz="2775" b="1" i="0">
                <a:solidFill>
                  <a:srgbClr val="193244"/>
                </a:solidFill>
                <a:latin typeface="Nimbus Sans"/>
                <a:ea typeface="Nimbus Sans"/>
                <a:cs typeface="Nimbus Sans"/>
              </a:defRPr>
            </a:lvl4pPr>
            <a:lvl5pPr>
              <a:defRPr sz="2775" b="1" i="0">
                <a:solidFill>
                  <a:srgbClr val="193244"/>
                </a:solidFill>
                <a:latin typeface="Nimbus Sans"/>
                <a:ea typeface="Nimbus Sans"/>
                <a:cs typeface="Nimbus Sans"/>
              </a:defRPr>
            </a:lvl5pPr>
            <a:lvl6pPr>
              <a:defRPr sz="2775" b="1" i="0">
                <a:solidFill>
                  <a:srgbClr val="193244"/>
                </a:solidFill>
                <a:latin typeface="Nimbus Sans"/>
                <a:ea typeface="Nimbus Sans"/>
                <a:cs typeface="Nimbus Sans"/>
              </a:defRPr>
            </a:lvl6pPr>
            <a:lvl7pPr>
              <a:defRPr sz="2775" b="1" i="0">
                <a:solidFill>
                  <a:srgbClr val="193244"/>
                </a:solidFill>
                <a:latin typeface="Nimbus Sans"/>
                <a:ea typeface="Nimbus Sans"/>
                <a:cs typeface="Nimbus Sans"/>
              </a:defRPr>
            </a:lvl7pPr>
            <a:lvl8pPr>
              <a:defRPr sz="2775" b="1" i="0">
                <a:solidFill>
                  <a:srgbClr val="193244"/>
                </a:solidFill>
                <a:latin typeface="Nimbus Sans"/>
                <a:ea typeface="Nimbus Sans"/>
                <a:cs typeface="Nimbus Sans"/>
              </a:defRPr>
            </a:lvl8pPr>
            <a:lvl9pPr>
              <a:defRPr sz="2775" b="1" i="0">
                <a:solidFill>
                  <a:srgbClr val="193244"/>
                </a:solidFill>
                <a:latin typeface="Nimbus Sans"/>
                <a:ea typeface="Nimbus Sans"/>
                <a:cs typeface="Nimbus Sans"/>
              </a:defRPr>
            </a:lvl9pPr>
          </a:lstStyle>
          <a:p xmlns:a="http://schemas.openxmlformats.org/drawingml/2006/main">
            <a:pPr>
              <a:defRPr sz="2775" b="1" i="0">
                <a:solidFill>
                  <a:srgbClr val="193244"/>
                </a:solidFill>
                <a:latin typeface="Nimbus Sans"/>
                <a:ea typeface="Nimbus Sans"/>
                <a:cs typeface="Nimbus Sans"/>
              </a:defRPr>
            </a:pPr>
            <a:r>
              <a:rPr sz="2775" b="1" i="0">
                <a:solidFill>
                  <a:srgbClr val="193244"/>
                </a:solidFill>
                <a:latin typeface="Nimbus Sans"/>
                <a:ea typeface="Nimbus Sans"/>
                <a:cs typeface="Nimbus Sans"/>
              </a:rPr>
              <a:t>Produzir mais exige uma forma de orientar o trabalho e verificar o resultado.</a:t>
            </a:r>
          </a:p>
        </p:txBody>
      </p:sp>
      <p:sp>
        <p:nvSpPr>
          <p:cNvPr id="7" name="text-5">
            <a:extLst xmlns:a="http://schemas.openxmlformats.org/drawingml/2006/main">
              <a:ext uri="{FF2B5EF4-FFF2-40B4-BE49-F238E27FC236}">
                <a16:creationId xmlns:a16="http://schemas.microsoft.com/office/drawing/2014/main" id="{D8333A91-5296-492A-AEB9-E23F7CA216B7}"/>
              </a:ext>
            </a:extLst>
          </p:cNvPr>
          <p:cNvSpPr>
            <a:spLocks xmlns:a="http://schemas.openxmlformats.org/drawingml/2006/main" noGrp="1"/>
          </p:cNvSpPr>
          <p:nvPr/>
        </p:nvSpPr>
        <p:spPr>
          <a:xfrm xmlns:a="http://schemas.openxmlformats.org/drawingml/2006/main">
            <a:off x="790575" y="5095875"/>
            <a:ext cx="4095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325" b="1" i="0">
                <a:solidFill>
                  <a:srgbClr val="193244"/>
                </a:solidFill>
                <a:latin typeface="Nimbus Mono PS"/>
                <a:ea typeface="Nimbus Mono PS"/>
                <a:cs typeface="Nimbus Mono PS"/>
              </a:defRPr>
            </a:defPPr>
            <a:lvl1pPr>
              <a:defRPr sz="2325" b="1" i="0">
                <a:solidFill>
                  <a:srgbClr val="193244"/>
                </a:solidFill>
                <a:latin typeface="Nimbus Mono PS"/>
                <a:ea typeface="Nimbus Mono PS"/>
                <a:cs typeface="Nimbus Mono PS"/>
              </a:defRPr>
            </a:lvl1pPr>
            <a:lvl2pPr>
              <a:defRPr sz="2325" b="1" i="0">
                <a:solidFill>
                  <a:srgbClr val="193244"/>
                </a:solidFill>
                <a:latin typeface="Nimbus Mono PS"/>
                <a:ea typeface="Nimbus Mono PS"/>
                <a:cs typeface="Nimbus Mono PS"/>
              </a:defRPr>
            </a:lvl2pPr>
            <a:lvl3pPr>
              <a:defRPr sz="2325" b="1" i="0">
                <a:solidFill>
                  <a:srgbClr val="193244"/>
                </a:solidFill>
                <a:latin typeface="Nimbus Mono PS"/>
                <a:ea typeface="Nimbus Mono PS"/>
                <a:cs typeface="Nimbus Mono PS"/>
              </a:defRPr>
            </a:lvl3pPr>
            <a:lvl4pPr>
              <a:defRPr sz="2325" b="1" i="0">
                <a:solidFill>
                  <a:srgbClr val="193244"/>
                </a:solidFill>
                <a:latin typeface="Nimbus Mono PS"/>
                <a:ea typeface="Nimbus Mono PS"/>
                <a:cs typeface="Nimbus Mono PS"/>
              </a:defRPr>
            </a:lvl4pPr>
            <a:lvl5pPr>
              <a:defRPr sz="2325" b="1" i="0">
                <a:solidFill>
                  <a:srgbClr val="193244"/>
                </a:solidFill>
                <a:latin typeface="Nimbus Mono PS"/>
                <a:ea typeface="Nimbus Mono PS"/>
                <a:cs typeface="Nimbus Mono PS"/>
              </a:defRPr>
            </a:lvl5pPr>
            <a:lvl6pPr>
              <a:defRPr sz="2325" b="1" i="0">
                <a:solidFill>
                  <a:srgbClr val="193244"/>
                </a:solidFill>
                <a:latin typeface="Nimbus Mono PS"/>
                <a:ea typeface="Nimbus Mono PS"/>
                <a:cs typeface="Nimbus Mono PS"/>
              </a:defRPr>
            </a:lvl6pPr>
            <a:lvl7pPr>
              <a:defRPr sz="2325" b="1" i="0">
                <a:solidFill>
                  <a:srgbClr val="193244"/>
                </a:solidFill>
                <a:latin typeface="Nimbus Mono PS"/>
                <a:ea typeface="Nimbus Mono PS"/>
                <a:cs typeface="Nimbus Mono PS"/>
              </a:defRPr>
            </a:lvl7pPr>
            <a:lvl8pPr>
              <a:defRPr sz="2325" b="1" i="0">
                <a:solidFill>
                  <a:srgbClr val="193244"/>
                </a:solidFill>
                <a:latin typeface="Nimbus Mono PS"/>
                <a:ea typeface="Nimbus Mono PS"/>
                <a:cs typeface="Nimbus Mono PS"/>
              </a:defRPr>
            </a:lvl8pPr>
            <a:lvl9pPr>
              <a:defRPr sz="2325" b="1" i="0">
                <a:solidFill>
                  <a:srgbClr val="193244"/>
                </a:solidFill>
                <a:latin typeface="Nimbus Mono PS"/>
                <a:ea typeface="Nimbus Mono PS"/>
                <a:cs typeface="Nimbus Mono PS"/>
              </a:defRPr>
            </a:lvl9pPr>
          </a:lstStyle>
          <a:p xmlns:a="http://schemas.openxmlformats.org/drawingml/2006/main">
            <a:pPr>
              <a:defRPr sz="2325" b="1" i="0">
                <a:solidFill>
                  <a:srgbClr val="193244"/>
                </a:solidFill>
                <a:latin typeface="Nimbus Mono PS"/>
                <a:ea typeface="Nimbus Mono PS"/>
                <a:cs typeface="Nimbus Mono PS"/>
              </a:defRPr>
            </a:pPr>
            <a:r>
              <a:rPr sz="2325" b="1" i="0">
                <a:solidFill>
                  <a:srgbClr val="193244"/>
                </a:solidFill>
                <a:latin typeface="Nimbus Mono PS"/>
                <a:ea typeface="Nimbus Mono PS"/>
                <a:cs typeface="Nimbus Mono PS"/>
              </a:rPr>
              <a:t>SDD</a:t>
            </a:r>
          </a:p>
        </p:txBody>
      </p:sp>
      <p:sp>
        <p:nvSpPr>
          <p:cNvPr id="8" name="text-6">
            <a:extLst xmlns:a="http://schemas.openxmlformats.org/drawingml/2006/main">
              <a:ext uri="{FF2B5EF4-FFF2-40B4-BE49-F238E27FC236}">
                <a16:creationId xmlns:a16="http://schemas.microsoft.com/office/drawing/2014/main" id="{5A12A5D7-2B2E-4B42-90D5-B01F42897F43}"/>
              </a:ext>
            </a:extLst>
          </p:cNvPr>
          <p:cNvSpPr>
            <a:spLocks xmlns:a="http://schemas.openxmlformats.org/drawingml/2006/main" noGrp="1"/>
          </p:cNvSpPr>
          <p:nvPr/>
        </p:nvSpPr>
        <p:spPr>
          <a:xfrm xmlns:a="http://schemas.openxmlformats.org/drawingml/2006/main">
            <a:off x="790575" y="5667375"/>
            <a:ext cx="409575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0" i="0">
                <a:solidFill>
                  <a:srgbClr val="193244"/>
                </a:solidFill>
                <a:latin typeface="Nimbus Sans"/>
                <a:ea typeface="Nimbus Sans"/>
                <a:cs typeface="Nimbus Sans"/>
              </a:defRPr>
            </a:defPPr>
            <a:lvl1pPr>
              <a:defRPr sz="2025" b="0" i="0">
                <a:solidFill>
                  <a:srgbClr val="193244"/>
                </a:solidFill>
                <a:latin typeface="Nimbus Sans"/>
                <a:ea typeface="Nimbus Sans"/>
                <a:cs typeface="Nimbus Sans"/>
              </a:defRPr>
            </a:lvl1pPr>
            <a:lvl2pPr>
              <a:defRPr sz="2025" b="0" i="0">
                <a:solidFill>
                  <a:srgbClr val="193244"/>
                </a:solidFill>
                <a:latin typeface="Nimbus Sans"/>
                <a:ea typeface="Nimbus Sans"/>
                <a:cs typeface="Nimbus Sans"/>
              </a:defRPr>
            </a:lvl2pPr>
            <a:lvl3pPr>
              <a:defRPr sz="2025" b="0" i="0">
                <a:solidFill>
                  <a:srgbClr val="193244"/>
                </a:solidFill>
                <a:latin typeface="Nimbus Sans"/>
                <a:ea typeface="Nimbus Sans"/>
                <a:cs typeface="Nimbus Sans"/>
              </a:defRPr>
            </a:lvl3pPr>
            <a:lvl4pPr>
              <a:defRPr sz="2025" b="0" i="0">
                <a:solidFill>
                  <a:srgbClr val="193244"/>
                </a:solidFill>
                <a:latin typeface="Nimbus Sans"/>
                <a:ea typeface="Nimbus Sans"/>
                <a:cs typeface="Nimbus Sans"/>
              </a:defRPr>
            </a:lvl4pPr>
            <a:lvl5pPr>
              <a:defRPr sz="2025" b="0" i="0">
                <a:solidFill>
                  <a:srgbClr val="193244"/>
                </a:solidFill>
                <a:latin typeface="Nimbus Sans"/>
                <a:ea typeface="Nimbus Sans"/>
                <a:cs typeface="Nimbus Sans"/>
              </a:defRPr>
            </a:lvl5pPr>
            <a:lvl6pPr>
              <a:defRPr sz="2025" b="0" i="0">
                <a:solidFill>
                  <a:srgbClr val="193244"/>
                </a:solidFill>
                <a:latin typeface="Nimbus Sans"/>
                <a:ea typeface="Nimbus Sans"/>
                <a:cs typeface="Nimbus Sans"/>
              </a:defRPr>
            </a:lvl6pPr>
            <a:lvl7pPr>
              <a:defRPr sz="2025" b="0" i="0">
                <a:solidFill>
                  <a:srgbClr val="193244"/>
                </a:solidFill>
                <a:latin typeface="Nimbus Sans"/>
                <a:ea typeface="Nimbus Sans"/>
                <a:cs typeface="Nimbus Sans"/>
              </a:defRPr>
            </a:lvl7pPr>
            <a:lvl8pPr>
              <a:defRPr sz="2025" b="0" i="0">
                <a:solidFill>
                  <a:srgbClr val="193244"/>
                </a:solidFill>
                <a:latin typeface="Nimbus Sans"/>
                <a:ea typeface="Nimbus Sans"/>
                <a:cs typeface="Nimbus Sans"/>
              </a:defRPr>
            </a:lvl8pPr>
            <a:lvl9pPr>
              <a:defRPr sz="2025" b="0" i="0">
                <a:solidFill>
                  <a:srgbClr val="193244"/>
                </a:solidFill>
                <a:latin typeface="Nimbus Sans"/>
                <a:ea typeface="Nimbus Sans"/>
                <a:cs typeface="Nimbus Sans"/>
              </a:defRPr>
            </a:lvl9pPr>
          </a:lstStyle>
          <a:p xmlns:a="http://schemas.openxmlformats.org/drawingml/2006/main">
            <a:pPr>
              <a:defRPr sz="2025" b="0" i="0">
                <a:solidFill>
                  <a:srgbClr val="193244"/>
                </a:solidFill>
                <a:latin typeface="Nimbus Sans"/>
                <a:ea typeface="Nimbus Sans"/>
                <a:cs typeface="Nimbus Sans"/>
              </a:defRPr>
            </a:pPr>
            <a:r>
              <a:rPr sz="2025" b="0" i="0">
                <a:solidFill>
                  <a:srgbClr val="193244"/>
                </a:solidFill>
                <a:latin typeface="Nimbus Sans"/>
                <a:ea typeface="Nimbus Sans"/>
                <a:cs typeface="Nimbus Sans"/>
              </a:rPr>
              <a:t>Spec-driven development: especificações de comportamento, limites e aceitação orientam a implementação e a validação.</a:t>
            </a:r>
          </a:p>
        </p:txBody>
      </p:sp>
      <p:sp>
        <p:nvSpPr>
          <p:cNvPr id="9" name="text-7">
            <a:extLst xmlns:a="http://schemas.openxmlformats.org/drawingml/2006/main">
              <a:ext uri="{FF2B5EF4-FFF2-40B4-BE49-F238E27FC236}">
                <a16:creationId xmlns:a16="http://schemas.microsoft.com/office/drawing/2014/main" id="{004F37C4-0553-40F5-ACCF-2D765C69EFE0}"/>
              </a:ext>
            </a:extLst>
          </p:cNvPr>
          <p:cNvSpPr>
            <a:spLocks xmlns:a="http://schemas.openxmlformats.org/drawingml/2006/main" noGrp="1"/>
          </p:cNvSpPr>
          <p:nvPr/>
        </p:nvSpPr>
        <p:spPr>
          <a:xfrm xmlns:a="http://schemas.openxmlformats.org/drawingml/2006/main">
            <a:off x="5572125" y="5095875"/>
            <a:ext cx="4095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325" b="1" i="0">
                <a:solidFill>
                  <a:srgbClr val="193244"/>
                </a:solidFill>
                <a:latin typeface="Nimbus Mono PS"/>
                <a:ea typeface="Nimbus Mono PS"/>
                <a:cs typeface="Nimbus Mono PS"/>
              </a:defRPr>
            </a:defPPr>
            <a:lvl1pPr>
              <a:defRPr sz="2325" b="1" i="0">
                <a:solidFill>
                  <a:srgbClr val="193244"/>
                </a:solidFill>
                <a:latin typeface="Nimbus Mono PS"/>
                <a:ea typeface="Nimbus Mono PS"/>
                <a:cs typeface="Nimbus Mono PS"/>
              </a:defRPr>
            </a:lvl1pPr>
            <a:lvl2pPr>
              <a:defRPr sz="2325" b="1" i="0">
                <a:solidFill>
                  <a:srgbClr val="193244"/>
                </a:solidFill>
                <a:latin typeface="Nimbus Mono PS"/>
                <a:ea typeface="Nimbus Mono PS"/>
                <a:cs typeface="Nimbus Mono PS"/>
              </a:defRPr>
            </a:lvl2pPr>
            <a:lvl3pPr>
              <a:defRPr sz="2325" b="1" i="0">
                <a:solidFill>
                  <a:srgbClr val="193244"/>
                </a:solidFill>
                <a:latin typeface="Nimbus Mono PS"/>
                <a:ea typeface="Nimbus Mono PS"/>
                <a:cs typeface="Nimbus Mono PS"/>
              </a:defRPr>
            </a:lvl3pPr>
            <a:lvl4pPr>
              <a:defRPr sz="2325" b="1" i="0">
                <a:solidFill>
                  <a:srgbClr val="193244"/>
                </a:solidFill>
                <a:latin typeface="Nimbus Mono PS"/>
                <a:ea typeface="Nimbus Mono PS"/>
                <a:cs typeface="Nimbus Mono PS"/>
              </a:defRPr>
            </a:lvl4pPr>
            <a:lvl5pPr>
              <a:defRPr sz="2325" b="1" i="0">
                <a:solidFill>
                  <a:srgbClr val="193244"/>
                </a:solidFill>
                <a:latin typeface="Nimbus Mono PS"/>
                <a:ea typeface="Nimbus Mono PS"/>
                <a:cs typeface="Nimbus Mono PS"/>
              </a:defRPr>
            </a:lvl5pPr>
            <a:lvl6pPr>
              <a:defRPr sz="2325" b="1" i="0">
                <a:solidFill>
                  <a:srgbClr val="193244"/>
                </a:solidFill>
                <a:latin typeface="Nimbus Mono PS"/>
                <a:ea typeface="Nimbus Mono PS"/>
                <a:cs typeface="Nimbus Mono PS"/>
              </a:defRPr>
            </a:lvl6pPr>
            <a:lvl7pPr>
              <a:defRPr sz="2325" b="1" i="0">
                <a:solidFill>
                  <a:srgbClr val="193244"/>
                </a:solidFill>
                <a:latin typeface="Nimbus Mono PS"/>
                <a:ea typeface="Nimbus Mono PS"/>
                <a:cs typeface="Nimbus Mono PS"/>
              </a:defRPr>
            </a:lvl7pPr>
            <a:lvl8pPr>
              <a:defRPr sz="2325" b="1" i="0">
                <a:solidFill>
                  <a:srgbClr val="193244"/>
                </a:solidFill>
                <a:latin typeface="Nimbus Mono PS"/>
                <a:ea typeface="Nimbus Mono PS"/>
                <a:cs typeface="Nimbus Mono PS"/>
              </a:defRPr>
            </a:lvl8pPr>
            <a:lvl9pPr>
              <a:defRPr sz="2325" b="1" i="0">
                <a:solidFill>
                  <a:srgbClr val="193244"/>
                </a:solidFill>
                <a:latin typeface="Nimbus Mono PS"/>
                <a:ea typeface="Nimbus Mono PS"/>
                <a:cs typeface="Nimbus Mono PS"/>
              </a:defRPr>
            </a:lvl9pPr>
          </a:lstStyle>
          <a:p xmlns:a="http://schemas.openxmlformats.org/drawingml/2006/main">
            <a:pPr>
              <a:defRPr sz="2325" b="1" i="0">
                <a:solidFill>
                  <a:srgbClr val="193244"/>
                </a:solidFill>
                <a:latin typeface="Nimbus Mono PS"/>
                <a:ea typeface="Nimbus Mono PS"/>
                <a:cs typeface="Nimbus Mono PS"/>
              </a:defRPr>
            </a:pPr>
            <a:r>
              <a:rPr sz="2325" b="1" i="0">
                <a:solidFill>
                  <a:srgbClr val="193244"/>
                </a:solidFill>
                <a:latin typeface="Nimbus Mono PS"/>
                <a:ea typeface="Nimbus Mono PS"/>
                <a:cs typeface="Nimbus Mono PS"/>
              </a:rPr>
              <a:t>Harness</a:t>
            </a:r>
          </a:p>
        </p:txBody>
      </p:sp>
      <p:sp>
        <p:nvSpPr>
          <p:cNvPr id="10" name="text-8">
            <a:extLst xmlns:a="http://schemas.openxmlformats.org/drawingml/2006/main">
              <a:ext uri="{FF2B5EF4-FFF2-40B4-BE49-F238E27FC236}">
                <a16:creationId xmlns:a16="http://schemas.microsoft.com/office/drawing/2014/main" id="{3AA30EEA-A30D-4D1B-9671-A67DED8578BB}"/>
              </a:ext>
            </a:extLst>
          </p:cNvPr>
          <p:cNvSpPr>
            <a:spLocks xmlns:a="http://schemas.openxmlformats.org/drawingml/2006/main" noGrp="1"/>
          </p:cNvSpPr>
          <p:nvPr/>
        </p:nvSpPr>
        <p:spPr>
          <a:xfrm xmlns:a="http://schemas.openxmlformats.org/drawingml/2006/main">
            <a:off x="5572125" y="5667375"/>
            <a:ext cx="409575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75" b="0" i="0">
                <a:solidFill>
                  <a:srgbClr val="193244"/>
                </a:solidFill>
                <a:latin typeface="Nimbus Sans"/>
                <a:ea typeface="Nimbus Sans"/>
                <a:cs typeface="Nimbus Sans"/>
              </a:defRPr>
            </a:defPPr>
            <a:lvl1pPr>
              <a:defRPr sz="2175" b="0" i="0">
                <a:solidFill>
                  <a:srgbClr val="193244"/>
                </a:solidFill>
                <a:latin typeface="Nimbus Sans"/>
                <a:ea typeface="Nimbus Sans"/>
                <a:cs typeface="Nimbus Sans"/>
              </a:defRPr>
            </a:lvl1pPr>
            <a:lvl2pPr>
              <a:defRPr sz="2175" b="0" i="0">
                <a:solidFill>
                  <a:srgbClr val="193244"/>
                </a:solidFill>
                <a:latin typeface="Nimbus Sans"/>
                <a:ea typeface="Nimbus Sans"/>
                <a:cs typeface="Nimbus Sans"/>
              </a:defRPr>
            </a:lvl2pPr>
            <a:lvl3pPr>
              <a:defRPr sz="2175" b="0" i="0">
                <a:solidFill>
                  <a:srgbClr val="193244"/>
                </a:solidFill>
                <a:latin typeface="Nimbus Sans"/>
                <a:ea typeface="Nimbus Sans"/>
                <a:cs typeface="Nimbus Sans"/>
              </a:defRPr>
            </a:lvl3pPr>
            <a:lvl4pPr>
              <a:defRPr sz="2175" b="0" i="0">
                <a:solidFill>
                  <a:srgbClr val="193244"/>
                </a:solidFill>
                <a:latin typeface="Nimbus Sans"/>
                <a:ea typeface="Nimbus Sans"/>
                <a:cs typeface="Nimbus Sans"/>
              </a:defRPr>
            </a:lvl4pPr>
            <a:lvl5pPr>
              <a:defRPr sz="2175" b="0" i="0">
                <a:solidFill>
                  <a:srgbClr val="193244"/>
                </a:solidFill>
                <a:latin typeface="Nimbus Sans"/>
                <a:ea typeface="Nimbus Sans"/>
                <a:cs typeface="Nimbus Sans"/>
              </a:defRPr>
            </a:lvl5pPr>
            <a:lvl6pPr>
              <a:defRPr sz="2175" b="0" i="0">
                <a:solidFill>
                  <a:srgbClr val="193244"/>
                </a:solidFill>
                <a:latin typeface="Nimbus Sans"/>
                <a:ea typeface="Nimbus Sans"/>
                <a:cs typeface="Nimbus Sans"/>
              </a:defRPr>
            </a:lvl6pPr>
            <a:lvl7pPr>
              <a:defRPr sz="2175" b="0" i="0">
                <a:solidFill>
                  <a:srgbClr val="193244"/>
                </a:solidFill>
                <a:latin typeface="Nimbus Sans"/>
                <a:ea typeface="Nimbus Sans"/>
                <a:cs typeface="Nimbus Sans"/>
              </a:defRPr>
            </a:lvl7pPr>
            <a:lvl8pPr>
              <a:defRPr sz="2175" b="0" i="0">
                <a:solidFill>
                  <a:srgbClr val="193244"/>
                </a:solidFill>
                <a:latin typeface="Nimbus Sans"/>
                <a:ea typeface="Nimbus Sans"/>
                <a:cs typeface="Nimbus Sans"/>
              </a:defRPr>
            </a:lvl8pPr>
            <a:lvl9pPr>
              <a:defRPr sz="2175" b="0" i="0">
                <a:solidFill>
                  <a:srgbClr val="193244"/>
                </a:solidFill>
                <a:latin typeface="Nimbus Sans"/>
                <a:ea typeface="Nimbus Sans"/>
                <a:cs typeface="Nimbus Sans"/>
              </a:defRPr>
            </a:lvl9pPr>
          </a:lstStyle>
          <a:p xmlns:a="http://schemas.openxmlformats.org/drawingml/2006/main">
            <a:pPr>
              <a:defRPr sz="2175" b="0" i="0">
                <a:solidFill>
                  <a:srgbClr val="193244"/>
                </a:solidFill>
                <a:latin typeface="Nimbus Sans"/>
                <a:ea typeface="Nimbus Sans"/>
                <a:cs typeface="Nimbus Sans"/>
              </a:defRPr>
            </a:pPr>
            <a:r>
              <a:rPr sz="2175" b="0" i="0">
                <a:solidFill>
                  <a:srgbClr val="193244"/>
                </a:solidFill>
                <a:latin typeface="Nimbus Sans"/>
                <a:ea typeface="Nimbus Sans"/>
                <a:cs typeface="Nimbus Sans"/>
              </a:rPr>
              <a:t>Estrutura que organiza contexto, ferramentas, permissões e verificações na execução do agente.</a:t>
            </a:r>
          </a:p>
        </p:txBody>
      </p:sp>
      <p:sp>
        <p:nvSpPr>
          <p:cNvPr id="11" name="text-9">
            <a:extLst xmlns:a="http://schemas.openxmlformats.org/drawingml/2006/main">
              <a:ext uri="{FF2B5EF4-FFF2-40B4-BE49-F238E27FC236}">
                <a16:creationId xmlns:a16="http://schemas.microsoft.com/office/drawing/2014/main" id="{BB825047-7EC4-491C-854D-2B04C25233F0}"/>
              </a:ext>
            </a:extLst>
          </p:cNvPr>
          <p:cNvSpPr>
            <a:spLocks xmlns:a="http://schemas.openxmlformats.org/drawingml/2006/main" noGrp="1"/>
          </p:cNvSpPr>
          <p:nvPr/>
        </p:nvSpPr>
        <p:spPr>
          <a:xfrm xmlns:a="http://schemas.openxmlformats.org/drawingml/2006/main">
            <a:off x="10363200" y="5095875"/>
            <a:ext cx="4095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325" b="1" i="0">
                <a:solidFill>
                  <a:srgbClr val="193244"/>
                </a:solidFill>
                <a:latin typeface="Nimbus Mono PS"/>
                <a:ea typeface="Nimbus Mono PS"/>
                <a:cs typeface="Nimbus Mono PS"/>
              </a:defRPr>
            </a:defPPr>
            <a:lvl1pPr>
              <a:defRPr sz="2325" b="1" i="0">
                <a:solidFill>
                  <a:srgbClr val="193244"/>
                </a:solidFill>
                <a:latin typeface="Nimbus Mono PS"/>
                <a:ea typeface="Nimbus Mono PS"/>
                <a:cs typeface="Nimbus Mono PS"/>
              </a:defRPr>
            </a:lvl1pPr>
            <a:lvl2pPr>
              <a:defRPr sz="2325" b="1" i="0">
                <a:solidFill>
                  <a:srgbClr val="193244"/>
                </a:solidFill>
                <a:latin typeface="Nimbus Mono PS"/>
                <a:ea typeface="Nimbus Mono PS"/>
                <a:cs typeface="Nimbus Mono PS"/>
              </a:defRPr>
            </a:lvl2pPr>
            <a:lvl3pPr>
              <a:defRPr sz="2325" b="1" i="0">
                <a:solidFill>
                  <a:srgbClr val="193244"/>
                </a:solidFill>
                <a:latin typeface="Nimbus Mono PS"/>
                <a:ea typeface="Nimbus Mono PS"/>
                <a:cs typeface="Nimbus Mono PS"/>
              </a:defRPr>
            </a:lvl3pPr>
            <a:lvl4pPr>
              <a:defRPr sz="2325" b="1" i="0">
                <a:solidFill>
                  <a:srgbClr val="193244"/>
                </a:solidFill>
                <a:latin typeface="Nimbus Mono PS"/>
                <a:ea typeface="Nimbus Mono PS"/>
                <a:cs typeface="Nimbus Mono PS"/>
              </a:defRPr>
            </a:lvl4pPr>
            <a:lvl5pPr>
              <a:defRPr sz="2325" b="1" i="0">
                <a:solidFill>
                  <a:srgbClr val="193244"/>
                </a:solidFill>
                <a:latin typeface="Nimbus Mono PS"/>
                <a:ea typeface="Nimbus Mono PS"/>
                <a:cs typeface="Nimbus Mono PS"/>
              </a:defRPr>
            </a:lvl5pPr>
            <a:lvl6pPr>
              <a:defRPr sz="2325" b="1" i="0">
                <a:solidFill>
                  <a:srgbClr val="193244"/>
                </a:solidFill>
                <a:latin typeface="Nimbus Mono PS"/>
                <a:ea typeface="Nimbus Mono PS"/>
                <a:cs typeface="Nimbus Mono PS"/>
              </a:defRPr>
            </a:lvl6pPr>
            <a:lvl7pPr>
              <a:defRPr sz="2325" b="1" i="0">
                <a:solidFill>
                  <a:srgbClr val="193244"/>
                </a:solidFill>
                <a:latin typeface="Nimbus Mono PS"/>
                <a:ea typeface="Nimbus Mono PS"/>
                <a:cs typeface="Nimbus Mono PS"/>
              </a:defRPr>
            </a:lvl7pPr>
            <a:lvl8pPr>
              <a:defRPr sz="2325" b="1" i="0">
                <a:solidFill>
                  <a:srgbClr val="193244"/>
                </a:solidFill>
                <a:latin typeface="Nimbus Mono PS"/>
                <a:ea typeface="Nimbus Mono PS"/>
                <a:cs typeface="Nimbus Mono PS"/>
              </a:defRPr>
            </a:lvl8pPr>
            <a:lvl9pPr>
              <a:defRPr sz="2325" b="1" i="0">
                <a:solidFill>
                  <a:srgbClr val="193244"/>
                </a:solidFill>
                <a:latin typeface="Nimbus Mono PS"/>
                <a:ea typeface="Nimbus Mono PS"/>
                <a:cs typeface="Nimbus Mono PS"/>
              </a:defRPr>
            </a:lvl9pPr>
          </a:lstStyle>
          <a:p xmlns:a="http://schemas.openxmlformats.org/drawingml/2006/main">
            <a:pPr>
              <a:defRPr sz="2325" b="1" i="0">
                <a:solidFill>
                  <a:srgbClr val="193244"/>
                </a:solidFill>
                <a:latin typeface="Nimbus Mono PS"/>
                <a:ea typeface="Nimbus Mono PS"/>
                <a:cs typeface="Nimbus Mono PS"/>
              </a:defRPr>
            </a:pPr>
            <a:r>
              <a:rPr sz="2325" b="1" i="0">
                <a:solidFill>
                  <a:srgbClr val="193244"/>
                </a:solidFill>
                <a:latin typeface="Nimbus Mono PS"/>
                <a:ea typeface="Nimbus Mono PS"/>
                <a:cs typeface="Nimbus Mono PS"/>
              </a:rPr>
              <a:t>Skill</a:t>
            </a:r>
          </a:p>
        </p:txBody>
      </p:sp>
      <p:sp>
        <p:nvSpPr>
          <p:cNvPr id="12" name="text-10">
            <a:extLst xmlns:a="http://schemas.openxmlformats.org/drawingml/2006/main">
              <a:ext uri="{FF2B5EF4-FFF2-40B4-BE49-F238E27FC236}">
                <a16:creationId xmlns:a16="http://schemas.microsoft.com/office/drawing/2014/main" id="{AFB9845D-EB39-4424-8218-1CBE6B08090A}"/>
              </a:ext>
            </a:extLst>
          </p:cNvPr>
          <p:cNvSpPr>
            <a:spLocks xmlns:a="http://schemas.openxmlformats.org/drawingml/2006/main" noGrp="1"/>
          </p:cNvSpPr>
          <p:nvPr/>
        </p:nvSpPr>
        <p:spPr>
          <a:xfrm xmlns:a="http://schemas.openxmlformats.org/drawingml/2006/main">
            <a:off x="10363200" y="5667375"/>
            <a:ext cx="409575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75" b="0" i="0">
                <a:solidFill>
                  <a:srgbClr val="193244"/>
                </a:solidFill>
                <a:latin typeface="Nimbus Sans"/>
                <a:ea typeface="Nimbus Sans"/>
                <a:cs typeface="Nimbus Sans"/>
              </a:defRPr>
            </a:defPPr>
            <a:lvl1pPr>
              <a:defRPr sz="2175" b="0" i="0">
                <a:solidFill>
                  <a:srgbClr val="193244"/>
                </a:solidFill>
                <a:latin typeface="Nimbus Sans"/>
                <a:ea typeface="Nimbus Sans"/>
                <a:cs typeface="Nimbus Sans"/>
              </a:defRPr>
            </a:lvl1pPr>
            <a:lvl2pPr>
              <a:defRPr sz="2175" b="0" i="0">
                <a:solidFill>
                  <a:srgbClr val="193244"/>
                </a:solidFill>
                <a:latin typeface="Nimbus Sans"/>
                <a:ea typeface="Nimbus Sans"/>
                <a:cs typeface="Nimbus Sans"/>
              </a:defRPr>
            </a:lvl2pPr>
            <a:lvl3pPr>
              <a:defRPr sz="2175" b="0" i="0">
                <a:solidFill>
                  <a:srgbClr val="193244"/>
                </a:solidFill>
                <a:latin typeface="Nimbus Sans"/>
                <a:ea typeface="Nimbus Sans"/>
                <a:cs typeface="Nimbus Sans"/>
              </a:defRPr>
            </a:lvl3pPr>
            <a:lvl4pPr>
              <a:defRPr sz="2175" b="0" i="0">
                <a:solidFill>
                  <a:srgbClr val="193244"/>
                </a:solidFill>
                <a:latin typeface="Nimbus Sans"/>
                <a:ea typeface="Nimbus Sans"/>
                <a:cs typeface="Nimbus Sans"/>
              </a:defRPr>
            </a:lvl4pPr>
            <a:lvl5pPr>
              <a:defRPr sz="2175" b="0" i="0">
                <a:solidFill>
                  <a:srgbClr val="193244"/>
                </a:solidFill>
                <a:latin typeface="Nimbus Sans"/>
                <a:ea typeface="Nimbus Sans"/>
                <a:cs typeface="Nimbus Sans"/>
              </a:defRPr>
            </a:lvl5pPr>
            <a:lvl6pPr>
              <a:defRPr sz="2175" b="0" i="0">
                <a:solidFill>
                  <a:srgbClr val="193244"/>
                </a:solidFill>
                <a:latin typeface="Nimbus Sans"/>
                <a:ea typeface="Nimbus Sans"/>
                <a:cs typeface="Nimbus Sans"/>
              </a:defRPr>
            </a:lvl6pPr>
            <a:lvl7pPr>
              <a:defRPr sz="2175" b="0" i="0">
                <a:solidFill>
                  <a:srgbClr val="193244"/>
                </a:solidFill>
                <a:latin typeface="Nimbus Sans"/>
                <a:ea typeface="Nimbus Sans"/>
                <a:cs typeface="Nimbus Sans"/>
              </a:defRPr>
            </a:lvl7pPr>
            <a:lvl8pPr>
              <a:defRPr sz="2175" b="0" i="0">
                <a:solidFill>
                  <a:srgbClr val="193244"/>
                </a:solidFill>
                <a:latin typeface="Nimbus Sans"/>
                <a:ea typeface="Nimbus Sans"/>
                <a:cs typeface="Nimbus Sans"/>
              </a:defRPr>
            </a:lvl8pPr>
            <a:lvl9pPr>
              <a:defRPr sz="2175" b="0" i="0">
                <a:solidFill>
                  <a:srgbClr val="193244"/>
                </a:solidFill>
                <a:latin typeface="Nimbus Sans"/>
                <a:ea typeface="Nimbus Sans"/>
                <a:cs typeface="Nimbus Sans"/>
              </a:defRPr>
            </a:lvl9pPr>
          </a:lstStyle>
          <a:p xmlns:a="http://schemas.openxmlformats.org/drawingml/2006/main">
            <a:pPr>
              <a:defRPr sz="2175" b="0" i="0">
                <a:solidFill>
                  <a:srgbClr val="193244"/>
                </a:solidFill>
                <a:latin typeface="Nimbus Sans"/>
                <a:ea typeface="Nimbus Sans"/>
                <a:cs typeface="Nimbus Sans"/>
              </a:defRPr>
            </a:pPr>
            <a:r>
              <a:rPr sz="2175" b="0" i="0">
                <a:solidFill>
                  <a:srgbClr val="193244"/>
                </a:solidFill>
                <a:latin typeface="Nimbus Sans"/>
                <a:ea typeface="Nimbus Sans"/>
                <a:cs typeface="Nimbus Sans"/>
              </a:rPr>
              <a:t>Instruções e recursos reutilizáveis para executar um tipo de tarefa.</a:t>
            </a:r>
          </a:p>
        </p:txBody>
      </p:sp>
    </p:spTree>
    <p:extLst>
      <p:ext uri="{BB962C8B-B14F-4D97-AF65-F5344CB8AC3E}">
        <p14:creationId xmlns:p14="http://schemas.microsoft.com/office/powerpoint/2010/main" val="473454075"/>
      </p:ext>
    </p:extLst>
  </p:cSld>
</p:sld>
</file>

<file path=ppt/slides/slide4.xml><?xml version="1.0" encoding="utf-8"?>
<p:sld xmlns:p="http://schemas.openxmlformats.org/presentationml/2006/main">
  <p:cSld>
    <p:bg>
      <p:bgPr>
        <a:solidFill xmlns:a="http://schemas.openxmlformats.org/drawingml/2006/main">
          <a:srgbClr val="FCFAF5"/>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3BD98337-38C1-4291-9787-2E481875B266}"/>
              </a:ext>
            </a:extLst>
          </p:cNvPr>
          <p:cNvPicPr>
            <a:picLocks xmlns:a="http://schemas.openxmlformats.org/drawingml/2006/main" noChangeAspect="1"/>
          </p:cNvPicPr>
          <p:nvPr/>
        </p:nvPicPr>
        <p:blipFill>
          <a:blip xmlns:r="http://schemas.openxmlformats.org/officeDocument/2006/relationships" xmlns:a="http://schemas.openxmlformats.org/drawingml/2006/main" r:embed="Rf45c7841c9914ce4"/>
          <a:srcRect xmlns:a="http://schemas.openxmlformats.org/drawingml/2006/main" l="0" t="27" r="0" b="27"/>
          <a:stretch xmlns:a="http://schemas.openxmlformats.org/drawingml/2006/main">
            <a:fillRect l="0" t="0" r="0" b="0"/>
          </a:stretch>
        </p:blipFill>
        <p:spPr>
          <a:xfrm xmlns:a="http://schemas.openxmlformats.org/drawingml/2006/main">
            <a:off x="0" y="0"/>
            <a:ext cx="15240000" cy="8572500"/>
          </a:xfrm>
          <a:prstGeom xmlns:a="http://schemas.openxmlformats.org/drawingml/2006/main" prst="rect">
            <a:avLst/>
          </a:prstGeom>
        </p:spPr>
      </p:pic>
      <p:sp>
        <p:nvSpPr>
          <p:cNvPr id="2" name="text-0">
            <a:extLst xmlns:a="http://schemas.openxmlformats.org/drawingml/2006/main">
              <a:ext uri="{FF2B5EF4-FFF2-40B4-BE49-F238E27FC236}">
                <a16:creationId xmlns:a16="http://schemas.microsoft.com/office/drawing/2014/main" id="{0436680F-F20F-4852-9E32-D1F013525164}"/>
              </a:ext>
            </a:extLst>
          </p:cNvPr>
          <p:cNvSpPr>
            <a:spLocks xmlns:a="http://schemas.openxmlformats.org/drawingml/2006/main" noGrp="1"/>
          </p:cNvSpPr>
          <p:nvPr/>
        </p:nvSpPr>
        <p:spPr>
          <a:xfrm xmlns:a="http://schemas.openxmlformats.org/drawingml/2006/main">
            <a:off x="723900" y="523875"/>
            <a:ext cx="137922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75" b="1" i="0">
                <a:solidFill>
                  <a:srgbClr val="193244"/>
                </a:solidFill>
                <a:latin typeface="Nimbus Mono PS"/>
                <a:ea typeface="Nimbus Mono PS"/>
                <a:cs typeface="Nimbus Mono PS"/>
              </a:defRPr>
            </a:defPPr>
            <a:lvl1pPr>
              <a:defRPr sz="3375" b="1" i="0">
                <a:solidFill>
                  <a:srgbClr val="193244"/>
                </a:solidFill>
                <a:latin typeface="Nimbus Mono PS"/>
                <a:ea typeface="Nimbus Mono PS"/>
                <a:cs typeface="Nimbus Mono PS"/>
              </a:defRPr>
            </a:lvl1pPr>
            <a:lvl2pPr>
              <a:defRPr sz="3375" b="1" i="0">
                <a:solidFill>
                  <a:srgbClr val="193244"/>
                </a:solidFill>
                <a:latin typeface="Nimbus Mono PS"/>
                <a:ea typeface="Nimbus Mono PS"/>
                <a:cs typeface="Nimbus Mono PS"/>
              </a:defRPr>
            </a:lvl2pPr>
            <a:lvl3pPr>
              <a:defRPr sz="3375" b="1" i="0">
                <a:solidFill>
                  <a:srgbClr val="193244"/>
                </a:solidFill>
                <a:latin typeface="Nimbus Mono PS"/>
                <a:ea typeface="Nimbus Mono PS"/>
                <a:cs typeface="Nimbus Mono PS"/>
              </a:defRPr>
            </a:lvl3pPr>
            <a:lvl4pPr>
              <a:defRPr sz="3375" b="1" i="0">
                <a:solidFill>
                  <a:srgbClr val="193244"/>
                </a:solidFill>
                <a:latin typeface="Nimbus Mono PS"/>
                <a:ea typeface="Nimbus Mono PS"/>
                <a:cs typeface="Nimbus Mono PS"/>
              </a:defRPr>
            </a:lvl4pPr>
            <a:lvl5pPr>
              <a:defRPr sz="3375" b="1" i="0">
                <a:solidFill>
                  <a:srgbClr val="193244"/>
                </a:solidFill>
                <a:latin typeface="Nimbus Mono PS"/>
                <a:ea typeface="Nimbus Mono PS"/>
                <a:cs typeface="Nimbus Mono PS"/>
              </a:defRPr>
            </a:lvl5pPr>
            <a:lvl6pPr>
              <a:defRPr sz="3375" b="1" i="0">
                <a:solidFill>
                  <a:srgbClr val="193244"/>
                </a:solidFill>
                <a:latin typeface="Nimbus Mono PS"/>
                <a:ea typeface="Nimbus Mono PS"/>
                <a:cs typeface="Nimbus Mono PS"/>
              </a:defRPr>
            </a:lvl6pPr>
            <a:lvl7pPr>
              <a:defRPr sz="3375" b="1" i="0">
                <a:solidFill>
                  <a:srgbClr val="193244"/>
                </a:solidFill>
                <a:latin typeface="Nimbus Mono PS"/>
                <a:ea typeface="Nimbus Mono PS"/>
                <a:cs typeface="Nimbus Mono PS"/>
              </a:defRPr>
            </a:lvl7pPr>
            <a:lvl8pPr>
              <a:defRPr sz="3375" b="1" i="0">
                <a:solidFill>
                  <a:srgbClr val="193244"/>
                </a:solidFill>
                <a:latin typeface="Nimbus Mono PS"/>
                <a:ea typeface="Nimbus Mono PS"/>
                <a:cs typeface="Nimbus Mono PS"/>
              </a:defRPr>
            </a:lvl8pPr>
            <a:lvl9pPr>
              <a:defRPr sz="3375" b="1" i="0">
                <a:solidFill>
                  <a:srgbClr val="193244"/>
                </a:solidFill>
                <a:latin typeface="Nimbus Mono PS"/>
                <a:ea typeface="Nimbus Mono PS"/>
                <a:cs typeface="Nimbus Mono PS"/>
              </a:defRPr>
            </a:lvl9pPr>
          </a:lstStyle>
          <a:p xmlns:a="http://schemas.openxmlformats.org/drawingml/2006/main">
            <a:pPr>
              <a:defRPr sz="3375" b="1" i="0">
                <a:solidFill>
                  <a:srgbClr val="193244"/>
                </a:solidFill>
                <a:latin typeface="Nimbus Mono PS"/>
                <a:ea typeface="Nimbus Mono PS"/>
                <a:cs typeface="Nimbus Mono PS"/>
              </a:defRPr>
            </a:pPr>
            <a:r>
              <a:rPr sz="3375" b="1" i="0">
                <a:solidFill>
                  <a:srgbClr val="193244"/>
                </a:solidFill>
                <a:latin typeface="Nimbus Mono PS"/>
                <a:ea typeface="Nimbus Mono PS"/>
                <a:cs typeface="Nimbus Mono PS"/>
              </a:rPr>
              <a:t>Por que usar SDD?</a:t>
            </a:r>
          </a:p>
        </p:txBody>
      </p:sp>
      <p:sp>
        <p:nvSpPr>
          <p:cNvPr id="3" name="text-1">
            <a:extLst xmlns:a="http://schemas.openxmlformats.org/drawingml/2006/main">
              <a:ext uri="{FF2B5EF4-FFF2-40B4-BE49-F238E27FC236}">
                <a16:creationId xmlns:a16="http://schemas.microsoft.com/office/drawing/2014/main" id="{B21582A9-1245-4904-BFE2-94E46126C1F8}"/>
              </a:ext>
            </a:extLst>
          </p:cNvPr>
          <p:cNvSpPr>
            <a:spLocks xmlns:a="http://schemas.openxmlformats.org/drawingml/2006/main" noGrp="1"/>
          </p:cNvSpPr>
          <p:nvPr/>
        </p:nvSpPr>
        <p:spPr>
          <a:xfrm xmlns:a="http://schemas.openxmlformats.org/drawingml/2006/main">
            <a:off x="742950" y="1428750"/>
            <a:ext cx="13620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0" i="0">
                <a:solidFill>
                  <a:srgbClr val="54656D"/>
                </a:solidFill>
                <a:latin typeface="Nimbus Sans"/>
                <a:ea typeface="Nimbus Sans"/>
                <a:cs typeface="Nimbus Sans"/>
              </a:defRPr>
            </a:defPPr>
            <a:lvl1pPr>
              <a:defRPr sz="2025" b="0" i="0">
                <a:solidFill>
                  <a:srgbClr val="54656D"/>
                </a:solidFill>
                <a:latin typeface="Nimbus Sans"/>
                <a:ea typeface="Nimbus Sans"/>
                <a:cs typeface="Nimbus Sans"/>
              </a:defRPr>
            </a:lvl1pPr>
            <a:lvl2pPr>
              <a:defRPr sz="2025" b="0" i="0">
                <a:solidFill>
                  <a:srgbClr val="54656D"/>
                </a:solidFill>
                <a:latin typeface="Nimbus Sans"/>
                <a:ea typeface="Nimbus Sans"/>
                <a:cs typeface="Nimbus Sans"/>
              </a:defRPr>
            </a:lvl2pPr>
            <a:lvl3pPr>
              <a:defRPr sz="2025" b="0" i="0">
                <a:solidFill>
                  <a:srgbClr val="54656D"/>
                </a:solidFill>
                <a:latin typeface="Nimbus Sans"/>
                <a:ea typeface="Nimbus Sans"/>
                <a:cs typeface="Nimbus Sans"/>
              </a:defRPr>
            </a:lvl3pPr>
            <a:lvl4pPr>
              <a:defRPr sz="2025" b="0" i="0">
                <a:solidFill>
                  <a:srgbClr val="54656D"/>
                </a:solidFill>
                <a:latin typeface="Nimbus Sans"/>
                <a:ea typeface="Nimbus Sans"/>
                <a:cs typeface="Nimbus Sans"/>
              </a:defRPr>
            </a:lvl4pPr>
            <a:lvl5pPr>
              <a:defRPr sz="2025" b="0" i="0">
                <a:solidFill>
                  <a:srgbClr val="54656D"/>
                </a:solidFill>
                <a:latin typeface="Nimbus Sans"/>
                <a:ea typeface="Nimbus Sans"/>
                <a:cs typeface="Nimbus Sans"/>
              </a:defRPr>
            </a:lvl5pPr>
            <a:lvl6pPr>
              <a:defRPr sz="2025" b="0" i="0">
                <a:solidFill>
                  <a:srgbClr val="54656D"/>
                </a:solidFill>
                <a:latin typeface="Nimbus Sans"/>
                <a:ea typeface="Nimbus Sans"/>
                <a:cs typeface="Nimbus Sans"/>
              </a:defRPr>
            </a:lvl6pPr>
            <a:lvl7pPr>
              <a:defRPr sz="2025" b="0" i="0">
                <a:solidFill>
                  <a:srgbClr val="54656D"/>
                </a:solidFill>
                <a:latin typeface="Nimbus Sans"/>
                <a:ea typeface="Nimbus Sans"/>
                <a:cs typeface="Nimbus Sans"/>
              </a:defRPr>
            </a:lvl7pPr>
            <a:lvl8pPr>
              <a:defRPr sz="2025" b="0" i="0">
                <a:solidFill>
                  <a:srgbClr val="54656D"/>
                </a:solidFill>
                <a:latin typeface="Nimbus Sans"/>
                <a:ea typeface="Nimbus Sans"/>
                <a:cs typeface="Nimbus Sans"/>
              </a:defRPr>
            </a:lvl8pPr>
            <a:lvl9pPr>
              <a:defRPr sz="2025" b="0" i="0">
                <a:solidFill>
                  <a:srgbClr val="54656D"/>
                </a:solidFill>
                <a:latin typeface="Nimbus Sans"/>
                <a:ea typeface="Nimbus Sans"/>
                <a:cs typeface="Nimbus Sans"/>
              </a:defRPr>
            </a:lvl9pPr>
          </a:lstStyle>
          <a:p xmlns:a="http://schemas.openxmlformats.org/drawingml/2006/main">
            <a:pPr>
              <a:defRPr sz="2025" b="0" i="0">
                <a:solidFill>
                  <a:srgbClr val="54656D"/>
                </a:solidFill>
                <a:latin typeface="Nimbus Sans"/>
                <a:ea typeface="Nimbus Sans"/>
                <a:cs typeface="Nimbus Sans"/>
              </a:defRPr>
            </a:pPr>
            <a:r>
              <a:rPr sz="2025" b="0" i="0">
                <a:solidFill>
                  <a:srgbClr val="54656D"/>
                </a:solidFill>
                <a:latin typeface="Nimbus Sans"/>
                <a:ea typeface="Nimbus Sans"/>
                <a:cs typeface="Nimbus Sans"/>
              </a:rPr>
              <a:t>O profissional mantém a direção. O time compartilha critérios para construir e revisar.</a:t>
            </a:r>
          </a:p>
        </p:txBody>
      </p:sp>
      <p:sp>
        <p:nvSpPr>
          <p:cNvPr id="4" name="text-2">
            <a:extLst xmlns:a="http://schemas.openxmlformats.org/drawingml/2006/main">
              <a:ext uri="{FF2B5EF4-FFF2-40B4-BE49-F238E27FC236}">
                <a16:creationId xmlns:a16="http://schemas.microsoft.com/office/drawing/2014/main" id="{24B035CA-C513-4D06-A024-52667CAC32ED}"/>
              </a:ext>
            </a:extLst>
          </p:cNvPr>
          <p:cNvSpPr>
            <a:spLocks xmlns:a="http://schemas.openxmlformats.org/drawingml/2006/main" noGrp="1"/>
          </p:cNvSpPr>
          <p:nvPr/>
        </p:nvSpPr>
        <p:spPr>
          <a:xfrm xmlns:a="http://schemas.openxmlformats.org/drawingml/2006/main">
            <a:off x="742950" y="8096250"/>
            <a:ext cx="12573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00" b="0" i="0">
                <a:solidFill>
                  <a:srgbClr val="54656D"/>
                </a:solidFill>
                <a:latin typeface="Nimbus Mono PS"/>
                <a:ea typeface="Nimbus Mono PS"/>
                <a:cs typeface="Nimbus Mono PS"/>
              </a:defRPr>
            </a:defPPr>
            <a:lvl1pPr>
              <a:defRPr sz="1200" b="0" i="0">
                <a:solidFill>
                  <a:srgbClr val="54656D"/>
                </a:solidFill>
                <a:latin typeface="Nimbus Mono PS"/>
                <a:ea typeface="Nimbus Mono PS"/>
                <a:cs typeface="Nimbus Mono PS"/>
              </a:defRPr>
            </a:lvl1pPr>
            <a:lvl2pPr>
              <a:defRPr sz="1200" b="0" i="0">
                <a:solidFill>
                  <a:srgbClr val="54656D"/>
                </a:solidFill>
                <a:latin typeface="Nimbus Mono PS"/>
                <a:ea typeface="Nimbus Mono PS"/>
                <a:cs typeface="Nimbus Mono PS"/>
              </a:defRPr>
            </a:lvl2pPr>
            <a:lvl3pPr>
              <a:defRPr sz="1200" b="0" i="0">
                <a:solidFill>
                  <a:srgbClr val="54656D"/>
                </a:solidFill>
                <a:latin typeface="Nimbus Mono PS"/>
                <a:ea typeface="Nimbus Mono PS"/>
                <a:cs typeface="Nimbus Mono PS"/>
              </a:defRPr>
            </a:lvl3pPr>
            <a:lvl4pPr>
              <a:defRPr sz="1200" b="0" i="0">
                <a:solidFill>
                  <a:srgbClr val="54656D"/>
                </a:solidFill>
                <a:latin typeface="Nimbus Mono PS"/>
                <a:ea typeface="Nimbus Mono PS"/>
                <a:cs typeface="Nimbus Mono PS"/>
              </a:defRPr>
            </a:lvl4pPr>
            <a:lvl5pPr>
              <a:defRPr sz="1200" b="0" i="0">
                <a:solidFill>
                  <a:srgbClr val="54656D"/>
                </a:solidFill>
                <a:latin typeface="Nimbus Mono PS"/>
                <a:ea typeface="Nimbus Mono PS"/>
                <a:cs typeface="Nimbus Mono PS"/>
              </a:defRPr>
            </a:lvl5pPr>
            <a:lvl6pPr>
              <a:defRPr sz="1200" b="0" i="0">
                <a:solidFill>
                  <a:srgbClr val="54656D"/>
                </a:solidFill>
                <a:latin typeface="Nimbus Mono PS"/>
                <a:ea typeface="Nimbus Mono PS"/>
                <a:cs typeface="Nimbus Mono PS"/>
              </a:defRPr>
            </a:lvl6pPr>
            <a:lvl7pPr>
              <a:defRPr sz="1200" b="0" i="0">
                <a:solidFill>
                  <a:srgbClr val="54656D"/>
                </a:solidFill>
                <a:latin typeface="Nimbus Mono PS"/>
                <a:ea typeface="Nimbus Mono PS"/>
                <a:cs typeface="Nimbus Mono PS"/>
              </a:defRPr>
            </a:lvl7pPr>
            <a:lvl8pPr>
              <a:defRPr sz="1200" b="0" i="0">
                <a:solidFill>
                  <a:srgbClr val="54656D"/>
                </a:solidFill>
                <a:latin typeface="Nimbus Mono PS"/>
                <a:ea typeface="Nimbus Mono PS"/>
                <a:cs typeface="Nimbus Mono PS"/>
              </a:defRPr>
            </a:lvl8pPr>
            <a:lvl9pPr>
              <a:defRPr sz="1200" b="0" i="0">
                <a:solidFill>
                  <a:srgbClr val="54656D"/>
                </a:solidFill>
                <a:latin typeface="Nimbus Mono PS"/>
                <a:ea typeface="Nimbus Mono PS"/>
                <a:cs typeface="Nimbus Mono PS"/>
              </a:defRPr>
            </a:lvl9pPr>
          </a:lstStyle>
          <a:p xmlns:a="http://schemas.openxmlformats.org/drawingml/2006/main">
            <a:pPr>
              <a:defRPr sz="1200" b="0" i="0">
                <a:solidFill>
                  <a:srgbClr val="54656D"/>
                </a:solidFill>
                <a:latin typeface="Nimbus Mono PS"/>
                <a:ea typeface="Nimbus Mono PS"/>
                <a:cs typeface="Nimbus Mono PS"/>
              </a:defRPr>
            </a:pPr>
            <a:r>
              <a:rPr sz="1200" b="0" i="0">
                <a:solidFill>
                  <a:srgbClr val="54656D"/>
                </a:solidFill>
                <a:latin typeface="Nimbus Mono PS"/>
                <a:ea typeface="Nimbus Mono PS"/>
                <a:cs typeface="Nimbus Mono PS"/>
              </a:rPr>
              <a:t>VALOR PARA O TIME  /  VALOR PARA A GESTÃO</a:t>
            </a:r>
          </a:p>
        </p:txBody>
      </p:sp>
      <p:sp>
        <p:nvSpPr>
          <p:cNvPr id="5" name="text-3">
            <a:extLst xmlns:a="http://schemas.openxmlformats.org/drawingml/2006/main">
              <a:ext uri="{FF2B5EF4-FFF2-40B4-BE49-F238E27FC236}">
                <a16:creationId xmlns:a16="http://schemas.microsoft.com/office/drawing/2014/main" id="{B0CEAECA-F42C-4930-AB35-D6AC265746B8}"/>
              </a:ext>
            </a:extLst>
          </p:cNvPr>
          <p:cNvSpPr>
            <a:spLocks xmlns:a="http://schemas.openxmlformats.org/drawingml/2006/main" noGrp="1"/>
          </p:cNvSpPr>
          <p:nvPr/>
        </p:nvSpPr>
        <p:spPr>
          <a:xfrm xmlns:a="http://schemas.openxmlformats.org/drawingml/2006/main">
            <a:off x="13944600" y="8048625"/>
            <a:ext cx="609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1" i="0">
                <a:solidFill>
                  <a:srgbClr val="B9502E"/>
                </a:solidFill>
                <a:latin typeface="Nimbus Mono PS"/>
                <a:ea typeface="Nimbus Mono PS"/>
                <a:cs typeface="Nimbus Mono PS"/>
              </a:defRPr>
            </a:defPPr>
            <a:lvl1pPr>
              <a:defRPr sz="1800" b="1" i="0">
                <a:solidFill>
                  <a:srgbClr val="B9502E"/>
                </a:solidFill>
                <a:latin typeface="Nimbus Mono PS"/>
                <a:ea typeface="Nimbus Mono PS"/>
                <a:cs typeface="Nimbus Mono PS"/>
              </a:defRPr>
            </a:lvl1pPr>
            <a:lvl2pPr>
              <a:defRPr sz="1800" b="1" i="0">
                <a:solidFill>
                  <a:srgbClr val="B9502E"/>
                </a:solidFill>
                <a:latin typeface="Nimbus Mono PS"/>
                <a:ea typeface="Nimbus Mono PS"/>
                <a:cs typeface="Nimbus Mono PS"/>
              </a:defRPr>
            </a:lvl2pPr>
            <a:lvl3pPr>
              <a:defRPr sz="1800" b="1" i="0">
                <a:solidFill>
                  <a:srgbClr val="B9502E"/>
                </a:solidFill>
                <a:latin typeface="Nimbus Mono PS"/>
                <a:ea typeface="Nimbus Mono PS"/>
                <a:cs typeface="Nimbus Mono PS"/>
              </a:defRPr>
            </a:lvl3pPr>
            <a:lvl4pPr>
              <a:defRPr sz="1800" b="1" i="0">
                <a:solidFill>
                  <a:srgbClr val="B9502E"/>
                </a:solidFill>
                <a:latin typeface="Nimbus Mono PS"/>
                <a:ea typeface="Nimbus Mono PS"/>
                <a:cs typeface="Nimbus Mono PS"/>
              </a:defRPr>
            </a:lvl4pPr>
            <a:lvl5pPr>
              <a:defRPr sz="1800" b="1" i="0">
                <a:solidFill>
                  <a:srgbClr val="B9502E"/>
                </a:solidFill>
                <a:latin typeface="Nimbus Mono PS"/>
                <a:ea typeface="Nimbus Mono PS"/>
                <a:cs typeface="Nimbus Mono PS"/>
              </a:defRPr>
            </a:lvl5pPr>
            <a:lvl6pPr>
              <a:defRPr sz="1800" b="1" i="0">
                <a:solidFill>
                  <a:srgbClr val="B9502E"/>
                </a:solidFill>
                <a:latin typeface="Nimbus Mono PS"/>
                <a:ea typeface="Nimbus Mono PS"/>
                <a:cs typeface="Nimbus Mono PS"/>
              </a:defRPr>
            </a:lvl6pPr>
            <a:lvl7pPr>
              <a:defRPr sz="1800" b="1" i="0">
                <a:solidFill>
                  <a:srgbClr val="B9502E"/>
                </a:solidFill>
                <a:latin typeface="Nimbus Mono PS"/>
                <a:ea typeface="Nimbus Mono PS"/>
                <a:cs typeface="Nimbus Mono PS"/>
              </a:defRPr>
            </a:lvl7pPr>
            <a:lvl8pPr>
              <a:defRPr sz="1800" b="1" i="0">
                <a:solidFill>
                  <a:srgbClr val="B9502E"/>
                </a:solidFill>
                <a:latin typeface="Nimbus Mono PS"/>
                <a:ea typeface="Nimbus Mono PS"/>
                <a:cs typeface="Nimbus Mono PS"/>
              </a:defRPr>
            </a:lvl8pPr>
            <a:lvl9pPr>
              <a:defRPr sz="1800" b="1" i="0">
                <a:solidFill>
                  <a:srgbClr val="B9502E"/>
                </a:solidFill>
                <a:latin typeface="Nimbus Mono PS"/>
                <a:ea typeface="Nimbus Mono PS"/>
                <a:cs typeface="Nimbus Mono PS"/>
              </a:defRPr>
            </a:lvl9pPr>
          </a:lstStyle>
          <a:p xmlns:a="http://schemas.openxmlformats.org/drawingml/2006/main">
            <a:pPr>
              <a:defRPr sz="1800" b="1" i="0">
                <a:solidFill>
                  <a:srgbClr val="B9502E"/>
                </a:solidFill>
                <a:latin typeface="Nimbus Mono PS"/>
                <a:ea typeface="Nimbus Mono PS"/>
                <a:cs typeface="Nimbus Mono PS"/>
              </a:defRPr>
            </a:pPr>
            <a:r>
              <a:rPr sz="1800" b="1" i="0">
                <a:solidFill>
                  <a:srgbClr val="B9502E"/>
                </a:solidFill>
                <a:latin typeface="Nimbus Mono PS"/>
                <a:ea typeface="Nimbus Mono PS"/>
                <a:cs typeface="Nimbus Mono PS"/>
              </a:rPr>
              <a:t>04</a:t>
            </a:r>
          </a:p>
        </p:txBody>
      </p:sp>
      <p:graphicFrame>
        <p:nvGraphicFramePr>
          <p:cNvPr id="6" name="">
            <a:extLst xmlns:a="http://schemas.openxmlformats.org/drawingml/2006/main">
              <a:ext uri="{FF2B5EF4-FFF2-40B4-BE49-F238E27FC236}">
                <a16:creationId xmlns:a16="http://schemas.microsoft.com/office/drawing/2014/main" id="{2DE6BBC9-DAA8-4085-965D-FC35437BAC41}"/>
              </a:ext>
            </a:extLst>
          </p:cNvPr>
          <p:cNvGraphicFramePr/>
          <p:nvPr/>
        </p:nvGraphicFramePr>
        <p:xfrm>
          <a:off xmlns:a="http://schemas.openxmlformats.org/drawingml/2006/main" x="742950" y="2152650"/>
          <a:ext xmlns:a="http://schemas.openxmlformats.org/drawingml/2006/main" cx="13754100" cy="5057775"/>
        </p:xfrm>
        <a:graphic xmlns:a="http://schemas.openxmlformats.org/drawingml/2006/main">
          <a:graphicData uri="http://schemas.openxmlformats.org/drawingml/2006/table">
            <a:tbl>
              <a:tblPr firstRow="0" bandRow="0"/>
              <a:tblGrid>
                <a:gridCol w="2667000"/>
                <a:gridCol w="5543550"/>
                <a:gridCol w="5543550"/>
              </a:tblGrid>
              <a:tr h="457200">
                <a:tc>
                  <a:txBody>
                    <a:bodyPr lIns="76200" tIns="76200" rIns="76200" bIns="76200"/>
                    <a:lstStyle/>
                    <a:p>
                      <a:r>
                        <a:rPr sz="1800" b="1">
                          <a:solidFill>
                            <a:srgbClr val="FCFAF5"/>
                          </a:solidFill>
                          <a:latin typeface="Nimbus Sans"/>
                          <a:ea typeface="Nimbus Sans"/>
                          <a:cs typeface="Nimbus Sans"/>
                        </a:rPr>
                        <a:t>Benefício</a:t>
                      </a:r>
                    </a:p>
                  </a:txBody>
                  <a:tcPr marL="91440" marR="91440" marT="45720" marB="45720" anchor="ctr">
                    <a:lnL w="6668">
                      <a:solidFill>
                        <a:srgbClr val="CDD5D3"/>
                      </a:solidFill>
                      <a:prstDash val="solid"/>
                    </a:lnL>
                    <a:lnR w="6668">
                      <a:solidFill>
                        <a:srgbClr val="CDD5D3"/>
                      </a:solidFill>
                      <a:prstDash val="solid"/>
                    </a:lnR>
                    <a:lnT w="6668">
                      <a:solidFill>
                        <a:srgbClr val="CDD5D3"/>
                      </a:solidFill>
                      <a:prstDash val="solid"/>
                    </a:lnT>
                    <a:lnB w="6668">
                      <a:solidFill>
                        <a:srgbClr val="CDD5D3"/>
                      </a:solidFill>
                      <a:prstDash val="solid"/>
                    </a:lnB>
                    <a:solidFill>
                      <a:srgbClr val="193244"/>
                    </a:solidFill>
                  </a:tcPr>
                </a:tc>
                <a:tc>
                  <a:txBody>
                    <a:bodyPr lIns="76200" tIns="76200" rIns="76200" bIns="76200"/>
                    <a:lstStyle/>
                    <a:p>
                      <a:r>
                        <a:rPr sz="1800" b="1">
                          <a:solidFill>
                            <a:srgbClr val="FCFAF5"/>
                          </a:solidFill>
                          <a:latin typeface="Nimbus Sans"/>
                          <a:ea typeface="Nimbus Sans"/>
                          <a:cs typeface="Nimbus Sans"/>
                        </a:rPr>
                        <a:t>Analista / cientista</a:t>
                      </a:r>
                    </a:p>
                  </a:txBody>
                  <a:tcPr marL="91440" marR="91440" marT="45720" marB="45720" anchor="ctr">
                    <a:lnR w="6668">
                      <a:solidFill>
                        <a:srgbClr val="CDD5D3"/>
                      </a:solidFill>
                      <a:prstDash val="solid"/>
                    </a:lnR>
                    <a:lnT w="6668">
                      <a:solidFill>
                        <a:srgbClr val="CDD5D3"/>
                      </a:solidFill>
                      <a:prstDash val="solid"/>
                    </a:lnT>
                    <a:lnB w="6668">
                      <a:solidFill>
                        <a:srgbClr val="CDD5D3"/>
                      </a:solidFill>
                      <a:prstDash val="solid"/>
                    </a:lnB>
                    <a:solidFill>
                      <a:srgbClr val="193244"/>
                    </a:solidFill>
                  </a:tcPr>
                </a:tc>
                <a:tc>
                  <a:txBody>
                    <a:bodyPr lIns="76200" tIns="76200" rIns="76200" bIns="76200"/>
                    <a:lstStyle/>
                    <a:p>
                      <a:r>
                        <a:rPr sz="1800" b="1">
                          <a:solidFill>
                            <a:srgbClr val="FCFAF5"/>
                          </a:solidFill>
                          <a:latin typeface="Nimbus Sans"/>
                          <a:ea typeface="Nimbus Sans"/>
                          <a:cs typeface="Nimbus Sans"/>
                        </a:rPr>
                        <a:t>Gestor</a:t>
                      </a:r>
                    </a:p>
                  </a:txBody>
                  <a:tcPr marL="91440" marR="91440" marT="45720" marB="45720" anchor="ctr">
                    <a:lnR w="6668">
                      <a:solidFill>
                        <a:srgbClr val="CDD5D3"/>
                      </a:solidFill>
                      <a:prstDash val="solid"/>
                    </a:lnR>
                    <a:lnT w="6668">
                      <a:solidFill>
                        <a:srgbClr val="CDD5D3"/>
                      </a:solidFill>
                      <a:prstDash val="solid"/>
                    </a:lnT>
                    <a:lnB w="6668">
                      <a:solidFill>
                        <a:srgbClr val="CDD5D3"/>
                      </a:solidFill>
                      <a:prstDash val="solid"/>
                    </a:lnB>
                    <a:solidFill>
                      <a:srgbClr val="193244"/>
                    </a:solidFill>
                  </a:tcPr>
                </a:tc>
              </a:tr>
              <a:tr h="657225">
                <a:tc>
                  <a:txBody>
                    <a:bodyPr lIns="76200" tIns="76200" rIns="76200" bIns="76200"/>
                    <a:lstStyle/>
                    <a:p>
                      <a:r>
                        <a:rPr sz="1800" b="1">
                          <a:solidFill>
                            <a:srgbClr val="193244"/>
                          </a:solidFill>
                          <a:latin typeface="Nimbus Sans"/>
                          <a:ea typeface="Nimbus Sans"/>
                          <a:cs typeface="Nimbus Sans"/>
                        </a:rPr>
                        <a:t>Autoria técnica</a:t>
                      </a:r>
                    </a:p>
                  </a:txBody>
                  <a:tcPr marL="91440" marR="91440" marT="45720" marB="45720" anchor="ctr">
                    <a:lnL w="6668">
                      <a:solidFill>
                        <a:srgbClr val="CDD5D3"/>
                      </a:solidFill>
                      <a:prstDash val="solid"/>
                    </a:lnL>
                    <a:lnR w="6668">
                      <a:solidFill>
                        <a:srgbClr val="CDD5D3"/>
                      </a:solidFill>
                      <a:prstDash val="solid"/>
                    </a:lnR>
                    <a:lnB w="6668">
                      <a:solidFill>
                        <a:srgbClr val="CDD5D3"/>
                      </a:solidFill>
                      <a:prstDash val="solid"/>
                    </a:lnB>
                    <a:solidFill>
                      <a:srgbClr val="FCFAF5"/>
                    </a:solidFill>
                  </a:tcPr>
                </a:tc>
                <a:tc>
                  <a:txBody>
                    <a:bodyPr lIns="76200" tIns="76200" rIns="76200" bIns="76200"/>
                    <a:lstStyle/>
                    <a:p>
                      <a:r>
                        <a:rPr sz="1800" b="0">
                          <a:solidFill>
                            <a:srgbClr val="193244"/>
                          </a:solidFill>
                          <a:latin typeface="Nimbus Sans"/>
                          <a:ea typeface="Nimbus Sans"/>
                          <a:cs typeface="Nimbus Sans"/>
                        </a:rPr>
                        <a:t>Conduz escolhas e explica o que construiu com o agente.</a:t>
                      </a:r>
                    </a:p>
                  </a:txBody>
                  <a:tcPr marL="91440" marR="91440" marT="45720" marB="45720" anchor="ctr">
                    <a:lnR w="6668">
                      <a:solidFill>
                        <a:srgbClr val="CDD5D3"/>
                      </a:solidFill>
                      <a:prstDash val="solid"/>
                    </a:lnR>
                    <a:lnB w="6668">
                      <a:solidFill>
                        <a:srgbClr val="CDD5D3"/>
                      </a:solidFill>
                      <a:prstDash val="solid"/>
                    </a:lnB>
                    <a:solidFill>
                      <a:srgbClr val="FCFAF5"/>
                    </a:solidFill>
                  </a:tcPr>
                </a:tc>
                <a:tc>
                  <a:txBody>
                    <a:bodyPr lIns="76200" tIns="76200" rIns="76200" bIns="76200"/>
                    <a:lstStyle/>
                    <a:p>
                      <a:r>
                        <a:rPr sz="1800" b="0">
                          <a:solidFill>
                            <a:srgbClr val="193244"/>
                          </a:solidFill>
                          <a:latin typeface="Nimbus Sans"/>
                          <a:ea typeface="Nimbus Sans"/>
                          <a:cs typeface="Nimbus Sans"/>
                        </a:rPr>
                        <a:t>Identifica contribuição e responsabilidade técnica.</a:t>
                      </a:r>
                    </a:p>
                  </a:txBody>
                  <a:tcPr marL="91440" marR="91440" marT="45720" marB="45720" anchor="ctr">
                    <a:lnR w="6668">
                      <a:solidFill>
                        <a:srgbClr val="CDD5D3"/>
                      </a:solidFill>
                      <a:prstDash val="solid"/>
                    </a:lnR>
                    <a:lnB w="6668">
                      <a:solidFill>
                        <a:srgbClr val="CDD5D3"/>
                      </a:solidFill>
                      <a:prstDash val="solid"/>
                    </a:lnB>
                    <a:solidFill>
                      <a:srgbClr val="FCFAF5"/>
                    </a:solidFill>
                  </a:tcPr>
                </a:tc>
              </a:tr>
              <a:tr h="657225">
                <a:tc>
                  <a:txBody>
                    <a:bodyPr lIns="76200" tIns="76200" rIns="76200" bIns="76200"/>
                    <a:lstStyle/>
                    <a:p>
                      <a:r>
                        <a:rPr sz="1800" b="1">
                          <a:solidFill>
                            <a:srgbClr val="193244"/>
                          </a:solidFill>
                          <a:latin typeface="Nimbus Sans"/>
                          <a:ea typeface="Nimbus Sans"/>
                          <a:cs typeface="Nimbus Sans"/>
                        </a:rPr>
                        <a:t>Escopo alinhado</a:t>
                      </a:r>
                    </a:p>
                  </a:txBody>
                  <a:tcPr marL="91440" marR="91440" marT="45720" marB="45720" anchor="ctr">
                    <a:lnL w="6668">
                      <a:solidFill>
                        <a:srgbClr val="CDD5D3"/>
                      </a:solidFill>
                      <a:prstDash val="solid"/>
                    </a:lnL>
                    <a:lnR w="6668">
                      <a:solidFill>
                        <a:srgbClr val="CDD5D3"/>
                      </a:solidFill>
                      <a:prstDash val="solid"/>
                    </a:lnR>
                    <a:lnB w="6668">
                      <a:solidFill>
                        <a:srgbClr val="CDD5D3"/>
                      </a:solidFill>
                      <a:prstDash val="solid"/>
                    </a:lnB>
                    <a:solidFill>
                      <a:srgbClr val="FCFAF5"/>
                    </a:solidFill>
                  </a:tcPr>
                </a:tc>
                <a:tc>
                  <a:txBody>
                    <a:bodyPr lIns="76200" tIns="76200" rIns="76200" bIns="76200"/>
                    <a:lstStyle/>
                    <a:p>
                      <a:r>
                        <a:rPr sz="1800" b="0">
                          <a:solidFill>
                            <a:srgbClr val="193244"/>
                          </a:solidFill>
                          <a:latin typeface="Nimbus Sans"/>
                          <a:ea typeface="Nimbus Sans"/>
                          <a:cs typeface="Nimbus Sans"/>
                        </a:rPr>
                        <a:t>Trabalha com objetivo, limites e critérios explícitos.</a:t>
                      </a:r>
                    </a:p>
                  </a:txBody>
                  <a:tcPr marL="91440" marR="91440" marT="45720" marB="45720" anchor="ctr">
                    <a:lnR w="6668">
                      <a:solidFill>
                        <a:srgbClr val="CDD5D3"/>
                      </a:solidFill>
                      <a:prstDash val="solid"/>
                    </a:lnR>
                    <a:lnB w="6668">
                      <a:solidFill>
                        <a:srgbClr val="CDD5D3"/>
                      </a:solidFill>
                      <a:prstDash val="solid"/>
                    </a:lnB>
                    <a:solidFill>
                      <a:srgbClr val="FCFAF5"/>
                    </a:solidFill>
                  </a:tcPr>
                </a:tc>
                <a:tc>
                  <a:txBody>
                    <a:bodyPr lIns="76200" tIns="76200" rIns="76200" bIns="76200"/>
                    <a:lstStyle/>
                    <a:p>
                      <a:r>
                        <a:rPr sz="1800" b="0">
                          <a:solidFill>
                            <a:srgbClr val="193244"/>
                          </a:solidFill>
                          <a:latin typeface="Nimbus Sans"/>
                          <a:ea typeface="Nimbus Sans"/>
                          <a:cs typeface="Nimbus Sans"/>
                        </a:rPr>
                        <a:t>Confere aderência à demanda e às prioridades.</a:t>
                      </a:r>
                    </a:p>
                  </a:txBody>
                  <a:tcPr marL="91440" marR="91440" marT="45720" marB="45720" anchor="ctr">
                    <a:lnR w="6668">
                      <a:solidFill>
                        <a:srgbClr val="CDD5D3"/>
                      </a:solidFill>
                      <a:prstDash val="solid"/>
                    </a:lnR>
                    <a:lnB w="6668">
                      <a:solidFill>
                        <a:srgbClr val="CDD5D3"/>
                      </a:solidFill>
                      <a:prstDash val="solid"/>
                    </a:lnB>
                    <a:solidFill>
                      <a:srgbClr val="FCFAF5"/>
                    </a:solidFill>
                  </a:tcPr>
                </a:tc>
              </a:tr>
              <a:tr h="657225">
                <a:tc>
                  <a:txBody>
                    <a:bodyPr lIns="76200" tIns="76200" rIns="76200" bIns="76200"/>
                    <a:lstStyle/>
                    <a:p>
                      <a:r>
                        <a:rPr sz="1800" b="1">
                          <a:solidFill>
                            <a:srgbClr val="193244"/>
                          </a:solidFill>
                          <a:latin typeface="Nimbus Sans"/>
                          <a:ea typeface="Nimbus Sans"/>
                          <a:cs typeface="Nimbus Sans"/>
                        </a:rPr>
                        <a:t>Menos retrabalho</a:t>
                      </a:r>
                    </a:p>
                  </a:txBody>
                  <a:tcPr marL="91440" marR="91440" marT="45720" marB="45720" anchor="ctr">
                    <a:lnL w="6668">
                      <a:solidFill>
                        <a:srgbClr val="CDD5D3"/>
                      </a:solidFill>
                      <a:prstDash val="solid"/>
                    </a:lnL>
                    <a:lnR w="6668">
                      <a:solidFill>
                        <a:srgbClr val="CDD5D3"/>
                      </a:solidFill>
                      <a:prstDash val="solid"/>
                    </a:lnR>
                    <a:lnB w="6668">
                      <a:solidFill>
                        <a:srgbClr val="CDD5D3"/>
                      </a:solidFill>
                      <a:prstDash val="solid"/>
                    </a:lnB>
                    <a:solidFill>
                      <a:srgbClr val="FCFAF5"/>
                    </a:solidFill>
                  </a:tcPr>
                </a:tc>
                <a:tc>
                  <a:txBody>
                    <a:bodyPr lIns="76200" tIns="76200" rIns="76200" bIns="76200"/>
                    <a:lstStyle/>
                    <a:p>
                      <a:r>
                        <a:rPr sz="1800" b="0">
                          <a:solidFill>
                            <a:srgbClr val="193244"/>
                          </a:solidFill>
                          <a:latin typeface="Nimbus Sans"/>
                          <a:ea typeface="Nimbus Sans"/>
                          <a:cs typeface="Nimbus Sans"/>
                        </a:rPr>
                        <a:t>Corrige o rumo em pequenas entregas verificáveis.</a:t>
                      </a:r>
                    </a:p>
                  </a:txBody>
                  <a:tcPr marL="91440" marR="91440" marT="45720" marB="45720" anchor="ctr">
                    <a:lnR w="6668">
                      <a:solidFill>
                        <a:srgbClr val="CDD5D3"/>
                      </a:solidFill>
                      <a:prstDash val="solid"/>
                    </a:lnR>
                    <a:lnB w="6668">
                      <a:solidFill>
                        <a:srgbClr val="CDD5D3"/>
                      </a:solidFill>
                      <a:prstDash val="solid"/>
                    </a:lnB>
                    <a:solidFill>
                      <a:srgbClr val="FCFAF5"/>
                    </a:solidFill>
                  </a:tcPr>
                </a:tc>
                <a:tc>
                  <a:txBody>
                    <a:bodyPr lIns="76200" tIns="76200" rIns="76200" bIns="76200"/>
                    <a:lstStyle/>
                    <a:p>
                      <a:r>
                        <a:rPr sz="1800" b="0">
                          <a:solidFill>
                            <a:srgbClr val="193244"/>
                          </a:solidFill>
                          <a:latin typeface="Nimbus Sans"/>
                          <a:ea typeface="Nimbus Sans"/>
                          <a:cs typeface="Nimbus Sans"/>
                        </a:rPr>
                        <a:t>Acompanha avanço e identifica impedimentos mais cedo.</a:t>
                      </a:r>
                    </a:p>
                  </a:txBody>
                  <a:tcPr marL="91440" marR="91440" marT="45720" marB="45720" anchor="ctr">
                    <a:lnR w="6668">
                      <a:solidFill>
                        <a:srgbClr val="CDD5D3"/>
                      </a:solidFill>
                      <a:prstDash val="solid"/>
                    </a:lnR>
                    <a:lnB w="6668">
                      <a:solidFill>
                        <a:srgbClr val="CDD5D3"/>
                      </a:solidFill>
                      <a:prstDash val="solid"/>
                    </a:lnB>
                    <a:solidFill>
                      <a:srgbClr val="FCFAF5"/>
                    </a:solidFill>
                  </a:tcPr>
                </a:tc>
              </a:tr>
              <a:tr h="657225">
                <a:tc>
                  <a:txBody>
                    <a:bodyPr lIns="76200" tIns="76200" rIns="76200" bIns="76200"/>
                    <a:lstStyle/>
                    <a:p>
                      <a:r>
                        <a:rPr sz="1800" b="1">
                          <a:solidFill>
                            <a:srgbClr val="193244"/>
                          </a:solidFill>
                          <a:latin typeface="Nimbus Sans"/>
                          <a:ea typeface="Nimbus Sans"/>
                          <a:cs typeface="Nimbus Sans"/>
                        </a:rPr>
                        <a:t>Rastreabilidade</a:t>
                      </a:r>
                    </a:p>
                  </a:txBody>
                  <a:tcPr marL="91440" marR="91440" marT="45720" marB="45720" anchor="ctr">
                    <a:lnL w="6668">
                      <a:solidFill>
                        <a:srgbClr val="CDD5D3"/>
                      </a:solidFill>
                      <a:prstDash val="solid"/>
                    </a:lnL>
                    <a:lnR w="6668">
                      <a:solidFill>
                        <a:srgbClr val="CDD5D3"/>
                      </a:solidFill>
                      <a:prstDash val="solid"/>
                    </a:lnR>
                    <a:lnB w="6668">
                      <a:solidFill>
                        <a:srgbClr val="CDD5D3"/>
                      </a:solidFill>
                      <a:prstDash val="solid"/>
                    </a:lnB>
                    <a:solidFill>
                      <a:srgbClr val="FCFAF5"/>
                    </a:solidFill>
                  </a:tcPr>
                </a:tc>
                <a:tc>
                  <a:txBody>
                    <a:bodyPr lIns="76200" tIns="76200" rIns="76200" bIns="76200"/>
                    <a:lstStyle/>
                    <a:p>
                      <a:r>
                        <a:rPr sz="1800" b="0">
                          <a:solidFill>
                            <a:srgbClr val="193244"/>
                          </a:solidFill>
                          <a:latin typeface="Nimbus Sans"/>
                          <a:ea typeface="Nimbus Sans"/>
                          <a:cs typeface="Nimbus Sans"/>
                        </a:rPr>
                        <a:t>Preserva decisões relevantes e suas evidências.</a:t>
                      </a:r>
                    </a:p>
                  </a:txBody>
                  <a:tcPr marL="91440" marR="91440" marT="45720" marB="45720" anchor="ctr">
                    <a:lnR w="6668">
                      <a:solidFill>
                        <a:srgbClr val="CDD5D3"/>
                      </a:solidFill>
                      <a:prstDash val="solid"/>
                    </a:lnR>
                    <a:lnB w="6668">
                      <a:solidFill>
                        <a:srgbClr val="CDD5D3"/>
                      </a:solidFill>
                      <a:prstDash val="solid"/>
                    </a:lnB>
                    <a:solidFill>
                      <a:srgbClr val="FCFAF5"/>
                    </a:solidFill>
                  </a:tcPr>
                </a:tc>
                <a:tc>
                  <a:txBody>
                    <a:bodyPr lIns="76200" tIns="76200" rIns="76200" bIns="76200"/>
                    <a:lstStyle/>
                    <a:p>
                      <a:r>
                        <a:rPr sz="1800" b="0">
                          <a:solidFill>
                            <a:srgbClr val="193244"/>
                          </a:solidFill>
                          <a:latin typeface="Nimbus Sans"/>
                          <a:ea typeface="Nimbus Sans"/>
                          <a:cs typeface="Nimbus Sans"/>
                        </a:rPr>
                        <a:t>Revisa o caminho percorrido e a entrega final.</a:t>
                      </a:r>
                    </a:p>
                  </a:txBody>
                  <a:tcPr marL="91440" marR="91440" marT="45720" marB="45720" anchor="ctr">
                    <a:lnR w="6668">
                      <a:solidFill>
                        <a:srgbClr val="CDD5D3"/>
                      </a:solidFill>
                      <a:prstDash val="solid"/>
                    </a:lnR>
                    <a:lnB w="6668">
                      <a:solidFill>
                        <a:srgbClr val="CDD5D3"/>
                      </a:solidFill>
                      <a:prstDash val="solid"/>
                    </a:lnB>
                    <a:solidFill>
                      <a:srgbClr val="FCFAF5"/>
                    </a:solidFill>
                  </a:tcPr>
                </a:tc>
              </a:tr>
              <a:tr h="657225">
                <a:tc>
                  <a:txBody>
                    <a:bodyPr lIns="76200" tIns="76200" rIns="76200" bIns="76200"/>
                    <a:lstStyle/>
                    <a:p>
                      <a:r>
                        <a:rPr sz="1800" b="1">
                          <a:solidFill>
                            <a:srgbClr val="193244"/>
                          </a:solidFill>
                          <a:latin typeface="Nimbus Sans"/>
                          <a:ea typeface="Nimbus Sans"/>
                          <a:cs typeface="Nimbus Sans"/>
                        </a:rPr>
                        <a:t>Consistência</a:t>
                      </a:r>
                    </a:p>
                  </a:txBody>
                  <a:tcPr marL="91440" marR="91440" marT="45720" marB="45720" anchor="ctr">
                    <a:lnL w="6668">
                      <a:solidFill>
                        <a:srgbClr val="CDD5D3"/>
                      </a:solidFill>
                      <a:prstDash val="solid"/>
                    </a:lnL>
                    <a:lnR w="6668">
                      <a:solidFill>
                        <a:srgbClr val="CDD5D3"/>
                      </a:solidFill>
                      <a:prstDash val="solid"/>
                    </a:lnR>
                    <a:lnB w="6668">
                      <a:solidFill>
                        <a:srgbClr val="CDD5D3"/>
                      </a:solidFill>
                      <a:prstDash val="solid"/>
                    </a:lnB>
                    <a:solidFill>
                      <a:srgbClr val="FCFAF5"/>
                    </a:solidFill>
                  </a:tcPr>
                </a:tc>
                <a:tc>
                  <a:txBody>
                    <a:bodyPr lIns="76200" tIns="76200" rIns="76200" bIns="76200"/>
                    <a:lstStyle/>
                    <a:p>
                      <a:r>
                        <a:rPr sz="1800" b="0">
                          <a:solidFill>
                            <a:srgbClr val="193244"/>
                          </a:solidFill>
                          <a:latin typeface="Nimbus Sans"/>
                          <a:ea typeface="Nimbus Sans"/>
                          <a:cs typeface="Nimbus Sans"/>
                        </a:rPr>
                        <a:t>Organiza projetos e evidências em uma estrutura comum.</a:t>
                      </a:r>
                    </a:p>
                  </a:txBody>
                  <a:tcPr marL="91440" marR="91440" marT="45720" marB="45720" anchor="ctr">
                    <a:lnR w="6668">
                      <a:solidFill>
                        <a:srgbClr val="CDD5D3"/>
                      </a:solidFill>
                      <a:prstDash val="solid"/>
                    </a:lnR>
                    <a:lnB w="6668">
                      <a:solidFill>
                        <a:srgbClr val="CDD5D3"/>
                      </a:solidFill>
                      <a:prstDash val="solid"/>
                    </a:lnB>
                    <a:solidFill>
                      <a:srgbClr val="FCFAF5"/>
                    </a:solidFill>
                  </a:tcPr>
                </a:tc>
                <a:tc>
                  <a:txBody>
                    <a:bodyPr lIns="76200" tIns="76200" rIns="76200" bIns="76200"/>
                    <a:lstStyle/>
                    <a:p>
                      <a:r>
                        <a:rPr sz="1800" b="0">
                          <a:solidFill>
                            <a:srgbClr val="193244"/>
                          </a:solidFill>
                          <a:latin typeface="Nimbus Sans"/>
                          <a:ea typeface="Nimbus Sans"/>
                          <a:cs typeface="Nimbus Sans"/>
                        </a:rPr>
                        <a:t>Compara entregas com critérios mais claros.</a:t>
                      </a:r>
                    </a:p>
                  </a:txBody>
                  <a:tcPr marL="91440" marR="91440" marT="45720" marB="45720" anchor="ctr">
                    <a:lnR w="6668">
                      <a:solidFill>
                        <a:srgbClr val="CDD5D3"/>
                      </a:solidFill>
                      <a:prstDash val="solid"/>
                    </a:lnR>
                    <a:lnB w="6668">
                      <a:solidFill>
                        <a:srgbClr val="CDD5D3"/>
                      </a:solidFill>
                      <a:prstDash val="solid"/>
                    </a:lnB>
                    <a:solidFill>
                      <a:srgbClr val="FCFAF5"/>
                    </a:solidFill>
                  </a:tcPr>
                </a:tc>
              </a:tr>
              <a:tr h="657225">
                <a:tc>
                  <a:txBody>
                    <a:bodyPr lIns="76200" tIns="76200" rIns="76200" bIns="76200"/>
                    <a:lstStyle/>
                    <a:p>
                      <a:r>
                        <a:rPr sz="1800" b="1">
                          <a:solidFill>
                            <a:srgbClr val="193244"/>
                          </a:solidFill>
                          <a:latin typeface="Nimbus Sans"/>
                          <a:ea typeface="Nimbus Sans"/>
                          <a:cs typeface="Nimbus Sans"/>
                        </a:rPr>
                        <a:t>Continuidade</a:t>
                      </a:r>
                    </a:p>
                  </a:txBody>
                  <a:tcPr marL="91440" marR="91440" marT="45720" marB="45720" anchor="ctr">
                    <a:lnL w="6668">
                      <a:solidFill>
                        <a:srgbClr val="CDD5D3"/>
                      </a:solidFill>
                      <a:prstDash val="solid"/>
                    </a:lnL>
                    <a:lnR w="6668">
                      <a:solidFill>
                        <a:srgbClr val="CDD5D3"/>
                      </a:solidFill>
                      <a:prstDash val="solid"/>
                    </a:lnR>
                    <a:lnB w="6668">
                      <a:solidFill>
                        <a:srgbClr val="CDD5D3"/>
                      </a:solidFill>
                      <a:prstDash val="solid"/>
                    </a:lnB>
                    <a:solidFill>
                      <a:srgbClr val="FCFAF5"/>
                    </a:solidFill>
                  </a:tcPr>
                </a:tc>
                <a:tc>
                  <a:txBody>
                    <a:bodyPr lIns="76200" tIns="76200" rIns="76200" bIns="76200"/>
                    <a:lstStyle/>
                    <a:p>
                      <a:r>
                        <a:rPr sz="1800" b="0">
                          <a:solidFill>
                            <a:srgbClr val="193244"/>
                          </a:solidFill>
                          <a:latin typeface="Nimbus Sans"/>
                          <a:ea typeface="Nimbus Sans"/>
                          <a:cs typeface="Nimbus Sans"/>
                        </a:rPr>
                        <a:t>Retoma o trabalho e transfere contexto com menos esforço.</a:t>
                      </a:r>
                    </a:p>
                  </a:txBody>
                  <a:tcPr marL="91440" marR="91440" marT="45720" marB="45720" anchor="ctr">
                    <a:lnR w="6668">
                      <a:solidFill>
                        <a:srgbClr val="CDD5D3"/>
                      </a:solidFill>
                      <a:prstDash val="solid"/>
                    </a:lnR>
                    <a:lnB w="6668">
                      <a:solidFill>
                        <a:srgbClr val="CDD5D3"/>
                      </a:solidFill>
                      <a:prstDash val="solid"/>
                    </a:lnB>
                    <a:solidFill>
                      <a:srgbClr val="FCFAF5"/>
                    </a:solidFill>
                  </a:tcPr>
                </a:tc>
                <a:tc>
                  <a:txBody>
                    <a:bodyPr lIns="76200" tIns="76200" rIns="76200" bIns="76200"/>
                    <a:lstStyle/>
                    <a:p>
                      <a:r>
                        <a:rPr sz="1800" b="0">
                          <a:solidFill>
                            <a:srgbClr val="193244"/>
                          </a:solidFill>
                          <a:latin typeface="Nimbus Sans"/>
                          <a:ea typeface="Nimbus Sans"/>
                          <a:cs typeface="Nimbus Sans"/>
                        </a:rPr>
                        <a:t>Facilita colaboração e reduz dependência de uma pessoa.</a:t>
                      </a:r>
                    </a:p>
                  </a:txBody>
                  <a:tcPr marL="91440" marR="91440" marT="45720" marB="45720" anchor="ctr">
                    <a:lnR w="6668">
                      <a:solidFill>
                        <a:srgbClr val="CDD5D3"/>
                      </a:solidFill>
                      <a:prstDash val="solid"/>
                    </a:lnR>
                    <a:lnB w="6668">
                      <a:solidFill>
                        <a:srgbClr val="CDD5D3"/>
                      </a:solidFill>
                      <a:prstDash val="solid"/>
                    </a:lnB>
                    <a:solidFill>
                      <a:srgbClr val="FCFAF5"/>
                    </a:solidFill>
                  </a:tcPr>
                </a:tc>
              </a:tr>
              <a:tr h="657225">
                <a:tc>
                  <a:txBody>
                    <a:bodyPr lIns="76200" tIns="76200" rIns="76200" bIns="76200"/>
                    <a:lstStyle/>
                    <a:p>
                      <a:r>
                        <a:rPr sz="1800" b="1">
                          <a:solidFill>
                            <a:srgbClr val="193244"/>
                          </a:solidFill>
                          <a:latin typeface="Nimbus Sans"/>
                          <a:ea typeface="Nimbus Sans"/>
                          <a:cs typeface="Nimbus Sans"/>
                        </a:rPr>
                        <a:t>Revisão com agentes</a:t>
                      </a:r>
                    </a:p>
                  </a:txBody>
                  <a:tcPr marL="91440" marR="91440" marT="45720" marB="45720" anchor="ctr">
                    <a:lnL w="6668">
                      <a:solidFill>
                        <a:srgbClr val="CDD5D3"/>
                      </a:solidFill>
                      <a:prstDash val="solid"/>
                    </a:lnL>
                    <a:lnR w="6668">
                      <a:solidFill>
                        <a:srgbClr val="CDD5D3"/>
                      </a:solidFill>
                      <a:prstDash val="solid"/>
                    </a:lnR>
                    <a:lnB w="6668">
                      <a:solidFill>
                        <a:srgbClr val="CDD5D3"/>
                      </a:solidFill>
                      <a:prstDash val="solid"/>
                    </a:lnB>
                    <a:solidFill>
                      <a:srgbClr val="FCFAF5"/>
                    </a:solidFill>
                  </a:tcPr>
                </a:tc>
                <a:tc>
                  <a:txBody>
                    <a:bodyPr lIns="76200" tIns="76200" rIns="76200" bIns="76200"/>
                    <a:lstStyle/>
                    <a:p>
                      <a:r>
                        <a:rPr sz="1800" b="0">
                          <a:solidFill>
                            <a:srgbClr val="193244"/>
                          </a:solidFill>
                          <a:latin typeface="Nimbus Sans"/>
                          <a:ea typeface="Nimbus Sans"/>
                          <a:cs typeface="Nimbus Sans"/>
                        </a:rPr>
                        <a:t>Entrega contexto organizado para uma segunda análise.</a:t>
                      </a:r>
                    </a:p>
                  </a:txBody>
                  <a:tcPr marL="91440" marR="91440" marT="45720" marB="45720" anchor="ctr">
                    <a:lnR w="6668">
                      <a:solidFill>
                        <a:srgbClr val="CDD5D3"/>
                      </a:solidFill>
                      <a:prstDash val="solid"/>
                    </a:lnR>
                    <a:lnB w="6668">
                      <a:solidFill>
                        <a:srgbClr val="CDD5D3"/>
                      </a:solidFill>
                      <a:prstDash val="solid"/>
                    </a:lnB>
                    <a:solidFill>
                      <a:srgbClr val="FCFAF5"/>
                    </a:solidFill>
                  </a:tcPr>
                </a:tc>
                <a:tc>
                  <a:txBody>
                    <a:bodyPr lIns="76200" tIns="76200" rIns="76200" bIns="76200"/>
                    <a:lstStyle/>
                    <a:p>
                      <a:r>
                        <a:rPr sz="1800" b="0">
                          <a:solidFill>
                            <a:srgbClr val="193244"/>
                          </a:solidFill>
                          <a:latin typeface="Nimbus Sans"/>
                          <a:ea typeface="Nimbus Sans"/>
                          <a:cs typeface="Nimbus Sans"/>
                        </a:rPr>
                        <a:t>Confronta escopo, código e evidências com apoio do agente.</a:t>
                      </a:r>
                    </a:p>
                  </a:txBody>
                  <a:tcPr marL="91440" marR="91440" marT="45720" marB="45720" anchor="ctr">
                    <a:lnR w="6668">
                      <a:solidFill>
                        <a:srgbClr val="CDD5D3"/>
                      </a:solidFill>
                      <a:prstDash val="solid"/>
                    </a:lnR>
                    <a:lnB w="6668">
                      <a:solidFill>
                        <a:srgbClr val="CDD5D3"/>
                      </a:solidFill>
                      <a:prstDash val="solid"/>
                    </a:lnB>
                    <a:solidFill>
                      <a:srgbClr val="FCFAF5"/>
                    </a:solidFill>
                  </a:tcPr>
                </a:tc>
              </a:tr>
            </a:tbl>
          </a:graphicData>
        </a:graphic>
      </p:graphicFrame>
      <p:sp>
        <p:nvSpPr>
          <p:cNvPr id="7" name="text-4">
            <a:extLst xmlns:a="http://schemas.openxmlformats.org/drawingml/2006/main">
              <a:ext uri="{FF2B5EF4-FFF2-40B4-BE49-F238E27FC236}">
                <a16:creationId xmlns:a16="http://schemas.microsoft.com/office/drawing/2014/main" id="{9128E6F2-E54F-4E7C-80D6-AB2B48724826}"/>
              </a:ext>
            </a:extLst>
          </p:cNvPr>
          <p:cNvSpPr>
            <a:spLocks xmlns:a="http://schemas.openxmlformats.org/drawingml/2006/main" noGrp="1"/>
          </p:cNvSpPr>
          <p:nvPr/>
        </p:nvSpPr>
        <p:spPr>
          <a:xfrm xmlns:a="http://schemas.openxmlformats.org/drawingml/2006/main">
            <a:off x="762000" y="7667625"/>
            <a:ext cx="136683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0" i="0">
                <a:solidFill>
                  <a:srgbClr val="54656D"/>
                </a:solidFill>
                <a:latin typeface="Nimbus Sans"/>
                <a:ea typeface="Nimbus Sans"/>
                <a:cs typeface="Nimbus Sans"/>
              </a:defRPr>
            </a:defPPr>
            <a:lvl1pPr>
              <a:defRPr sz="1650" b="0" i="0">
                <a:solidFill>
                  <a:srgbClr val="54656D"/>
                </a:solidFill>
                <a:latin typeface="Nimbus Sans"/>
                <a:ea typeface="Nimbus Sans"/>
                <a:cs typeface="Nimbus Sans"/>
              </a:defRPr>
            </a:lvl1pPr>
            <a:lvl2pPr>
              <a:defRPr sz="1650" b="0" i="0">
                <a:solidFill>
                  <a:srgbClr val="54656D"/>
                </a:solidFill>
                <a:latin typeface="Nimbus Sans"/>
                <a:ea typeface="Nimbus Sans"/>
                <a:cs typeface="Nimbus Sans"/>
              </a:defRPr>
            </a:lvl2pPr>
            <a:lvl3pPr>
              <a:defRPr sz="1650" b="0" i="0">
                <a:solidFill>
                  <a:srgbClr val="54656D"/>
                </a:solidFill>
                <a:latin typeface="Nimbus Sans"/>
                <a:ea typeface="Nimbus Sans"/>
                <a:cs typeface="Nimbus Sans"/>
              </a:defRPr>
            </a:lvl3pPr>
            <a:lvl4pPr>
              <a:defRPr sz="1650" b="0" i="0">
                <a:solidFill>
                  <a:srgbClr val="54656D"/>
                </a:solidFill>
                <a:latin typeface="Nimbus Sans"/>
                <a:ea typeface="Nimbus Sans"/>
                <a:cs typeface="Nimbus Sans"/>
              </a:defRPr>
            </a:lvl4pPr>
            <a:lvl5pPr>
              <a:defRPr sz="1650" b="0" i="0">
                <a:solidFill>
                  <a:srgbClr val="54656D"/>
                </a:solidFill>
                <a:latin typeface="Nimbus Sans"/>
                <a:ea typeface="Nimbus Sans"/>
                <a:cs typeface="Nimbus Sans"/>
              </a:defRPr>
            </a:lvl5pPr>
            <a:lvl6pPr>
              <a:defRPr sz="1650" b="0" i="0">
                <a:solidFill>
                  <a:srgbClr val="54656D"/>
                </a:solidFill>
                <a:latin typeface="Nimbus Sans"/>
                <a:ea typeface="Nimbus Sans"/>
                <a:cs typeface="Nimbus Sans"/>
              </a:defRPr>
            </a:lvl6pPr>
            <a:lvl7pPr>
              <a:defRPr sz="1650" b="0" i="0">
                <a:solidFill>
                  <a:srgbClr val="54656D"/>
                </a:solidFill>
                <a:latin typeface="Nimbus Sans"/>
                <a:ea typeface="Nimbus Sans"/>
                <a:cs typeface="Nimbus Sans"/>
              </a:defRPr>
            </a:lvl7pPr>
            <a:lvl8pPr>
              <a:defRPr sz="1650" b="0" i="0">
                <a:solidFill>
                  <a:srgbClr val="54656D"/>
                </a:solidFill>
                <a:latin typeface="Nimbus Sans"/>
                <a:ea typeface="Nimbus Sans"/>
                <a:cs typeface="Nimbus Sans"/>
              </a:defRPr>
            </a:lvl8pPr>
            <a:lvl9pPr>
              <a:defRPr sz="1650" b="0" i="0">
                <a:solidFill>
                  <a:srgbClr val="54656D"/>
                </a:solidFill>
                <a:latin typeface="Nimbus Sans"/>
                <a:ea typeface="Nimbus Sans"/>
                <a:cs typeface="Nimbus Sans"/>
              </a:defRPr>
            </a:lvl9pPr>
          </a:lstStyle>
          <a:p xmlns:a="http://schemas.openxmlformats.org/drawingml/2006/main">
            <a:pPr>
              <a:defRPr sz="1650" b="0" i="0">
                <a:solidFill>
                  <a:srgbClr val="54656D"/>
                </a:solidFill>
                <a:latin typeface="Nimbus Sans"/>
                <a:ea typeface="Nimbus Sans"/>
                <a:cs typeface="Nimbus Sans"/>
              </a:defRPr>
            </a:pPr>
            <a:r>
              <a:rPr sz="1650" b="0" i="0">
                <a:solidFill>
                  <a:srgbClr val="54656D"/>
                </a:solidFill>
                <a:latin typeface="Nimbus Sans"/>
                <a:ea typeface="Nimbus Sans"/>
                <a:cs typeface="Nimbus Sans"/>
              </a:rPr>
              <a:t>Benefícios esperados. Ganhos de prazo e qualidade precisam ser medidos no contexto do time.</a:t>
            </a:r>
          </a:p>
        </p:txBody>
      </p:sp>
    </p:spTree>
    <p:extLst>
      <p:ext uri="{BB962C8B-B14F-4D97-AF65-F5344CB8AC3E}">
        <p14:creationId xmlns:p14="http://schemas.microsoft.com/office/powerpoint/2010/main" val="973161553"/>
      </p:ext>
    </p:extLst>
  </p:cSld>
</p:sld>
</file>

<file path=ppt/slides/slide5.xml><?xml version="1.0" encoding="utf-8"?>
<p:sld xmlns:p="http://schemas.openxmlformats.org/presentationml/2006/main">
  <p:cSld>
    <p:bg>
      <p:bgPr>
        <a:solidFill xmlns:a="http://schemas.openxmlformats.org/drawingml/2006/main">
          <a:srgbClr val="FCFAF5"/>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554A88AE-EE51-4BC4-9993-D9291E29A6D4}"/>
              </a:ext>
            </a:extLst>
          </p:cNvPr>
          <p:cNvPicPr>
            <a:picLocks xmlns:a="http://schemas.openxmlformats.org/drawingml/2006/main" noChangeAspect="1"/>
          </p:cNvPicPr>
          <p:nvPr/>
        </p:nvPicPr>
        <p:blipFill>
          <a:blip xmlns:r="http://schemas.openxmlformats.org/officeDocument/2006/relationships" xmlns:a="http://schemas.openxmlformats.org/drawingml/2006/main" r:embed="R03ed90c29815464b"/>
          <a:srcRect xmlns:a="http://schemas.openxmlformats.org/drawingml/2006/main" l="0" t="27" r="0" b="27"/>
          <a:stretch xmlns:a="http://schemas.openxmlformats.org/drawingml/2006/main">
            <a:fillRect l="0" t="0" r="0" b="0"/>
          </a:stretch>
        </p:blipFill>
        <p:spPr>
          <a:xfrm xmlns:a="http://schemas.openxmlformats.org/drawingml/2006/main">
            <a:off x="0" y="0"/>
            <a:ext cx="15240000" cy="8572500"/>
          </a:xfrm>
          <a:prstGeom xmlns:a="http://schemas.openxmlformats.org/drawingml/2006/main" prst="rect">
            <a:avLst/>
          </a:prstGeom>
        </p:spPr>
      </p:pic>
      <p:sp>
        <p:nvSpPr>
          <p:cNvPr id="2" name="text-0">
            <a:extLst xmlns:a="http://schemas.openxmlformats.org/drawingml/2006/main">
              <a:ext uri="{FF2B5EF4-FFF2-40B4-BE49-F238E27FC236}">
                <a16:creationId xmlns:a16="http://schemas.microsoft.com/office/drawing/2014/main" id="{67DBE184-6286-4F4B-8577-30CDD7D5C538}"/>
              </a:ext>
            </a:extLst>
          </p:cNvPr>
          <p:cNvSpPr>
            <a:spLocks xmlns:a="http://schemas.openxmlformats.org/drawingml/2006/main" noGrp="1"/>
          </p:cNvSpPr>
          <p:nvPr/>
        </p:nvSpPr>
        <p:spPr>
          <a:xfrm xmlns:a="http://schemas.openxmlformats.org/drawingml/2006/main">
            <a:off x="723900" y="523875"/>
            <a:ext cx="137922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75" b="1" i="0">
                <a:solidFill>
                  <a:srgbClr val="193244"/>
                </a:solidFill>
                <a:latin typeface="Nimbus Mono PS"/>
                <a:ea typeface="Nimbus Mono PS"/>
                <a:cs typeface="Nimbus Mono PS"/>
              </a:defRPr>
            </a:defPPr>
            <a:lvl1pPr>
              <a:defRPr sz="3375" b="1" i="0">
                <a:solidFill>
                  <a:srgbClr val="193244"/>
                </a:solidFill>
                <a:latin typeface="Nimbus Mono PS"/>
                <a:ea typeface="Nimbus Mono PS"/>
                <a:cs typeface="Nimbus Mono PS"/>
              </a:defRPr>
            </a:lvl1pPr>
            <a:lvl2pPr>
              <a:defRPr sz="3375" b="1" i="0">
                <a:solidFill>
                  <a:srgbClr val="193244"/>
                </a:solidFill>
                <a:latin typeface="Nimbus Mono PS"/>
                <a:ea typeface="Nimbus Mono PS"/>
                <a:cs typeface="Nimbus Mono PS"/>
              </a:defRPr>
            </a:lvl2pPr>
            <a:lvl3pPr>
              <a:defRPr sz="3375" b="1" i="0">
                <a:solidFill>
                  <a:srgbClr val="193244"/>
                </a:solidFill>
                <a:latin typeface="Nimbus Mono PS"/>
                <a:ea typeface="Nimbus Mono PS"/>
                <a:cs typeface="Nimbus Mono PS"/>
              </a:defRPr>
            </a:lvl3pPr>
            <a:lvl4pPr>
              <a:defRPr sz="3375" b="1" i="0">
                <a:solidFill>
                  <a:srgbClr val="193244"/>
                </a:solidFill>
                <a:latin typeface="Nimbus Mono PS"/>
                <a:ea typeface="Nimbus Mono PS"/>
                <a:cs typeface="Nimbus Mono PS"/>
              </a:defRPr>
            </a:lvl4pPr>
            <a:lvl5pPr>
              <a:defRPr sz="3375" b="1" i="0">
                <a:solidFill>
                  <a:srgbClr val="193244"/>
                </a:solidFill>
                <a:latin typeface="Nimbus Mono PS"/>
                <a:ea typeface="Nimbus Mono PS"/>
                <a:cs typeface="Nimbus Mono PS"/>
              </a:defRPr>
            </a:lvl5pPr>
            <a:lvl6pPr>
              <a:defRPr sz="3375" b="1" i="0">
                <a:solidFill>
                  <a:srgbClr val="193244"/>
                </a:solidFill>
                <a:latin typeface="Nimbus Mono PS"/>
                <a:ea typeface="Nimbus Mono PS"/>
                <a:cs typeface="Nimbus Mono PS"/>
              </a:defRPr>
            </a:lvl6pPr>
            <a:lvl7pPr>
              <a:defRPr sz="3375" b="1" i="0">
                <a:solidFill>
                  <a:srgbClr val="193244"/>
                </a:solidFill>
                <a:latin typeface="Nimbus Mono PS"/>
                <a:ea typeface="Nimbus Mono PS"/>
                <a:cs typeface="Nimbus Mono PS"/>
              </a:defRPr>
            </a:lvl7pPr>
            <a:lvl8pPr>
              <a:defRPr sz="3375" b="1" i="0">
                <a:solidFill>
                  <a:srgbClr val="193244"/>
                </a:solidFill>
                <a:latin typeface="Nimbus Mono PS"/>
                <a:ea typeface="Nimbus Mono PS"/>
                <a:cs typeface="Nimbus Mono PS"/>
              </a:defRPr>
            </a:lvl8pPr>
            <a:lvl9pPr>
              <a:defRPr sz="3375" b="1" i="0">
                <a:solidFill>
                  <a:srgbClr val="193244"/>
                </a:solidFill>
                <a:latin typeface="Nimbus Mono PS"/>
                <a:ea typeface="Nimbus Mono PS"/>
                <a:cs typeface="Nimbus Mono PS"/>
              </a:defRPr>
            </a:lvl9pPr>
          </a:lstStyle>
          <a:p xmlns:a="http://schemas.openxmlformats.org/drawingml/2006/main">
            <a:pPr>
              <a:defRPr sz="3375" b="1" i="0">
                <a:solidFill>
                  <a:srgbClr val="193244"/>
                </a:solidFill>
                <a:latin typeface="Nimbus Mono PS"/>
                <a:ea typeface="Nimbus Mono PS"/>
                <a:cs typeface="Nimbus Mono PS"/>
              </a:defRPr>
            </a:pPr>
            <a:r>
              <a:rPr sz="3375" b="1" i="0">
                <a:solidFill>
                  <a:srgbClr val="193244"/>
                </a:solidFill>
                <a:latin typeface="Nimbus Mono PS"/>
                <a:ea typeface="Nimbus Mono PS"/>
                <a:cs typeface="Nimbus Mono PS"/>
              </a:rPr>
              <a:t>Quem conduziu a chegada ao destino?</a:t>
            </a:r>
          </a:p>
        </p:txBody>
      </p:sp>
      <p:sp>
        <p:nvSpPr>
          <p:cNvPr id="3" name="text-1">
            <a:extLst xmlns:a="http://schemas.openxmlformats.org/drawingml/2006/main">
              <a:ext uri="{FF2B5EF4-FFF2-40B4-BE49-F238E27FC236}">
                <a16:creationId xmlns:a16="http://schemas.microsoft.com/office/drawing/2014/main" id="{BB1CF820-F59F-4222-9260-38B7850D1EAF}"/>
              </a:ext>
            </a:extLst>
          </p:cNvPr>
          <p:cNvSpPr>
            <a:spLocks xmlns:a="http://schemas.openxmlformats.org/drawingml/2006/main" noGrp="1"/>
          </p:cNvSpPr>
          <p:nvPr/>
        </p:nvSpPr>
        <p:spPr>
          <a:xfrm xmlns:a="http://schemas.openxmlformats.org/drawingml/2006/main">
            <a:off x="742950" y="1428750"/>
            <a:ext cx="13620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0" i="0">
                <a:solidFill>
                  <a:srgbClr val="54656D"/>
                </a:solidFill>
                <a:latin typeface="Nimbus Sans"/>
                <a:ea typeface="Nimbus Sans"/>
                <a:cs typeface="Nimbus Sans"/>
              </a:defRPr>
            </a:defPPr>
            <a:lvl1pPr>
              <a:defRPr sz="2025" b="0" i="0">
                <a:solidFill>
                  <a:srgbClr val="54656D"/>
                </a:solidFill>
                <a:latin typeface="Nimbus Sans"/>
                <a:ea typeface="Nimbus Sans"/>
                <a:cs typeface="Nimbus Sans"/>
              </a:defRPr>
            </a:lvl1pPr>
            <a:lvl2pPr>
              <a:defRPr sz="2025" b="0" i="0">
                <a:solidFill>
                  <a:srgbClr val="54656D"/>
                </a:solidFill>
                <a:latin typeface="Nimbus Sans"/>
                <a:ea typeface="Nimbus Sans"/>
                <a:cs typeface="Nimbus Sans"/>
              </a:defRPr>
            </a:lvl2pPr>
            <a:lvl3pPr>
              <a:defRPr sz="2025" b="0" i="0">
                <a:solidFill>
                  <a:srgbClr val="54656D"/>
                </a:solidFill>
                <a:latin typeface="Nimbus Sans"/>
                <a:ea typeface="Nimbus Sans"/>
                <a:cs typeface="Nimbus Sans"/>
              </a:defRPr>
            </a:lvl3pPr>
            <a:lvl4pPr>
              <a:defRPr sz="2025" b="0" i="0">
                <a:solidFill>
                  <a:srgbClr val="54656D"/>
                </a:solidFill>
                <a:latin typeface="Nimbus Sans"/>
                <a:ea typeface="Nimbus Sans"/>
                <a:cs typeface="Nimbus Sans"/>
              </a:defRPr>
            </a:lvl4pPr>
            <a:lvl5pPr>
              <a:defRPr sz="2025" b="0" i="0">
                <a:solidFill>
                  <a:srgbClr val="54656D"/>
                </a:solidFill>
                <a:latin typeface="Nimbus Sans"/>
                <a:ea typeface="Nimbus Sans"/>
                <a:cs typeface="Nimbus Sans"/>
              </a:defRPr>
            </a:lvl5pPr>
            <a:lvl6pPr>
              <a:defRPr sz="2025" b="0" i="0">
                <a:solidFill>
                  <a:srgbClr val="54656D"/>
                </a:solidFill>
                <a:latin typeface="Nimbus Sans"/>
                <a:ea typeface="Nimbus Sans"/>
                <a:cs typeface="Nimbus Sans"/>
              </a:defRPr>
            </a:lvl6pPr>
            <a:lvl7pPr>
              <a:defRPr sz="2025" b="0" i="0">
                <a:solidFill>
                  <a:srgbClr val="54656D"/>
                </a:solidFill>
                <a:latin typeface="Nimbus Sans"/>
                <a:ea typeface="Nimbus Sans"/>
                <a:cs typeface="Nimbus Sans"/>
              </a:defRPr>
            </a:lvl7pPr>
            <a:lvl8pPr>
              <a:defRPr sz="2025" b="0" i="0">
                <a:solidFill>
                  <a:srgbClr val="54656D"/>
                </a:solidFill>
                <a:latin typeface="Nimbus Sans"/>
                <a:ea typeface="Nimbus Sans"/>
                <a:cs typeface="Nimbus Sans"/>
              </a:defRPr>
            </a:lvl8pPr>
            <a:lvl9pPr>
              <a:defRPr sz="2025" b="0" i="0">
                <a:solidFill>
                  <a:srgbClr val="54656D"/>
                </a:solidFill>
                <a:latin typeface="Nimbus Sans"/>
                <a:ea typeface="Nimbus Sans"/>
                <a:cs typeface="Nimbus Sans"/>
              </a:defRPr>
            </a:lvl9pPr>
          </a:lstStyle>
          <a:p xmlns:a="http://schemas.openxmlformats.org/drawingml/2006/main">
            <a:pPr>
              <a:defRPr sz="2025" b="0" i="0">
                <a:solidFill>
                  <a:srgbClr val="54656D"/>
                </a:solidFill>
                <a:latin typeface="Nimbus Sans"/>
                <a:ea typeface="Nimbus Sans"/>
                <a:cs typeface="Nimbus Sans"/>
              </a:defRPr>
            </a:pPr>
            <a:r>
              <a:rPr sz="2025" b="0" i="0">
                <a:solidFill>
                  <a:srgbClr val="54656D"/>
                </a:solidFill>
                <a:latin typeface="Nimbus Sans"/>
                <a:ea typeface="Nimbus Sans"/>
                <a:cs typeface="Nimbus Sans"/>
              </a:rPr>
              <a:t>Dar o impulso inicial e conduzir o percurso exigem formas diferentes de interação.</a:t>
            </a:r>
          </a:p>
        </p:txBody>
      </p:sp>
      <p:sp>
        <p:nvSpPr>
          <p:cNvPr id="4" name="text-2">
            <a:extLst xmlns:a="http://schemas.openxmlformats.org/drawingml/2006/main">
              <a:ext uri="{FF2B5EF4-FFF2-40B4-BE49-F238E27FC236}">
                <a16:creationId xmlns:a16="http://schemas.microsoft.com/office/drawing/2014/main" id="{4EA34F5D-0669-4D23-90CC-26C54B26362E}"/>
              </a:ext>
            </a:extLst>
          </p:cNvPr>
          <p:cNvSpPr>
            <a:spLocks xmlns:a="http://schemas.openxmlformats.org/drawingml/2006/main" noGrp="1"/>
          </p:cNvSpPr>
          <p:nvPr/>
        </p:nvSpPr>
        <p:spPr>
          <a:xfrm xmlns:a="http://schemas.openxmlformats.org/drawingml/2006/main">
            <a:off x="742950" y="8096250"/>
            <a:ext cx="12573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00" b="0" i="0">
                <a:solidFill>
                  <a:srgbClr val="54656D"/>
                </a:solidFill>
                <a:latin typeface="Nimbus Mono PS"/>
                <a:ea typeface="Nimbus Mono PS"/>
                <a:cs typeface="Nimbus Mono PS"/>
              </a:defRPr>
            </a:defPPr>
            <a:lvl1pPr>
              <a:defRPr sz="1200" b="0" i="0">
                <a:solidFill>
                  <a:srgbClr val="54656D"/>
                </a:solidFill>
                <a:latin typeface="Nimbus Mono PS"/>
                <a:ea typeface="Nimbus Mono PS"/>
                <a:cs typeface="Nimbus Mono PS"/>
              </a:defRPr>
            </a:lvl1pPr>
            <a:lvl2pPr>
              <a:defRPr sz="1200" b="0" i="0">
                <a:solidFill>
                  <a:srgbClr val="54656D"/>
                </a:solidFill>
                <a:latin typeface="Nimbus Mono PS"/>
                <a:ea typeface="Nimbus Mono PS"/>
                <a:cs typeface="Nimbus Mono PS"/>
              </a:defRPr>
            </a:lvl2pPr>
            <a:lvl3pPr>
              <a:defRPr sz="1200" b="0" i="0">
                <a:solidFill>
                  <a:srgbClr val="54656D"/>
                </a:solidFill>
                <a:latin typeface="Nimbus Mono PS"/>
                <a:ea typeface="Nimbus Mono PS"/>
                <a:cs typeface="Nimbus Mono PS"/>
              </a:defRPr>
            </a:lvl3pPr>
            <a:lvl4pPr>
              <a:defRPr sz="1200" b="0" i="0">
                <a:solidFill>
                  <a:srgbClr val="54656D"/>
                </a:solidFill>
                <a:latin typeface="Nimbus Mono PS"/>
                <a:ea typeface="Nimbus Mono PS"/>
                <a:cs typeface="Nimbus Mono PS"/>
              </a:defRPr>
            </a:lvl4pPr>
            <a:lvl5pPr>
              <a:defRPr sz="1200" b="0" i="0">
                <a:solidFill>
                  <a:srgbClr val="54656D"/>
                </a:solidFill>
                <a:latin typeface="Nimbus Mono PS"/>
                <a:ea typeface="Nimbus Mono PS"/>
                <a:cs typeface="Nimbus Mono PS"/>
              </a:defRPr>
            </a:lvl5pPr>
            <a:lvl6pPr>
              <a:defRPr sz="1200" b="0" i="0">
                <a:solidFill>
                  <a:srgbClr val="54656D"/>
                </a:solidFill>
                <a:latin typeface="Nimbus Mono PS"/>
                <a:ea typeface="Nimbus Mono PS"/>
                <a:cs typeface="Nimbus Mono PS"/>
              </a:defRPr>
            </a:lvl6pPr>
            <a:lvl7pPr>
              <a:defRPr sz="1200" b="0" i="0">
                <a:solidFill>
                  <a:srgbClr val="54656D"/>
                </a:solidFill>
                <a:latin typeface="Nimbus Mono PS"/>
                <a:ea typeface="Nimbus Mono PS"/>
                <a:cs typeface="Nimbus Mono PS"/>
              </a:defRPr>
            </a:lvl7pPr>
            <a:lvl8pPr>
              <a:defRPr sz="1200" b="0" i="0">
                <a:solidFill>
                  <a:srgbClr val="54656D"/>
                </a:solidFill>
                <a:latin typeface="Nimbus Mono PS"/>
                <a:ea typeface="Nimbus Mono PS"/>
                <a:cs typeface="Nimbus Mono PS"/>
              </a:defRPr>
            </a:lvl8pPr>
            <a:lvl9pPr>
              <a:defRPr sz="1200" b="0" i="0">
                <a:solidFill>
                  <a:srgbClr val="54656D"/>
                </a:solidFill>
                <a:latin typeface="Nimbus Mono PS"/>
                <a:ea typeface="Nimbus Mono PS"/>
                <a:cs typeface="Nimbus Mono PS"/>
              </a:defRPr>
            </a:lvl9pPr>
          </a:lstStyle>
          <a:p xmlns:a="http://schemas.openxmlformats.org/drawingml/2006/main">
            <a:pPr>
              <a:defRPr sz="1200" b="0" i="0">
                <a:solidFill>
                  <a:srgbClr val="54656D"/>
                </a:solidFill>
                <a:latin typeface="Nimbus Mono PS"/>
                <a:ea typeface="Nimbus Mono PS"/>
                <a:cs typeface="Nimbus Mono PS"/>
              </a:defRPr>
            </a:pPr>
            <a:r>
              <a:rPr sz="1200" b="0" i="0">
                <a:solidFill>
                  <a:srgbClr val="54656D"/>
                </a:solidFill>
                <a:latin typeface="Nimbus Mono PS"/>
                <a:ea typeface="Nimbus Mono PS"/>
                <a:cs typeface="Nimbus Mono PS"/>
              </a:rPr>
              <a:t>ANALOGIA  /  OS DOIS CAVALOS</a:t>
            </a:r>
          </a:p>
        </p:txBody>
      </p:sp>
      <p:sp>
        <p:nvSpPr>
          <p:cNvPr id="5" name="text-3">
            <a:extLst xmlns:a="http://schemas.openxmlformats.org/drawingml/2006/main">
              <a:ext uri="{FF2B5EF4-FFF2-40B4-BE49-F238E27FC236}">
                <a16:creationId xmlns:a16="http://schemas.microsoft.com/office/drawing/2014/main" id="{3E6DB0AA-49D3-47C8-A22B-B4DD515CEDC0}"/>
              </a:ext>
            </a:extLst>
          </p:cNvPr>
          <p:cNvSpPr>
            <a:spLocks xmlns:a="http://schemas.openxmlformats.org/drawingml/2006/main" noGrp="1"/>
          </p:cNvSpPr>
          <p:nvPr/>
        </p:nvSpPr>
        <p:spPr>
          <a:xfrm xmlns:a="http://schemas.openxmlformats.org/drawingml/2006/main">
            <a:off x="13944600" y="8048625"/>
            <a:ext cx="609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1" i="0">
                <a:solidFill>
                  <a:srgbClr val="B9502E"/>
                </a:solidFill>
                <a:latin typeface="Nimbus Mono PS"/>
                <a:ea typeface="Nimbus Mono PS"/>
                <a:cs typeface="Nimbus Mono PS"/>
              </a:defRPr>
            </a:defPPr>
            <a:lvl1pPr>
              <a:defRPr sz="1800" b="1" i="0">
                <a:solidFill>
                  <a:srgbClr val="B9502E"/>
                </a:solidFill>
                <a:latin typeface="Nimbus Mono PS"/>
                <a:ea typeface="Nimbus Mono PS"/>
                <a:cs typeface="Nimbus Mono PS"/>
              </a:defRPr>
            </a:lvl1pPr>
            <a:lvl2pPr>
              <a:defRPr sz="1800" b="1" i="0">
                <a:solidFill>
                  <a:srgbClr val="B9502E"/>
                </a:solidFill>
                <a:latin typeface="Nimbus Mono PS"/>
                <a:ea typeface="Nimbus Mono PS"/>
                <a:cs typeface="Nimbus Mono PS"/>
              </a:defRPr>
            </a:lvl2pPr>
            <a:lvl3pPr>
              <a:defRPr sz="1800" b="1" i="0">
                <a:solidFill>
                  <a:srgbClr val="B9502E"/>
                </a:solidFill>
                <a:latin typeface="Nimbus Mono PS"/>
                <a:ea typeface="Nimbus Mono PS"/>
                <a:cs typeface="Nimbus Mono PS"/>
              </a:defRPr>
            </a:lvl3pPr>
            <a:lvl4pPr>
              <a:defRPr sz="1800" b="1" i="0">
                <a:solidFill>
                  <a:srgbClr val="B9502E"/>
                </a:solidFill>
                <a:latin typeface="Nimbus Mono PS"/>
                <a:ea typeface="Nimbus Mono PS"/>
                <a:cs typeface="Nimbus Mono PS"/>
              </a:defRPr>
            </a:lvl4pPr>
            <a:lvl5pPr>
              <a:defRPr sz="1800" b="1" i="0">
                <a:solidFill>
                  <a:srgbClr val="B9502E"/>
                </a:solidFill>
                <a:latin typeface="Nimbus Mono PS"/>
                <a:ea typeface="Nimbus Mono PS"/>
                <a:cs typeface="Nimbus Mono PS"/>
              </a:defRPr>
            </a:lvl5pPr>
            <a:lvl6pPr>
              <a:defRPr sz="1800" b="1" i="0">
                <a:solidFill>
                  <a:srgbClr val="B9502E"/>
                </a:solidFill>
                <a:latin typeface="Nimbus Mono PS"/>
                <a:ea typeface="Nimbus Mono PS"/>
                <a:cs typeface="Nimbus Mono PS"/>
              </a:defRPr>
            </a:lvl6pPr>
            <a:lvl7pPr>
              <a:defRPr sz="1800" b="1" i="0">
                <a:solidFill>
                  <a:srgbClr val="B9502E"/>
                </a:solidFill>
                <a:latin typeface="Nimbus Mono PS"/>
                <a:ea typeface="Nimbus Mono PS"/>
                <a:cs typeface="Nimbus Mono PS"/>
              </a:defRPr>
            </a:lvl7pPr>
            <a:lvl8pPr>
              <a:defRPr sz="1800" b="1" i="0">
                <a:solidFill>
                  <a:srgbClr val="B9502E"/>
                </a:solidFill>
                <a:latin typeface="Nimbus Mono PS"/>
                <a:ea typeface="Nimbus Mono PS"/>
                <a:cs typeface="Nimbus Mono PS"/>
              </a:defRPr>
            </a:lvl8pPr>
            <a:lvl9pPr>
              <a:defRPr sz="1800" b="1" i="0">
                <a:solidFill>
                  <a:srgbClr val="B9502E"/>
                </a:solidFill>
                <a:latin typeface="Nimbus Mono PS"/>
                <a:ea typeface="Nimbus Mono PS"/>
                <a:cs typeface="Nimbus Mono PS"/>
              </a:defRPr>
            </a:lvl9pPr>
          </a:lstStyle>
          <a:p xmlns:a="http://schemas.openxmlformats.org/drawingml/2006/main">
            <a:pPr>
              <a:defRPr sz="1800" b="1" i="0">
                <a:solidFill>
                  <a:srgbClr val="B9502E"/>
                </a:solidFill>
                <a:latin typeface="Nimbus Mono PS"/>
                <a:ea typeface="Nimbus Mono PS"/>
                <a:cs typeface="Nimbus Mono PS"/>
              </a:defRPr>
            </a:pPr>
            <a:r>
              <a:rPr sz="1800" b="1" i="0">
                <a:solidFill>
                  <a:srgbClr val="B9502E"/>
                </a:solidFill>
                <a:latin typeface="Nimbus Mono PS"/>
                <a:ea typeface="Nimbus Mono PS"/>
                <a:cs typeface="Nimbus Mono PS"/>
              </a:rPr>
              <a:t>05</a:t>
            </a:r>
          </a:p>
        </p:txBody>
      </p:sp>
      <p:pic>
        <p:nvPicPr>
          <p:cNvPr id="6" name="">
            <a:extLst xmlns:a="http://schemas.openxmlformats.org/drawingml/2006/main">
              <a:ext uri="{FF2B5EF4-FFF2-40B4-BE49-F238E27FC236}">
                <a16:creationId xmlns:a16="http://schemas.microsoft.com/office/drawing/2014/main" id="{7F8201CB-4EFF-4156-9EAC-210C981F7F8A}"/>
              </a:ext>
            </a:extLst>
          </p:cNvPr>
          <p:cNvPicPr>
            <a:picLocks xmlns:a="http://schemas.openxmlformats.org/drawingml/2006/main" noChangeAspect="1"/>
          </p:cNvPicPr>
          <p:nvPr/>
        </p:nvPicPr>
        <p:blipFill>
          <a:blip xmlns:r="http://schemas.openxmlformats.org/officeDocument/2006/relationships" xmlns:a="http://schemas.openxmlformats.org/drawingml/2006/main" r:embed="R141c28fd3eda4977"/>
          <a:stretch xmlns:a="http://schemas.openxmlformats.org/drawingml/2006/main"/>
        </p:blipFill>
        <p:spPr>
          <a:xfrm xmlns:a="http://schemas.openxmlformats.org/drawingml/2006/main">
            <a:off x="1381125" y="2047875"/>
            <a:ext cx="7715250" cy="5143500"/>
          </a:xfrm>
          <a:prstGeom xmlns:a="http://schemas.openxmlformats.org/drawingml/2006/main" prst="rect">
            <a:avLst/>
          </a:prstGeom>
        </p:spPr>
      </p:pic>
      <p:sp>
        <p:nvSpPr>
          <p:cNvPr id="7" name="text-4">
            <a:extLst xmlns:a="http://schemas.openxmlformats.org/drawingml/2006/main">
              <a:ext uri="{FF2B5EF4-FFF2-40B4-BE49-F238E27FC236}">
                <a16:creationId xmlns:a16="http://schemas.microsoft.com/office/drawing/2014/main" id="{9C13B434-91C3-4BFE-9C81-68E1CB1CDE66}"/>
              </a:ext>
            </a:extLst>
          </p:cNvPr>
          <p:cNvSpPr>
            <a:spLocks xmlns:a="http://schemas.openxmlformats.org/drawingml/2006/main" noGrp="1"/>
          </p:cNvSpPr>
          <p:nvPr/>
        </p:nvSpPr>
        <p:spPr>
          <a:xfrm xmlns:a="http://schemas.openxmlformats.org/drawingml/2006/main">
            <a:off x="10401300" y="2543175"/>
            <a:ext cx="4095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400" b="1" i="0">
                <a:solidFill>
                  <a:srgbClr val="B9502E"/>
                </a:solidFill>
                <a:latin typeface="Nimbus Mono PS"/>
                <a:ea typeface="Nimbus Mono PS"/>
                <a:cs typeface="Nimbus Mono PS"/>
              </a:defRPr>
            </a:defPPr>
            <a:lvl1pPr>
              <a:defRPr sz="2400" b="1" i="0">
                <a:solidFill>
                  <a:srgbClr val="B9502E"/>
                </a:solidFill>
                <a:latin typeface="Nimbus Mono PS"/>
                <a:ea typeface="Nimbus Mono PS"/>
                <a:cs typeface="Nimbus Mono PS"/>
              </a:defRPr>
            </a:lvl1pPr>
            <a:lvl2pPr>
              <a:defRPr sz="2400" b="1" i="0">
                <a:solidFill>
                  <a:srgbClr val="B9502E"/>
                </a:solidFill>
                <a:latin typeface="Nimbus Mono PS"/>
                <a:ea typeface="Nimbus Mono PS"/>
                <a:cs typeface="Nimbus Mono PS"/>
              </a:defRPr>
            </a:lvl2pPr>
            <a:lvl3pPr>
              <a:defRPr sz="2400" b="1" i="0">
                <a:solidFill>
                  <a:srgbClr val="B9502E"/>
                </a:solidFill>
                <a:latin typeface="Nimbus Mono PS"/>
                <a:ea typeface="Nimbus Mono PS"/>
                <a:cs typeface="Nimbus Mono PS"/>
              </a:defRPr>
            </a:lvl3pPr>
            <a:lvl4pPr>
              <a:defRPr sz="2400" b="1" i="0">
                <a:solidFill>
                  <a:srgbClr val="B9502E"/>
                </a:solidFill>
                <a:latin typeface="Nimbus Mono PS"/>
                <a:ea typeface="Nimbus Mono PS"/>
                <a:cs typeface="Nimbus Mono PS"/>
              </a:defRPr>
            </a:lvl4pPr>
            <a:lvl5pPr>
              <a:defRPr sz="2400" b="1" i="0">
                <a:solidFill>
                  <a:srgbClr val="B9502E"/>
                </a:solidFill>
                <a:latin typeface="Nimbus Mono PS"/>
                <a:ea typeface="Nimbus Mono PS"/>
                <a:cs typeface="Nimbus Mono PS"/>
              </a:defRPr>
            </a:lvl5pPr>
            <a:lvl6pPr>
              <a:defRPr sz="2400" b="1" i="0">
                <a:solidFill>
                  <a:srgbClr val="B9502E"/>
                </a:solidFill>
                <a:latin typeface="Nimbus Mono PS"/>
                <a:ea typeface="Nimbus Mono PS"/>
                <a:cs typeface="Nimbus Mono PS"/>
              </a:defRPr>
            </a:lvl6pPr>
            <a:lvl7pPr>
              <a:defRPr sz="2400" b="1" i="0">
                <a:solidFill>
                  <a:srgbClr val="B9502E"/>
                </a:solidFill>
                <a:latin typeface="Nimbus Mono PS"/>
                <a:ea typeface="Nimbus Mono PS"/>
                <a:cs typeface="Nimbus Mono PS"/>
              </a:defRPr>
            </a:lvl7pPr>
            <a:lvl8pPr>
              <a:defRPr sz="2400" b="1" i="0">
                <a:solidFill>
                  <a:srgbClr val="B9502E"/>
                </a:solidFill>
                <a:latin typeface="Nimbus Mono PS"/>
                <a:ea typeface="Nimbus Mono PS"/>
                <a:cs typeface="Nimbus Mono PS"/>
              </a:defRPr>
            </a:lvl8pPr>
            <a:lvl9pPr>
              <a:defRPr sz="2400" b="1" i="0">
                <a:solidFill>
                  <a:srgbClr val="B9502E"/>
                </a:solidFill>
                <a:latin typeface="Nimbus Mono PS"/>
                <a:ea typeface="Nimbus Mono PS"/>
                <a:cs typeface="Nimbus Mono PS"/>
              </a:defRPr>
            </a:lvl9pPr>
          </a:lstStyle>
          <a:p xmlns:a="http://schemas.openxmlformats.org/drawingml/2006/main">
            <a:pPr>
              <a:defRPr sz="2400" b="1" i="0">
                <a:solidFill>
                  <a:srgbClr val="B9502E"/>
                </a:solidFill>
                <a:latin typeface="Nimbus Mono PS"/>
                <a:ea typeface="Nimbus Mono PS"/>
                <a:cs typeface="Nimbus Mono PS"/>
              </a:defRPr>
            </a:pPr>
            <a:r>
              <a:rPr sz="2400" b="1" i="0">
                <a:solidFill>
                  <a:srgbClr val="B9502E"/>
                </a:solidFill>
                <a:latin typeface="Nimbus Mono PS"/>
                <a:ea typeface="Nimbus Mono PS"/>
                <a:cs typeface="Nimbus Mono PS"/>
              </a:rPr>
              <a:t>Apenas o impulso</a:t>
            </a:r>
          </a:p>
        </p:txBody>
      </p:sp>
      <p:sp>
        <p:nvSpPr>
          <p:cNvPr id="8" name="text-5">
            <a:extLst xmlns:a="http://schemas.openxmlformats.org/drawingml/2006/main">
              <a:ext uri="{FF2B5EF4-FFF2-40B4-BE49-F238E27FC236}">
                <a16:creationId xmlns:a16="http://schemas.microsoft.com/office/drawing/2014/main" id="{6BA62FF4-C5A6-48BB-B694-178265E7A2F4}"/>
              </a:ext>
            </a:extLst>
          </p:cNvPr>
          <p:cNvSpPr>
            <a:spLocks xmlns:a="http://schemas.openxmlformats.org/drawingml/2006/main" noGrp="1"/>
          </p:cNvSpPr>
          <p:nvPr/>
        </p:nvSpPr>
        <p:spPr>
          <a:xfrm xmlns:a="http://schemas.openxmlformats.org/drawingml/2006/main">
            <a:off x="10401300" y="3181350"/>
            <a:ext cx="40957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75" b="0" i="0">
                <a:solidFill>
                  <a:srgbClr val="193244"/>
                </a:solidFill>
                <a:latin typeface="Nimbus Sans"/>
                <a:ea typeface="Nimbus Sans"/>
                <a:cs typeface="Nimbus Sans"/>
              </a:defRPr>
            </a:defPPr>
            <a:lvl1pPr>
              <a:defRPr sz="2175" b="0" i="0">
                <a:solidFill>
                  <a:srgbClr val="193244"/>
                </a:solidFill>
                <a:latin typeface="Nimbus Sans"/>
                <a:ea typeface="Nimbus Sans"/>
                <a:cs typeface="Nimbus Sans"/>
              </a:defRPr>
            </a:lvl1pPr>
            <a:lvl2pPr>
              <a:defRPr sz="2175" b="0" i="0">
                <a:solidFill>
                  <a:srgbClr val="193244"/>
                </a:solidFill>
                <a:latin typeface="Nimbus Sans"/>
                <a:ea typeface="Nimbus Sans"/>
                <a:cs typeface="Nimbus Sans"/>
              </a:defRPr>
            </a:lvl2pPr>
            <a:lvl3pPr>
              <a:defRPr sz="2175" b="0" i="0">
                <a:solidFill>
                  <a:srgbClr val="193244"/>
                </a:solidFill>
                <a:latin typeface="Nimbus Sans"/>
                <a:ea typeface="Nimbus Sans"/>
                <a:cs typeface="Nimbus Sans"/>
              </a:defRPr>
            </a:lvl3pPr>
            <a:lvl4pPr>
              <a:defRPr sz="2175" b="0" i="0">
                <a:solidFill>
                  <a:srgbClr val="193244"/>
                </a:solidFill>
                <a:latin typeface="Nimbus Sans"/>
                <a:ea typeface="Nimbus Sans"/>
                <a:cs typeface="Nimbus Sans"/>
              </a:defRPr>
            </a:lvl4pPr>
            <a:lvl5pPr>
              <a:defRPr sz="2175" b="0" i="0">
                <a:solidFill>
                  <a:srgbClr val="193244"/>
                </a:solidFill>
                <a:latin typeface="Nimbus Sans"/>
                <a:ea typeface="Nimbus Sans"/>
                <a:cs typeface="Nimbus Sans"/>
              </a:defRPr>
            </a:lvl5pPr>
            <a:lvl6pPr>
              <a:defRPr sz="2175" b="0" i="0">
                <a:solidFill>
                  <a:srgbClr val="193244"/>
                </a:solidFill>
                <a:latin typeface="Nimbus Sans"/>
                <a:ea typeface="Nimbus Sans"/>
                <a:cs typeface="Nimbus Sans"/>
              </a:defRPr>
            </a:lvl6pPr>
            <a:lvl7pPr>
              <a:defRPr sz="2175" b="0" i="0">
                <a:solidFill>
                  <a:srgbClr val="193244"/>
                </a:solidFill>
                <a:latin typeface="Nimbus Sans"/>
                <a:ea typeface="Nimbus Sans"/>
                <a:cs typeface="Nimbus Sans"/>
              </a:defRPr>
            </a:lvl7pPr>
            <a:lvl8pPr>
              <a:defRPr sz="2175" b="0" i="0">
                <a:solidFill>
                  <a:srgbClr val="193244"/>
                </a:solidFill>
                <a:latin typeface="Nimbus Sans"/>
                <a:ea typeface="Nimbus Sans"/>
                <a:cs typeface="Nimbus Sans"/>
              </a:defRPr>
            </a:lvl8pPr>
            <a:lvl9pPr>
              <a:defRPr sz="2175" b="0" i="0">
                <a:solidFill>
                  <a:srgbClr val="193244"/>
                </a:solidFill>
                <a:latin typeface="Nimbus Sans"/>
                <a:ea typeface="Nimbus Sans"/>
                <a:cs typeface="Nimbus Sans"/>
              </a:defRPr>
            </a:lvl9pPr>
          </a:lstStyle>
          <a:p xmlns:a="http://schemas.openxmlformats.org/drawingml/2006/main">
            <a:pPr>
              <a:defRPr sz="2175" b="0" i="0">
                <a:solidFill>
                  <a:srgbClr val="193244"/>
                </a:solidFill>
                <a:latin typeface="Nimbus Sans"/>
                <a:ea typeface="Nimbus Sans"/>
                <a:cs typeface="Nimbus Sans"/>
              </a:defRPr>
            </a:pPr>
            <a:r>
              <a:rPr sz="2175" b="0" i="0">
                <a:solidFill>
                  <a:srgbClr val="193244"/>
                </a:solidFill>
                <a:latin typeface="Nimbus Sans"/>
                <a:ea typeface="Nimbus Sans"/>
                <a:cs typeface="Nimbus Sans"/>
              </a:rPr>
              <a:t>O humano escolhe a direção inicial. Depois, tem pouca capacidade de ajustar o percurso.</a:t>
            </a:r>
          </a:p>
        </p:txBody>
      </p:sp>
      <p:sp>
        <p:nvSpPr>
          <p:cNvPr id="9" name="text-6">
            <a:extLst xmlns:a="http://schemas.openxmlformats.org/drawingml/2006/main">
              <a:ext uri="{FF2B5EF4-FFF2-40B4-BE49-F238E27FC236}">
                <a16:creationId xmlns:a16="http://schemas.microsoft.com/office/drawing/2014/main" id="{6F796C8F-E1C8-4A3C-A6B1-3420EFEE4582}"/>
              </a:ext>
            </a:extLst>
          </p:cNvPr>
          <p:cNvSpPr>
            <a:spLocks xmlns:a="http://schemas.openxmlformats.org/drawingml/2006/main" noGrp="1"/>
          </p:cNvSpPr>
          <p:nvPr/>
        </p:nvSpPr>
        <p:spPr>
          <a:xfrm xmlns:a="http://schemas.openxmlformats.org/drawingml/2006/main">
            <a:off x="10401300" y="4810125"/>
            <a:ext cx="4095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400" b="1" i="0">
                <a:solidFill>
                  <a:srgbClr val="2C617B"/>
                </a:solidFill>
                <a:latin typeface="Nimbus Mono PS"/>
                <a:ea typeface="Nimbus Mono PS"/>
                <a:cs typeface="Nimbus Mono PS"/>
              </a:defRPr>
            </a:defPPr>
            <a:lvl1pPr>
              <a:defRPr sz="2400" b="1" i="0">
                <a:solidFill>
                  <a:srgbClr val="2C617B"/>
                </a:solidFill>
                <a:latin typeface="Nimbus Mono PS"/>
                <a:ea typeface="Nimbus Mono PS"/>
                <a:cs typeface="Nimbus Mono PS"/>
              </a:defRPr>
            </a:lvl1pPr>
            <a:lvl2pPr>
              <a:defRPr sz="2400" b="1" i="0">
                <a:solidFill>
                  <a:srgbClr val="2C617B"/>
                </a:solidFill>
                <a:latin typeface="Nimbus Mono PS"/>
                <a:ea typeface="Nimbus Mono PS"/>
                <a:cs typeface="Nimbus Mono PS"/>
              </a:defRPr>
            </a:lvl2pPr>
            <a:lvl3pPr>
              <a:defRPr sz="2400" b="1" i="0">
                <a:solidFill>
                  <a:srgbClr val="2C617B"/>
                </a:solidFill>
                <a:latin typeface="Nimbus Mono PS"/>
                <a:ea typeface="Nimbus Mono PS"/>
                <a:cs typeface="Nimbus Mono PS"/>
              </a:defRPr>
            </a:lvl3pPr>
            <a:lvl4pPr>
              <a:defRPr sz="2400" b="1" i="0">
                <a:solidFill>
                  <a:srgbClr val="2C617B"/>
                </a:solidFill>
                <a:latin typeface="Nimbus Mono PS"/>
                <a:ea typeface="Nimbus Mono PS"/>
                <a:cs typeface="Nimbus Mono PS"/>
              </a:defRPr>
            </a:lvl4pPr>
            <a:lvl5pPr>
              <a:defRPr sz="2400" b="1" i="0">
                <a:solidFill>
                  <a:srgbClr val="2C617B"/>
                </a:solidFill>
                <a:latin typeface="Nimbus Mono PS"/>
                <a:ea typeface="Nimbus Mono PS"/>
                <a:cs typeface="Nimbus Mono PS"/>
              </a:defRPr>
            </a:lvl5pPr>
            <a:lvl6pPr>
              <a:defRPr sz="2400" b="1" i="0">
                <a:solidFill>
                  <a:srgbClr val="2C617B"/>
                </a:solidFill>
                <a:latin typeface="Nimbus Mono PS"/>
                <a:ea typeface="Nimbus Mono PS"/>
                <a:cs typeface="Nimbus Mono PS"/>
              </a:defRPr>
            </a:lvl6pPr>
            <a:lvl7pPr>
              <a:defRPr sz="2400" b="1" i="0">
                <a:solidFill>
                  <a:srgbClr val="2C617B"/>
                </a:solidFill>
                <a:latin typeface="Nimbus Mono PS"/>
                <a:ea typeface="Nimbus Mono PS"/>
                <a:cs typeface="Nimbus Mono PS"/>
              </a:defRPr>
            </a:lvl7pPr>
            <a:lvl8pPr>
              <a:defRPr sz="2400" b="1" i="0">
                <a:solidFill>
                  <a:srgbClr val="2C617B"/>
                </a:solidFill>
                <a:latin typeface="Nimbus Mono PS"/>
                <a:ea typeface="Nimbus Mono PS"/>
                <a:cs typeface="Nimbus Mono PS"/>
              </a:defRPr>
            </a:lvl8pPr>
            <a:lvl9pPr>
              <a:defRPr sz="2400" b="1" i="0">
                <a:solidFill>
                  <a:srgbClr val="2C617B"/>
                </a:solidFill>
                <a:latin typeface="Nimbus Mono PS"/>
                <a:ea typeface="Nimbus Mono PS"/>
                <a:cs typeface="Nimbus Mono PS"/>
              </a:defRPr>
            </a:lvl9pPr>
          </a:lstStyle>
          <a:p xmlns:a="http://schemas.openxmlformats.org/drawingml/2006/main">
            <a:pPr>
              <a:defRPr sz="2400" b="1" i="0">
                <a:solidFill>
                  <a:srgbClr val="2C617B"/>
                </a:solidFill>
                <a:latin typeface="Nimbus Mono PS"/>
                <a:ea typeface="Nimbus Mono PS"/>
                <a:cs typeface="Nimbus Mono PS"/>
              </a:defRPr>
            </a:pPr>
            <a:r>
              <a:rPr sz="2400" b="1" i="0">
                <a:solidFill>
                  <a:srgbClr val="2C617B"/>
                </a:solidFill>
                <a:latin typeface="Nimbus Mono PS"/>
                <a:ea typeface="Nimbus Mono PS"/>
                <a:cs typeface="Nimbus Mono PS"/>
              </a:rPr>
              <a:t>Condução contínua</a:t>
            </a:r>
          </a:p>
        </p:txBody>
      </p:sp>
      <p:sp>
        <p:nvSpPr>
          <p:cNvPr id="10" name="text-7">
            <a:extLst xmlns:a="http://schemas.openxmlformats.org/drawingml/2006/main">
              <a:ext uri="{FF2B5EF4-FFF2-40B4-BE49-F238E27FC236}">
                <a16:creationId xmlns:a16="http://schemas.microsoft.com/office/drawing/2014/main" id="{2E4C9117-D83C-46C2-A6B1-A2F8A23863FA}"/>
              </a:ext>
            </a:extLst>
          </p:cNvPr>
          <p:cNvSpPr>
            <a:spLocks xmlns:a="http://schemas.openxmlformats.org/drawingml/2006/main" noGrp="1"/>
          </p:cNvSpPr>
          <p:nvPr/>
        </p:nvSpPr>
        <p:spPr>
          <a:xfrm xmlns:a="http://schemas.openxmlformats.org/drawingml/2006/main">
            <a:off x="10401300" y="5467350"/>
            <a:ext cx="4095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75" b="0" i="0">
                <a:solidFill>
                  <a:srgbClr val="193244"/>
                </a:solidFill>
                <a:latin typeface="Nimbus Sans"/>
                <a:ea typeface="Nimbus Sans"/>
                <a:cs typeface="Nimbus Sans"/>
              </a:defRPr>
            </a:defPPr>
            <a:lvl1pPr>
              <a:defRPr sz="2175" b="0" i="0">
                <a:solidFill>
                  <a:srgbClr val="193244"/>
                </a:solidFill>
                <a:latin typeface="Nimbus Sans"/>
                <a:ea typeface="Nimbus Sans"/>
                <a:cs typeface="Nimbus Sans"/>
              </a:defRPr>
            </a:lvl1pPr>
            <a:lvl2pPr>
              <a:defRPr sz="2175" b="0" i="0">
                <a:solidFill>
                  <a:srgbClr val="193244"/>
                </a:solidFill>
                <a:latin typeface="Nimbus Sans"/>
                <a:ea typeface="Nimbus Sans"/>
                <a:cs typeface="Nimbus Sans"/>
              </a:defRPr>
            </a:lvl2pPr>
            <a:lvl3pPr>
              <a:defRPr sz="2175" b="0" i="0">
                <a:solidFill>
                  <a:srgbClr val="193244"/>
                </a:solidFill>
                <a:latin typeface="Nimbus Sans"/>
                <a:ea typeface="Nimbus Sans"/>
                <a:cs typeface="Nimbus Sans"/>
              </a:defRPr>
            </a:lvl3pPr>
            <a:lvl4pPr>
              <a:defRPr sz="2175" b="0" i="0">
                <a:solidFill>
                  <a:srgbClr val="193244"/>
                </a:solidFill>
                <a:latin typeface="Nimbus Sans"/>
                <a:ea typeface="Nimbus Sans"/>
                <a:cs typeface="Nimbus Sans"/>
              </a:defRPr>
            </a:lvl4pPr>
            <a:lvl5pPr>
              <a:defRPr sz="2175" b="0" i="0">
                <a:solidFill>
                  <a:srgbClr val="193244"/>
                </a:solidFill>
                <a:latin typeface="Nimbus Sans"/>
                <a:ea typeface="Nimbus Sans"/>
                <a:cs typeface="Nimbus Sans"/>
              </a:defRPr>
            </a:lvl5pPr>
            <a:lvl6pPr>
              <a:defRPr sz="2175" b="0" i="0">
                <a:solidFill>
                  <a:srgbClr val="193244"/>
                </a:solidFill>
                <a:latin typeface="Nimbus Sans"/>
                <a:ea typeface="Nimbus Sans"/>
                <a:cs typeface="Nimbus Sans"/>
              </a:defRPr>
            </a:lvl6pPr>
            <a:lvl7pPr>
              <a:defRPr sz="2175" b="0" i="0">
                <a:solidFill>
                  <a:srgbClr val="193244"/>
                </a:solidFill>
                <a:latin typeface="Nimbus Sans"/>
                <a:ea typeface="Nimbus Sans"/>
                <a:cs typeface="Nimbus Sans"/>
              </a:defRPr>
            </a:lvl7pPr>
            <a:lvl8pPr>
              <a:defRPr sz="2175" b="0" i="0">
                <a:solidFill>
                  <a:srgbClr val="193244"/>
                </a:solidFill>
                <a:latin typeface="Nimbus Sans"/>
                <a:ea typeface="Nimbus Sans"/>
                <a:cs typeface="Nimbus Sans"/>
              </a:defRPr>
            </a:lvl8pPr>
            <a:lvl9pPr>
              <a:defRPr sz="2175" b="0" i="0">
                <a:solidFill>
                  <a:srgbClr val="193244"/>
                </a:solidFill>
                <a:latin typeface="Nimbus Sans"/>
                <a:ea typeface="Nimbus Sans"/>
                <a:cs typeface="Nimbus Sans"/>
              </a:defRPr>
            </a:lvl9pPr>
          </a:lstStyle>
          <a:p xmlns:a="http://schemas.openxmlformats.org/drawingml/2006/main">
            <a:pPr>
              <a:defRPr sz="2175" b="0" i="0">
                <a:solidFill>
                  <a:srgbClr val="193244"/>
                </a:solidFill>
                <a:latin typeface="Nimbus Sans"/>
                <a:ea typeface="Nimbus Sans"/>
                <a:cs typeface="Nimbus Sans"/>
              </a:defRPr>
            </a:pPr>
            <a:r>
              <a:rPr sz="2175" b="0" i="0">
                <a:solidFill>
                  <a:srgbClr val="193244"/>
                </a:solidFill>
                <a:latin typeface="Nimbus Sans"/>
                <a:ea typeface="Nimbus Sans"/>
                <a:cs typeface="Nimbus Sans"/>
              </a:rPr>
              <a:t>O humano orienta, observa e corrige o rumo durante o trabalho.</a:t>
            </a:r>
          </a:p>
        </p:txBody>
      </p:sp>
      <p:sp>
        <p:nvSpPr>
          <p:cNvPr id="11" name="text-8">
            <a:extLst xmlns:a="http://schemas.openxmlformats.org/drawingml/2006/main">
              <a:ext uri="{FF2B5EF4-FFF2-40B4-BE49-F238E27FC236}">
                <a16:creationId xmlns:a16="http://schemas.microsoft.com/office/drawing/2014/main" id="{3F3655FF-ADA8-44D9-84B9-8AF36468A758}"/>
              </a:ext>
            </a:extLst>
          </p:cNvPr>
          <p:cNvSpPr>
            <a:spLocks xmlns:a="http://schemas.openxmlformats.org/drawingml/2006/main" noGrp="1"/>
          </p:cNvSpPr>
          <p:nvPr/>
        </p:nvSpPr>
        <p:spPr>
          <a:xfrm xmlns:a="http://schemas.openxmlformats.org/drawingml/2006/main">
            <a:off x="762000" y="7315200"/>
            <a:ext cx="13668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1" i="0">
                <a:solidFill>
                  <a:srgbClr val="193244"/>
                </a:solidFill>
                <a:latin typeface="Nimbus Sans"/>
                <a:ea typeface="Nimbus Sans"/>
                <a:cs typeface="Nimbus Sans"/>
              </a:defRPr>
            </a:defPPr>
            <a:lvl1pPr>
              <a:defRPr sz="2025" b="1" i="0">
                <a:solidFill>
                  <a:srgbClr val="193244"/>
                </a:solidFill>
                <a:latin typeface="Nimbus Sans"/>
                <a:ea typeface="Nimbus Sans"/>
                <a:cs typeface="Nimbus Sans"/>
              </a:defRPr>
            </a:lvl1pPr>
            <a:lvl2pPr>
              <a:defRPr sz="2025" b="1" i="0">
                <a:solidFill>
                  <a:srgbClr val="193244"/>
                </a:solidFill>
                <a:latin typeface="Nimbus Sans"/>
                <a:ea typeface="Nimbus Sans"/>
                <a:cs typeface="Nimbus Sans"/>
              </a:defRPr>
            </a:lvl2pPr>
            <a:lvl3pPr>
              <a:defRPr sz="2025" b="1" i="0">
                <a:solidFill>
                  <a:srgbClr val="193244"/>
                </a:solidFill>
                <a:latin typeface="Nimbus Sans"/>
                <a:ea typeface="Nimbus Sans"/>
                <a:cs typeface="Nimbus Sans"/>
              </a:defRPr>
            </a:lvl3pPr>
            <a:lvl4pPr>
              <a:defRPr sz="2025" b="1" i="0">
                <a:solidFill>
                  <a:srgbClr val="193244"/>
                </a:solidFill>
                <a:latin typeface="Nimbus Sans"/>
                <a:ea typeface="Nimbus Sans"/>
                <a:cs typeface="Nimbus Sans"/>
              </a:defRPr>
            </a:lvl4pPr>
            <a:lvl5pPr>
              <a:defRPr sz="2025" b="1" i="0">
                <a:solidFill>
                  <a:srgbClr val="193244"/>
                </a:solidFill>
                <a:latin typeface="Nimbus Sans"/>
                <a:ea typeface="Nimbus Sans"/>
                <a:cs typeface="Nimbus Sans"/>
              </a:defRPr>
            </a:lvl5pPr>
            <a:lvl6pPr>
              <a:defRPr sz="2025" b="1" i="0">
                <a:solidFill>
                  <a:srgbClr val="193244"/>
                </a:solidFill>
                <a:latin typeface="Nimbus Sans"/>
                <a:ea typeface="Nimbus Sans"/>
                <a:cs typeface="Nimbus Sans"/>
              </a:defRPr>
            </a:lvl6pPr>
            <a:lvl7pPr>
              <a:defRPr sz="2025" b="1" i="0">
                <a:solidFill>
                  <a:srgbClr val="193244"/>
                </a:solidFill>
                <a:latin typeface="Nimbus Sans"/>
                <a:ea typeface="Nimbus Sans"/>
                <a:cs typeface="Nimbus Sans"/>
              </a:defRPr>
            </a:lvl7pPr>
            <a:lvl8pPr>
              <a:defRPr sz="2025" b="1" i="0">
                <a:solidFill>
                  <a:srgbClr val="193244"/>
                </a:solidFill>
                <a:latin typeface="Nimbus Sans"/>
                <a:ea typeface="Nimbus Sans"/>
                <a:cs typeface="Nimbus Sans"/>
              </a:defRPr>
            </a:lvl8pPr>
            <a:lvl9pPr>
              <a:defRPr sz="2025" b="1" i="0">
                <a:solidFill>
                  <a:srgbClr val="193244"/>
                </a:solidFill>
                <a:latin typeface="Nimbus Sans"/>
                <a:ea typeface="Nimbus Sans"/>
                <a:cs typeface="Nimbus Sans"/>
              </a:defRPr>
            </a:lvl9pPr>
          </a:lstStyle>
          <a:p xmlns:a="http://schemas.openxmlformats.org/drawingml/2006/main">
            <a:pPr>
              <a:defRPr sz="2025" b="1" i="0">
                <a:solidFill>
                  <a:srgbClr val="193244"/>
                </a:solidFill>
                <a:latin typeface="Nimbus Sans"/>
                <a:ea typeface="Nimbus Sans"/>
                <a:cs typeface="Nimbus Sans"/>
              </a:defRPr>
            </a:pPr>
            <a:r>
              <a:rPr sz="2025" b="1" i="0">
                <a:solidFill>
                  <a:srgbClr val="193244"/>
                </a:solidFill>
                <a:latin typeface="Nimbus Sans"/>
                <a:ea typeface="Nimbus Sans"/>
                <a:cs typeface="Nimbus Sans"/>
              </a:rPr>
              <a:t>Humano: responsável     Cavalo: LLM     Sela e rédeas: harness</a:t>
            </a:r>
          </a:p>
        </p:txBody>
      </p:sp>
      <p:sp>
        <p:nvSpPr>
          <p:cNvPr id="12" name="text-9">
            <a:extLst xmlns:a="http://schemas.openxmlformats.org/drawingml/2006/main">
              <a:ext uri="{FF2B5EF4-FFF2-40B4-BE49-F238E27FC236}">
                <a16:creationId xmlns:a16="http://schemas.microsoft.com/office/drawing/2014/main" id="{FB6572DD-E026-4BC6-9034-97640B5727CE}"/>
              </a:ext>
            </a:extLst>
          </p:cNvPr>
          <p:cNvSpPr>
            <a:spLocks xmlns:a="http://schemas.openxmlformats.org/drawingml/2006/main" noGrp="1"/>
          </p:cNvSpPr>
          <p:nvPr/>
        </p:nvSpPr>
        <p:spPr>
          <a:xfrm xmlns:a="http://schemas.openxmlformats.org/drawingml/2006/main">
            <a:off x="762000" y="7705725"/>
            <a:ext cx="1366837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0" i="0">
                <a:solidFill>
                  <a:srgbClr val="B9502E"/>
                </a:solidFill>
                <a:latin typeface="Nimbus Sans"/>
                <a:ea typeface="Nimbus Sans"/>
                <a:cs typeface="Nimbus Sans"/>
              </a:defRPr>
            </a:defPPr>
            <a:lvl1pPr>
              <a:defRPr sz="1875" b="0" i="0">
                <a:solidFill>
                  <a:srgbClr val="B9502E"/>
                </a:solidFill>
                <a:latin typeface="Nimbus Sans"/>
                <a:ea typeface="Nimbus Sans"/>
                <a:cs typeface="Nimbus Sans"/>
              </a:defRPr>
            </a:lvl1pPr>
            <a:lvl2pPr>
              <a:defRPr sz="1875" b="0" i="0">
                <a:solidFill>
                  <a:srgbClr val="B9502E"/>
                </a:solidFill>
                <a:latin typeface="Nimbus Sans"/>
                <a:ea typeface="Nimbus Sans"/>
                <a:cs typeface="Nimbus Sans"/>
              </a:defRPr>
            </a:lvl2pPr>
            <a:lvl3pPr>
              <a:defRPr sz="1875" b="0" i="0">
                <a:solidFill>
                  <a:srgbClr val="B9502E"/>
                </a:solidFill>
                <a:latin typeface="Nimbus Sans"/>
                <a:ea typeface="Nimbus Sans"/>
                <a:cs typeface="Nimbus Sans"/>
              </a:defRPr>
            </a:lvl3pPr>
            <a:lvl4pPr>
              <a:defRPr sz="1875" b="0" i="0">
                <a:solidFill>
                  <a:srgbClr val="B9502E"/>
                </a:solidFill>
                <a:latin typeface="Nimbus Sans"/>
                <a:ea typeface="Nimbus Sans"/>
                <a:cs typeface="Nimbus Sans"/>
              </a:defRPr>
            </a:lvl4pPr>
            <a:lvl5pPr>
              <a:defRPr sz="1875" b="0" i="0">
                <a:solidFill>
                  <a:srgbClr val="B9502E"/>
                </a:solidFill>
                <a:latin typeface="Nimbus Sans"/>
                <a:ea typeface="Nimbus Sans"/>
                <a:cs typeface="Nimbus Sans"/>
              </a:defRPr>
            </a:lvl5pPr>
            <a:lvl6pPr>
              <a:defRPr sz="1875" b="0" i="0">
                <a:solidFill>
                  <a:srgbClr val="B9502E"/>
                </a:solidFill>
                <a:latin typeface="Nimbus Sans"/>
                <a:ea typeface="Nimbus Sans"/>
                <a:cs typeface="Nimbus Sans"/>
              </a:defRPr>
            </a:lvl6pPr>
            <a:lvl7pPr>
              <a:defRPr sz="1875" b="0" i="0">
                <a:solidFill>
                  <a:srgbClr val="B9502E"/>
                </a:solidFill>
                <a:latin typeface="Nimbus Sans"/>
                <a:ea typeface="Nimbus Sans"/>
                <a:cs typeface="Nimbus Sans"/>
              </a:defRPr>
            </a:lvl7pPr>
            <a:lvl8pPr>
              <a:defRPr sz="1875" b="0" i="0">
                <a:solidFill>
                  <a:srgbClr val="B9502E"/>
                </a:solidFill>
                <a:latin typeface="Nimbus Sans"/>
                <a:ea typeface="Nimbus Sans"/>
                <a:cs typeface="Nimbus Sans"/>
              </a:defRPr>
            </a:lvl8pPr>
            <a:lvl9pPr>
              <a:defRPr sz="1875" b="0" i="0">
                <a:solidFill>
                  <a:srgbClr val="B9502E"/>
                </a:solidFill>
                <a:latin typeface="Nimbus Sans"/>
                <a:ea typeface="Nimbus Sans"/>
                <a:cs typeface="Nimbus Sans"/>
              </a:defRPr>
            </a:lvl9pPr>
          </a:lstStyle>
          <a:p xmlns:a="http://schemas.openxmlformats.org/drawingml/2006/main">
            <a:pPr>
              <a:defRPr sz="1875" b="0" i="0">
                <a:solidFill>
                  <a:srgbClr val="B9502E"/>
                </a:solidFill>
                <a:latin typeface="Nimbus Sans"/>
                <a:ea typeface="Nimbus Sans"/>
                <a:cs typeface="Nimbus Sans"/>
              </a:defRPr>
            </a:pPr>
            <a:r>
              <a:rPr sz="1875" b="0" i="0">
                <a:solidFill>
                  <a:srgbClr val="B9502E"/>
                </a:solidFill>
                <a:latin typeface="Nimbus Sans"/>
                <a:ea typeface="Nimbus Sans"/>
                <a:cs typeface="Nimbus Sans"/>
              </a:rPr>
              <a:t>O SDD integra essa condução com intenção, limites e critérios de validação.</a:t>
            </a:r>
          </a:p>
        </p:txBody>
      </p:sp>
    </p:spTree>
    <p:extLst>
      <p:ext uri="{BB962C8B-B14F-4D97-AF65-F5344CB8AC3E}">
        <p14:creationId xmlns:p14="http://schemas.microsoft.com/office/powerpoint/2010/main" val="21463630"/>
      </p:ext>
    </p:extLst>
  </p:cSld>
</p:sld>
</file>

<file path=ppt/slides/slide6.xml><?xml version="1.0" encoding="utf-8"?>
<p:sld xmlns:p="http://schemas.openxmlformats.org/presentationml/2006/main">
  <p:cSld>
    <p:bg>
      <p:bgPr>
        <a:solidFill xmlns:a="http://schemas.openxmlformats.org/drawingml/2006/main">
          <a:srgbClr val="FCFAF5"/>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8F25CDAC-042B-401A-8E17-5039360F83DC}"/>
              </a:ext>
            </a:extLst>
          </p:cNvPr>
          <p:cNvPicPr>
            <a:picLocks xmlns:a="http://schemas.openxmlformats.org/drawingml/2006/main" noChangeAspect="1"/>
          </p:cNvPicPr>
          <p:nvPr/>
        </p:nvPicPr>
        <p:blipFill>
          <a:blip xmlns:r="http://schemas.openxmlformats.org/officeDocument/2006/relationships" xmlns:a="http://schemas.openxmlformats.org/drawingml/2006/main" r:embed="Rb961513ededb43a5"/>
          <a:srcRect xmlns:a="http://schemas.openxmlformats.org/drawingml/2006/main" l="0" t="27" r="0" b="27"/>
          <a:stretch xmlns:a="http://schemas.openxmlformats.org/drawingml/2006/main">
            <a:fillRect l="0" t="0" r="0" b="0"/>
          </a:stretch>
        </p:blipFill>
        <p:spPr>
          <a:xfrm xmlns:a="http://schemas.openxmlformats.org/drawingml/2006/main">
            <a:off x="0" y="0"/>
            <a:ext cx="15240000" cy="8572500"/>
          </a:xfrm>
          <a:prstGeom xmlns:a="http://schemas.openxmlformats.org/drawingml/2006/main" prst="rect">
            <a:avLst/>
          </a:prstGeom>
        </p:spPr>
      </p:pic>
      <p:sp>
        <p:nvSpPr>
          <p:cNvPr id="2" name="text-0">
            <a:extLst xmlns:a="http://schemas.openxmlformats.org/drawingml/2006/main">
              <a:ext uri="{FF2B5EF4-FFF2-40B4-BE49-F238E27FC236}">
                <a16:creationId xmlns:a16="http://schemas.microsoft.com/office/drawing/2014/main" id="{1B2B14FB-2536-4CAC-9DFE-41A151CCFF3D}"/>
              </a:ext>
            </a:extLst>
          </p:cNvPr>
          <p:cNvSpPr>
            <a:spLocks xmlns:a="http://schemas.openxmlformats.org/drawingml/2006/main" noGrp="1"/>
          </p:cNvSpPr>
          <p:nvPr/>
        </p:nvSpPr>
        <p:spPr>
          <a:xfrm xmlns:a="http://schemas.openxmlformats.org/drawingml/2006/main">
            <a:off x="723900" y="523875"/>
            <a:ext cx="137922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75" b="1" i="0">
                <a:solidFill>
                  <a:srgbClr val="193244"/>
                </a:solidFill>
                <a:latin typeface="Nimbus Mono PS"/>
                <a:ea typeface="Nimbus Mono PS"/>
                <a:cs typeface="Nimbus Mono PS"/>
              </a:defRPr>
            </a:defPPr>
            <a:lvl1pPr>
              <a:defRPr sz="3375" b="1" i="0">
                <a:solidFill>
                  <a:srgbClr val="193244"/>
                </a:solidFill>
                <a:latin typeface="Nimbus Mono PS"/>
                <a:ea typeface="Nimbus Mono PS"/>
                <a:cs typeface="Nimbus Mono PS"/>
              </a:defRPr>
            </a:lvl1pPr>
            <a:lvl2pPr>
              <a:defRPr sz="3375" b="1" i="0">
                <a:solidFill>
                  <a:srgbClr val="193244"/>
                </a:solidFill>
                <a:latin typeface="Nimbus Mono PS"/>
                <a:ea typeface="Nimbus Mono PS"/>
                <a:cs typeface="Nimbus Mono PS"/>
              </a:defRPr>
            </a:lvl2pPr>
            <a:lvl3pPr>
              <a:defRPr sz="3375" b="1" i="0">
                <a:solidFill>
                  <a:srgbClr val="193244"/>
                </a:solidFill>
                <a:latin typeface="Nimbus Mono PS"/>
                <a:ea typeface="Nimbus Mono PS"/>
                <a:cs typeface="Nimbus Mono PS"/>
              </a:defRPr>
            </a:lvl3pPr>
            <a:lvl4pPr>
              <a:defRPr sz="3375" b="1" i="0">
                <a:solidFill>
                  <a:srgbClr val="193244"/>
                </a:solidFill>
                <a:latin typeface="Nimbus Mono PS"/>
                <a:ea typeface="Nimbus Mono PS"/>
                <a:cs typeface="Nimbus Mono PS"/>
              </a:defRPr>
            </a:lvl4pPr>
            <a:lvl5pPr>
              <a:defRPr sz="3375" b="1" i="0">
                <a:solidFill>
                  <a:srgbClr val="193244"/>
                </a:solidFill>
                <a:latin typeface="Nimbus Mono PS"/>
                <a:ea typeface="Nimbus Mono PS"/>
                <a:cs typeface="Nimbus Mono PS"/>
              </a:defRPr>
            </a:lvl5pPr>
            <a:lvl6pPr>
              <a:defRPr sz="3375" b="1" i="0">
                <a:solidFill>
                  <a:srgbClr val="193244"/>
                </a:solidFill>
                <a:latin typeface="Nimbus Mono PS"/>
                <a:ea typeface="Nimbus Mono PS"/>
                <a:cs typeface="Nimbus Mono PS"/>
              </a:defRPr>
            </a:lvl6pPr>
            <a:lvl7pPr>
              <a:defRPr sz="3375" b="1" i="0">
                <a:solidFill>
                  <a:srgbClr val="193244"/>
                </a:solidFill>
                <a:latin typeface="Nimbus Mono PS"/>
                <a:ea typeface="Nimbus Mono PS"/>
                <a:cs typeface="Nimbus Mono PS"/>
              </a:defRPr>
            </a:lvl7pPr>
            <a:lvl8pPr>
              <a:defRPr sz="3375" b="1" i="0">
                <a:solidFill>
                  <a:srgbClr val="193244"/>
                </a:solidFill>
                <a:latin typeface="Nimbus Mono PS"/>
                <a:ea typeface="Nimbus Mono PS"/>
                <a:cs typeface="Nimbus Mono PS"/>
              </a:defRPr>
            </a:lvl8pPr>
            <a:lvl9pPr>
              <a:defRPr sz="3375" b="1" i="0">
                <a:solidFill>
                  <a:srgbClr val="193244"/>
                </a:solidFill>
                <a:latin typeface="Nimbus Mono PS"/>
                <a:ea typeface="Nimbus Mono PS"/>
                <a:cs typeface="Nimbus Mono PS"/>
              </a:defRPr>
            </a:lvl9pPr>
          </a:lstStyle>
          <a:p xmlns:a="http://schemas.openxmlformats.org/drawingml/2006/main">
            <a:pPr>
              <a:defRPr sz="3375" b="1" i="0">
                <a:solidFill>
                  <a:srgbClr val="193244"/>
                </a:solidFill>
                <a:latin typeface="Nimbus Mono PS"/>
                <a:ea typeface="Nimbus Mono PS"/>
                <a:cs typeface="Nimbus Mono PS"/>
              </a:defRPr>
            </a:pPr>
            <a:r>
              <a:rPr sz="3375" b="1" i="0">
                <a:solidFill>
                  <a:srgbClr val="193244"/>
                </a:solidFill>
                <a:latin typeface="Nimbus Mono PS"/>
                <a:ea typeface="Nimbus Mono PS"/>
                <a:cs typeface="Nimbus Mono PS"/>
              </a:rPr>
              <a:t>O profissional como diretor</a:t>
            </a:r>
          </a:p>
        </p:txBody>
      </p:sp>
      <p:sp>
        <p:nvSpPr>
          <p:cNvPr id="3" name="text-1">
            <a:extLst xmlns:a="http://schemas.openxmlformats.org/drawingml/2006/main">
              <a:ext uri="{FF2B5EF4-FFF2-40B4-BE49-F238E27FC236}">
                <a16:creationId xmlns:a16="http://schemas.microsoft.com/office/drawing/2014/main" id="{F9DF1D4E-E26B-41B8-9339-EE3BB37403C4}"/>
              </a:ext>
            </a:extLst>
          </p:cNvPr>
          <p:cNvSpPr>
            <a:spLocks xmlns:a="http://schemas.openxmlformats.org/drawingml/2006/main" noGrp="1"/>
          </p:cNvSpPr>
          <p:nvPr/>
        </p:nvSpPr>
        <p:spPr>
          <a:xfrm xmlns:a="http://schemas.openxmlformats.org/drawingml/2006/main">
            <a:off x="742950" y="1428750"/>
            <a:ext cx="13620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0" i="0">
                <a:solidFill>
                  <a:srgbClr val="54656D"/>
                </a:solidFill>
                <a:latin typeface="Nimbus Sans"/>
                <a:ea typeface="Nimbus Sans"/>
                <a:cs typeface="Nimbus Sans"/>
              </a:defRPr>
            </a:defPPr>
            <a:lvl1pPr>
              <a:defRPr sz="2025" b="0" i="0">
                <a:solidFill>
                  <a:srgbClr val="54656D"/>
                </a:solidFill>
                <a:latin typeface="Nimbus Sans"/>
                <a:ea typeface="Nimbus Sans"/>
                <a:cs typeface="Nimbus Sans"/>
              </a:defRPr>
            </a:lvl1pPr>
            <a:lvl2pPr>
              <a:defRPr sz="2025" b="0" i="0">
                <a:solidFill>
                  <a:srgbClr val="54656D"/>
                </a:solidFill>
                <a:latin typeface="Nimbus Sans"/>
                <a:ea typeface="Nimbus Sans"/>
                <a:cs typeface="Nimbus Sans"/>
              </a:defRPr>
            </a:lvl2pPr>
            <a:lvl3pPr>
              <a:defRPr sz="2025" b="0" i="0">
                <a:solidFill>
                  <a:srgbClr val="54656D"/>
                </a:solidFill>
                <a:latin typeface="Nimbus Sans"/>
                <a:ea typeface="Nimbus Sans"/>
                <a:cs typeface="Nimbus Sans"/>
              </a:defRPr>
            </a:lvl3pPr>
            <a:lvl4pPr>
              <a:defRPr sz="2025" b="0" i="0">
                <a:solidFill>
                  <a:srgbClr val="54656D"/>
                </a:solidFill>
                <a:latin typeface="Nimbus Sans"/>
                <a:ea typeface="Nimbus Sans"/>
                <a:cs typeface="Nimbus Sans"/>
              </a:defRPr>
            </a:lvl4pPr>
            <a:lvl5pPr>
              <a:defRPr sz="2025" b="0" i="0">
                <a:solidFill>
                  <a:srgbClr val="54656D"/>
                </a:solidFill>
                <a:latin typeface="Nimbus Sans"/>
                <a:ea typeface="Nimbus Sans"/>
                <a:cs typeface="Nimbus Sans"/>
              </a:defRPr>
            </a:lvl5pPr>
            <a:lvl6pPr>
              <a:defRPr sz="2025" b="0" i="0">
                <a:solidFill>
                  <a:srgbClr val="54656D"/>
                </a:solidFill>
                <a:latin typeface="Nimbus Sans"/>
                <a:ea typeface="Nimbus Sans"/>
                <a:cs typeface="Nimbus Sans"/>
              </a:defRPr>
            </a:lvl6pPr>
            <a:lvl7pPr>
              <a:defRPr sz="2025" b="0" i="0">
                <a:solidFill>
                  <a:srgbClr val="54656D"/>
                </a:solidFill>
                <a:latin typeface="Nimbus Sans"/>
                <a:ea typeface="Nimbus Sans"/>
                <a:cs typeface="Nimbus Sans"/>
              </a:defRPr>
            </a:lvl7pPr>
            <a:lvl8pPr>
              <a:defRPr sz="2025" b="0" i="0">
                <a:solidFill>
                  <a:srgbClr val="54656D"/>
                </a:solidFill>
                <a:latin typeface="Nimbus Sans"/>
                <a:ea typeface="Nimbus Sans"/>
                <a:cs typeface="Nimbus Sans"/>
              </a:defRPr>
            </a:lvl8pPr>
            <a:lvl9pPr>
              <a:defRPr sz="2025" b="0" i="0">
                <a:solidFill>
                  <a:srgbClr val="54656D"/>
                </a:solidFill>
                <a:latin typeface="Nimbus Sans"/>
                <a:ea typeface="Nimbus Sans"/>
                <a:cs typeface="Nimbus Sans"/>
              </a:defRPr>
            </a:lvl9pPr>
          </a:lstStyle>
          <a:p xmlns:a="http://schemas.openxmlformats.org/drawingml/2006/main">
            <a:pPr>
              <a:defRPr sz="2025" b="0" i="0">
                <a:solidFill>
                  <a:srgbClr val="54656D"/>
                </a:solidFill>
                <a:latin typeface="Nimbus Sans"/>
                <a:ea typeface="Nimbus Sans"/>
                <a:cs typeface="Nimbus Sans"/>
              </a:defRPr>
            </a:pPr>
            <a:r>
              <a:rPr sz="2025" b="0" i="0">
                <a:solidFill>
                  <a:srgbClr val="54656D"/>
                </a:solidFill>
                <a:latin typeface="Nimbus Sans"/>
                <a:ea typeface="Nimbus Sans"/>
                <a:cs typeface="Nimbus Sans"/>
              </a:rPr>
              <a:t>O projeto é o filme. A autoria das decisões e a responsabilidade pela qualidade continuam humanas.</a:t>
            </a:r>
          </a:p>
        </p:txBody>
      </p:sp>
      <p:sp>
        <p:nvSpPr>
          <p:cNvPr id="4" name="text-2">
            <a:extLst xmlns:a="http://schemas.openxmlformats.org/drawingml/2006/main">
              <a:ext uri="{FF2B5EF4-FFF2-40B4-BE49-F238E27FC236}">
                <a16:creationId xmlns:a16="http://schemas.microsoft.com/office/drawing/2014/main" id="{D70CCC81-7424-4FD3-8621-8F6206E274F7}"/>
              </a:ext>
            </a:extLst>
          </p:cNvPr>
          <p:cNvSpPr>
            <a:spLocks xmlns:a="http://schemas.openxmlformats.org/drawingml/2006/main" noGrp="1"/>
          </p:cNvSpPr>
          <p:nvPr/>
        </p:nvSpPr>
        <p:spPr>
          <a:xfrm xmlns:a="http://schemas.openxmlformats.org/drawingml/2006/main">
            <a:off x="742950" y="8096250"/>
            <a:ext cx="12573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00" b="0" i="0">
                <a:solidFill>
                  <a:srgbClr val="54656D"/>
                </a:solidFill>
                <a:latin typeface="Nimbus Mono PS"/>
                <a:ea typeface="Nimbus Mono PS"/>
                <a:cs typeface="Nimbus Mono PS"/>
              </a:defRPr>
            </a:defPPr>
            <a:lvl1pPr>
              <a:defRPr sz="1200" b="0" i="0">
                <a:solidFill>
                  <a:srgbClr val="54656D"/>
                </a:solidFill>
                <a:latin typeface="Nimbus Mono PS"/>
                <a:ea typeface="Nimbus Mono PS"/>
                <a:cs typeface="Nimbus Mono PS"/>
              </a:defRPr>
            </a:lvl1pPr>
            <a:lvl2pPr>
              <a:defRPr sz="1200" b="0" i="0">
                <a:solidFill>
                  <a:srgbClr val="54656D"/>
                </a:solidFill>
                <a:latin typeface="Nimbus Mono PS"/>
                <a:ea typeface="Nimbus Mono PS"/>
                <a:cs typeface="Nimbus Mono PS"/>
              </a:defRPr>
            </a:lvl2pPr>
            <a:lvl3pPr>
              <a:defRPr sz="1200" b="0" i="0">
                <a:solidFill>
                  <a:srgbClr val="54656D"/>
                </a:solidFill>
                <a:latin typeface="Nimbus Mono PS"/>
                <a:ea typeface="Nimbus Mono PS"/>
                <a:cs typeface="Nimbus Mono PS"/>
              </a:defRPr>
            </a:lvl3pPr>
            <a:lvl4pPr>
              <a:defRPr sz="1200" b="0" i="0">
                <a:solidFill>
                  <a:srgbClr val="54656D"/>
                </a:solidFill>
                <a:latin typeface="Nimbus Mono PS"/>
                <a:ea typeface="Nimbus Mono PS"/>
                <a:cs typeface="Nimbus Mono PS"/>
              </a:defRPr>
            </a:lvl4pPr>
            <a:lvl5pPr>
              <a:defRPr sz="1200" b="0" i="0">
                <a:solidFill>
                  <a:srgbClr val="54656D"/>
                </a:solidFill>
                <a:latin typeface="Nimbus Mono PS"/>
                <a:ea typeface="Nimbus Mono PS"/>
                <a:cs typeface="Nimbus Mono PS"/>
              </a:defRPr>
            </a:lvl5pPr>
            <a:lvl6pPr>
              <a:defRPr sz="1200" b="0" i="0">
                <a:solidFill>
                  <a:srgbClr val="54656D"/>
                </a:solidFill>
                <a:latin typeface="Nimbus Mono PS"/>
                <a:ea typeface="Nimbus Mono PS"/>
                <a:cs typeface="Nimbus Mono PS"/>
              </a:defRPr>
            </a:lvl6pPr>
            <a:lvl7pPr>
              <a:defRPr sz="1200" b="0" i="0">
                <a:solidFill>
                  <a:srgbClr val="54656D"/>
                </a:solidFill>
                <a:latin typeface="Nimbus Mono PS"/>
                <a:ea typeface="Nimbus Mono PS"/>
                <a:cs typeface="Nimbus Mono PS"/>
              </a:defRPr>
            </a:lvl7pPr>
            <a:lvl8pPr>
              <a:defRPr sz="1200" b="0" i="0">
                <a:solidFill>
                  <a:srgbClr val="54656D"/>
                </a:solidFill>
                <a:latin typeface="Nimbus Mono PS"/>
                <a:ea typeface="Nimbus Mono PS"/>
                <a:cs typeface="Nimbus Mono PS"/>
              </a:defRPr>
            </a:lvl8pPr>
            <a:lvl9pPr>
              <a:defRPr sz="1200" b="0" i="0">
                <a:solidFill>
                  <a:srgbClr val="54656D"/>
                </a:solidFill>
                <a:latin typeface="Nimbus Mono PS"/>
                <a:ea typeface="Nimbus Mono PS"/>
                <a:cs typeface="Nimbus Mono PS"/>
              </a:defRPr>
            </a:lvl9pPr>
          </a:lstStyle>
          <a:p xmlns:a="http://schemas.openxmlformats.org/drawingml/2006/main">
            <a:pPr>
              <a:defRPr sz="1200" b="0" i="0">
                <a:solidFill>
                  <a:srgbClr val="54656D"/>
                </a:solidFill>
                <a:latin typeface="Nimbus Mono PS"/>
                <a:ea typeface="Nimbus Mono PS"/>
                <a:cs typeface="Nimbus Mono PS"/>
              </a:defRPr>
            </a:pPr>
            <a:r>
              <a:rPr sz="1200" b="0" i="0">
                <a:solidFill>
                  <a:srgbClr val="54656D"/>
                </a:solidFill>
                <a:latin typeface="Nimbus Mono PS"/>
                <a:ea typeface="Nimbus Mono PS"/>
                <a:cs typeface="Nimbus Mono PS"/>
              </a:rPr>
              <a:t>ANALOGIA  /  CINEMA</a:t>
            </a:r>
          </a:p>
        </p:txBody>
      </p:sp>
      <p:sp>
        <p:nvSpPr>
          <p:cNvPr id="5" name="text-3">
            <a:extLst xmlns:a="http://schemas.openxmlformats.org/drawingml/2006/main">
              <a:ext uri="{FF2B5EF4-FFF2-40B4-BE49-F238E27FC236}">
                <a16:creationId xmlns:a16="http://schemas.microsoft.com/office/drawing/2014/main" id="{D20249F3-83B4-42F5-A0BD-E9B7AE16478E}"/>
              </a:ext>
            </a:extLst>
          </p:cNvPr>
          <p:cNvSpPr>
            <a:spLocks xmlns:a="http://schemas.openxmlformats.org/drawingml/2006/main" noGrp="1"/>
          </p:cNvSpPr>
          <p:nvPr/>
        </p:nvSpPr>
        <p:spPr>
          <a:xfrm xmlns:a="http://schemas.openxmlformats.org/drawingml/2006/main">
            <a:off x="13944600" y="8048625"/>
            <a:ext cx="609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1" i="0">
                <a:solidFill>
                  <a:srgbClr val="B9502E"/>
                </a:solidFill>
                <a:latin typeface="Nimbus Mono PS"/>
                <a:ea typeface="Nimbus Mono PS"/>
                <a:cs typeface="Nimbus Mono PS"/>
              </a:defRPr>
            </a:defPPr>
            <a:lvl1pPr>
              <a:defRPr sz="1800" b="1" i="0">
                <a:solidFill>
                  <a:srgbClr val="B9502E"/>
                </a:solidFill>
                <a:latin typeface="Nimbus Mono PS"/>
                <a:ea typeface="Nimbus Mono PS"/>
                <a:cs typeface="Nimbus Mono PS"/>
              </a:defRPr>
            </a:lvl1pPr>
            <a:lvl2pPr>
              <a:defRPr sz="1800" b="1" i="0">
                <a:solidFill>
                  <a:srgbClr val="B9502E"/>
                </a:solidFill>
                <a:latin typeface="Nimbus Mono PS"/>
                <a:ea typeface="Nimbus Mono PS"/>
                <a:cs typeface="Nimbus Mono PS"/>
              </a:defRPr>
            </a:lvl2pPr>
            <a:lvl3pPr>
              <a:defRPr sz="1800" b="1" i="0">
                <a:solidFill>
                  <a:srgbClr val="B9502E"/>
                </a:solidFill>
                <a:latin typeface="Nimbus Mono PS"/>
                <a:ea typeface="Nimbus Mono PS"/>
                <a:cs typeface="Nimbus Mono PS"/>
              </a:defRPr>
            </a:lvl3pPr>
            <a:lvl4pPr>
              <a:defRPr sz="1800" b="1" i="0">
                <a:solidFill>
                  <a:srgbClr val="B9502E"/>
                </a:solidFill>
                <a:latin typeface="Nimbus Mono PS"/>
                <a:ea typeface="Nimbus Mono PS"/>
                <a:cs typeface="Nimbus Mono PS"/>
              </a:defRPr>
            </a:lvl4pPr>
            <a:lvl5pPr>
              <a:defRPr sz="1800" b="1" i="0">
                <a:solidFill>
                  <a:srgbClr val="B9502E"/>
                </a:solidFill>
                <a:latin typeface="Nimbus Mono PS"/>
                <a:ea typeface="Nimbus Mono PS"/>
                <a:cs typeface="Nimbus Mono PS"/>
              </a:defRPr>
            </a:lvl5pPr>
            <a:lvl6pPr>
              <a:defRPr sz="1800" b="1" i="0">
                <a:solidFill>
                  <a:srgbClr val="B9502E"/>
                </a:solidFill>
                <a:latin typeface="Nimbus Mono PS"/>
                <a:ea typeface="Nimbus Mono PS"/>
                <a:cs typeface="Nimbus Mono PS"/>
              </a:defRPr>
            </a:lvl6pPr>
            <a:lvl7pPr>
              <a:defRPr sz="1800" b="1" i="0">
                <a:solidFill>
                  <a:srgbClr val="B9502E"/>
                </a:solidFill>
                <a:latin typeface="Nimbus Mono PS"/>
                <a:ea typeface="Nimbus Mono PS"/>
                <a:cs typeface="Nimbus Mono PS"/>
              </a:defRPr>
            </a:lvl7pPr>
            <a:lvl8pPr>
              <a:defRPr sz="1800" b="1" i="0">
                <a:solidFill>
                  <a:srgbClr val="B9502E"/>
                </a:solidFill>
                <a:latin typeface="Nimbus Mono PS"/>
                <a:ea typeface="Nimbus Mono PS"/>
                <a:cs typeface="Nimbus Mono PS"/>
              </a:defRPr>
            </a:lvl8pPr>
            <a:lvl9pPr>
              <a:defRPr sz="1800" b="1" i="0">
                <a:solidFill>
                  <a:srgbClr val="B9502E"/>
                </a:solidFill>
                <a:latin typeface="Nimbus Mono PS"/>
                <a:ea typeface="Nimbus Mono PS"/>
                <a:cs typeface="Nimbus Mono PS"/>
              </a:defRPr>
            </a:lvl9pPr>
          </a:lstStyle>
          <a:p xmlns:a="http://schemas.openxmlformats.org/drawingml/2006/main">
            <a:pPr>
              <a:defRPr sz="1800" b="1" i="0">
                <a:solidFill>
                  <a:srgbClr val="B9502E"/>
                </a:solidFill>
                <a:latin typeface="Nimbus Mono PS"/>
                <a:ea typeface="Nimbus Mono PS"/>
                <a:cs typeface="Nimbus Mono PS"/>
              </a:defRPr>
            </a:pPr>
            <a:r>
              <a:rPr sz="1800" b="1" i="0">
                <a:solidFill>
                  <a:srgbClr val="B9502E"/>
                </a:solidFill>
                <a:latin typeface="Nimbus Mono PS"/>
                <a:ea typeface="Nimbus Mono PS"/>
                <a:cs typeface="Nimbus Mono PS"/>
              </a:rPr>
              <a:t>06</a:t>
            </a:r>
          </a:p>
        </p:txBody>
      </p:sp>
      <p:sp>
        <p:nvSpPr>
          <p:cNvPr id="6" name="text-4">
            <a:extLst xmlns:a="http://schemas.openxmlformats.org/drawingml/2006/main">
              <a:ext uri="{FF2B5EF4-FFF2-40B4-BE49-F238E27FC236}">
                <a16:creationId xmlns:a16="http://schemas.microsoft.com/office/drawing/2014/main" id="{A74EF882-3A25-4695-878E-ED9006D0FBEC}"/>
              </a:ext>
            </a:extLst>
          </p:cNvPr>
          <p:cNvSpPr>
            <a:spLocks xmlns:a="http://schemas.openxmlformats.org/drawingml/2006/main" noGrp="1"/>
          </p:cNvSpPr>
          <p:nvPr/>
        </p:nvSpPr>
        <p:spPr>
          <a:xfrm xmlns:a="http://schemas.openxmlformats.org/drawingml/2006/main">
            <a:off x="752475" y="2428875"/>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325" b="1" i="0">
                <a:solidFill>
                  <a:srgbClr val="193244"/>
                </a:solidFill>
                <a:latin typeface="Nimbus Mono PS"/>
                <a:ea typeface="Nimbus Mono PS"/>
                <a:cs typeface="Nimbus Mono PS"/>
              </a:defRPr>
            </a:defPPr>
            <a:lvl1pPr>
              <a:defRPr sz="2325" b="1" i="0">
                <a:solidFill>
                  <a:srgbClr val="193244"/>
                </a:solidFill>
                <a:latin typeface="Nimbus Mono PS"/>
                <a:ea typeface="Nimbus Mono PS"/>
                <a:cs typeface="Nimbus Mono PS"/>
              </a:defRPr>
            </a:lvl1pPr>
            <a:lvl2pPr>
              <a:defRPr sz="2325" b="1" i="0">
                <a:solidFill>
                  <a:srgbClr val="193244"/>
                </a:solidFill>
                <a:latin typeface="Nimbus Mono PS"/>
                <a:ea typeface="Nimbus Mono PS"/>
                <a:cs typeface="Nimbus Mono PS"/>
              </a:defRPr>
            </a:lvl2pPr>
            <a:lvl3pPr>
              <a:defRPr sz="2325" b="1" i="0">
                <a:solidFill>
                  <a:srgbClr val="193244"/>
                </a:solidFill>
                <a:latin typeface="Nimbus Mono PS"/>
                <a:ea typeface="Nimbus Mono PS"/>
                <a:cs typeface="Nimbus Mono PS"/>
              </a:defRPr>
            </a:lvl3pPr>
            <a:lvl4pPr>
              <a:defRPr sz="2325" b="1" i="0">
                <a:solidFill>
                  <a:srgbClr val="193244"/>
                </a:solidFill>
                <a:latin typeface="Nimbus Mono PS"/>
                <a:ea typeface="Nimbus Mono PS"/>
                <a:cs typeface="Nimbus Mono PS"/>
              </a:defRPr>
            </a:lvl4pPr>
            <a:lvl5pPr>
              <a:defRPr sz="2325" b="1" i="0">
                <a:solidFill>
                  <a:srgbClr val="193244"/>
                </a:solidFill>
                <a:latin typeface="Nimbus Mono PS"/>
                <a:ea typeface="Nimbus Mono PS"/>
                <a:cs typeface="Nimbus Mono PS"/>
              </a:defRPr>
            </a:lvl5pPr>
            <a:lvl6pPr>
              <a:defRPr sz="2325" b="1" i="0">
                <a:solidFill>
                  <a:srgbClr val="193244"/>
                </a:solidFill>
                <a:latin typeface="Nimbus Mono PS"/>
                <a:ea typeface="Nimbus Mono PS"/>
                <a:cs typeface="Nimbus Mono PS"/>
              </a:defRPr>
            </a:lvl6pPr>
            <a:lvl7pPr>
              <a:defRPr sz="2325" b="1" i="0">
                <a:solidFill>
                  <a:srgbClr val="193244"/>
                </a:solidFill>
                <a:latin typeface="Nimbus Mono PS"/>
                <a:ea typeface="Nimbus Mono PS"/>
                <a:cs typeface="Nimbus Mono PS"/>
              </a:defRPr>
            </a:lvl7pPr>
            <a:lvl8pPr>
              <a:defRPr sz="2325" b="1" i="0">
                <a:solidFill>
                  <a:srgbClr val="193244"/>
                </a:solidFill>
                <a:latin typeface="Nimbus Mono PS"/>
                <a:ea typeface="Nimbus Mono PS"/>
                <a:cs typeface="Nimbus Mono PS"/>
              </a:defRPr>
            </a:lvl8pPr>
            <a:lvl9pPr>
              <a:defRPr sz="2325" b="1" i="0">
                <a:solidFill>
                  <a:srgbClr val="193244"/>
                </a:solidFill>
                <a:latin typeface="Nimbus Mono PS"/>
                <a:ea typeface="Nimbus Mono PS"/>
                <a:cs typeface="Nimbus Mono PS"/>
              </a:defRPr>
            </a:lvl9pPr>
          </a:lstStyle>
          <a:p xmlns:a="http://schemas.openxmlformats.org/drawingml/2006/main">
            <a:pPr>
              <a:defRPr sz="2325" b="1" i="0">
                <a:solidFill>
                  <a:srgbClr val="193244"/>
                </a:solidFill>
                <a:latin typeface="Nimbus Mono PS"/>
                <a:ea typeface="Nimbus Mono PS"/>
                <a:cs typeface="Nimbus Mono PS"/>
              </a:defRPr>
            </a:pPr>
            <a:r>
              <a:rPr sz="2325" b="1" i="0">
                <a:solidFill>
                  <a:srgbClr val="193244"/>
                </a:solidFill>
                <a:latin typeface="Nimbus Mono PS"/>
                <a:ea typeface="Nimbus Mono PS"/>
                <a:cs typeface="Nimbus Mono PS"/>
              </a:rPr>
              <a:t>A direção é sua</a:t>
            </a:r>
          </a:p>
        </p:txBody>
      </p:sp>
      <p:sp>
        <p:nvSpPr>
          <p:cNvPr id="7" name="text-5">
            <a:extLst xmlns:a="http://schemas.openxmlformats.org/drawingml/2006/main">
              <a:ext uri="{FF2B5EF4-FFF2-40B4-BE49-F238E27FC236}">
                <a16:creationId xmlns:a16="http://schemas.microsoft.com/office/drawing/2014/main" id="{D38FC2B7-78A9-41FD-855B-DB42278FB3BB}"/>
              </a:ext>
            </a:extLst>
          </p:cNvPr>
          <p:cNvSpPr>
            <a:spLocks xmlns:a="http://schemas.openxmlformats.org/drawingml/2006/main" noGrp="1"/>
          </p:cNvSpPr>
          <p:nvPr/>
        </p:nvSpPr>
        <p:spPr>
          <a:xfrm xmlns:a="http://schemas.openxmlformats.org/drawingml/2006/main">
            <a:off x="752475" y="3000375"/>
            <a:ext cx="5905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550" b="0" i="0">
                <a:solidFill>
                  <a:srgbClr val="193244"/>
                </a:solidFill>
                <a:latin typeface="Nimbus Sans"/>
                <a:ea typeface="Nimbus Sans"/>
                <a:cs typeface="Nimbus Sans"/>
              </a:defRPr>
            </a:defPPr>
            <a:lvl1pPr>
              <a:defRPr sz="2550" b="0" i="0">
                <a:solidFill>
                  <a:srgbClr val="193244"/>
                </a:solidFill>
                <a:latin typeface="Nimbus Sans"/>
                <a:ea typeface="Nimbus Sans"/>
                <a:cs typeface="Nimbus Sans"/>
              </a:defRPr>
            </a:lvl1pPr>
            <a:lvl2pPr>
              <a:defRPr sz="2550" b="0" i="0">
                <a:solidFill>
                  <a:srgbClr val="193244"/>
                </a:solidFill>
                <a:latin typeface="Nimbus Sans"/>
                <a:ea typeface="Nimbus Sans"/>
                <a:cs typeface="Nimbus Sans"/>
              </a:defRPr>
            </a:lvl2pPr>
            <a:lvl3pPr>
              <a:defRPr sz="2550" b="0" i="0">
                <a:solidFill>
                  <a:srgbClr val="193244"/>
                </a:solidFill>
                <a:latin typeface="Nimbus Sans"/>
                <a:ea typeface="Nimbus Sans"/>
                <a:cs typeface="Nimbus Sans"/>
              </a:defRPr>
            </a:lvl3pPr>
            <a:lvl4pPr>
              <a:defRPr sz="2550" b="0" i="0">
                <a:solidFill>
                  <a:srgbClr val="193244"/>
                </a:solidFill>
                <a:latin typeface="Nimbus Sans"/>
                <a:ea typeface="Nimbus Sans"/>
                <a:cs typeface="Nimbus Sans"/>
              </a:defRPr>
            </a:lvl4pPr>
            <a:lvl5pPr>
              <a:defRPr sz="2550" b="0" i="0">
                <a:solidFill>
                  <a:srgbClr val="193244"/>
                </a:solidFill>
                <a:latin typeface="Nimbus Sans"/>
                <a:ea typeface="Nimbus Sans"/>
                <a:cs typeface="Nimbus Sans"/>
              </a:defRPr>
            </a:lvl5pPr>
            <a:lvl6pPr>
              <a:defRPr sz="2550" b="0" i="0">
                <a:solidFill>
                  <a:srgbClr val="193244"/>
                </a:solidFill>
                <a:latin typeface="Nimbus Sans"/>
                <a:ea typeface="Nimbus Sans"/>
                <a:cs typeface="Nimbus Sans"/>
              </a:defRPr>
            </a:lvl6pPr>
            <a:lvl7pPr>
              <a:defRPr sz="2550" b="0" i="0">
                <a:solidFill>
                  <a:srgbClr val="193244"/>
                </a:solidFill>
                <a:latin typeface="Nimbus Sans"/>
                <a:ea typeface="Nimbus Sans"/>
                <a:cs typeface="Nimbus Sans"/>
              </a:defRPr>
            </a:lvl7pPr>
            <a:lvl8pPr>
              <a:defRPr sz="2550" b="0" i="0">
                <a:solidFill>
                  <a:srgbClr val="193244"/>
                </a:solidFill>
                <a:latin typeface="Nimbus Sans"/>
                <a:ea typeface="Nimbus Sans"/>
                <a:cs typeface="Nimbus Sans"/>
              </a:defRPr>
            </a:lvl8pPr>
            <a:lvl9pPr>
              <a:defRPr sz="2550" b="0" i="0">
                <a:solidFill>
                  <a:srgbClr val="193244"/>
                </a:solidFill>
                <a:latin typeface="Nimbus Sans"/>
                <a:ea typeface="Nimbus Sans"/>
                <a:cs typeface="Nimbus Sans"/>
              </a:defRPr>
            </a:lvl9pPr>
          </a:lstStyle>
          <a:p xmlns:a="http://schemas.openxmlformats.org/drawingml/2006/main">
            <a:pPr>
              <a:defRPr sz="2550" b="0" i="0">
                <a:solidFill>
                  <a:srgbClr val="193244"/>
                </a:solidFill>
                <a:latin typeface="Nimbus Sans"/>
                <a:ea typeface="Nimbus Sans"/>
                <a:cs typeface="Nimbus Sans"/>
              </a:defRPr>
            </a:pPr>
            <a:r>
              <a:rPr sz="2550" b="0" i="0">
                <a:solidFill>
                  <a:srgbClr val="193244"/>
                </a:solidFill>
                <a:latin typeface="Nimbus Sans"/>
                <a:ea typeface="Nimbus Sans"/>
                <a:cs typeface="Nimbus Sans"/>
              </a:rPr>
              <a:t>Definir a intenção e os limites.</a:t>
            </a:r>
          </a:p>
          <a:p xmlns:a="http://schemas.openxmlformats.org/drawingml/2006/main">
            <a:pPr>
              <a:defRPr sz="2550" b="0" i="0">
                <a:solidFill>
                  <a:srgbClr val="193244"/>
                </a:solidFill>
                <a:latin typeface="Nimbus Sans"/>
                <a:ea typeface="Nimbus Sans"/>
                <a:cs typeface="Nimbus Sans"/>
              </a:defRPr>
            </a:pPr>
            <a:r>
              <a:rPr sz="2550" b="0" i="0">
                <a:solidFill>
                  <a:srgbClr val="193244"/>
                </a:solidFill>
                <a:latin typeface="Nimbus Sans"/>
                <a:ea typeface="Nimbus Sans"/>
                <a:cs typeface="Nimbus Sans"/>
              </a:rPr>
              <a:t>Coordenar a execução.</a:t>
            </a:r>
          </a:p>
          <a:p xmlns:a="http://schemas.openxmlformats.org/drawingml/2006/main">
            <a:pPr>
              <a:defRPr sz="2550" b="0" i="0">
                <a:solidFill>
                  <a:srgbClr val="193244"/>
                </a:solidFill>
                <a:latin typeface="Nimbus Sans"/>
                <a:ea typeface="Nimbus Sans"/>
                <a:cs typeface="Nimbus Sans"/>
              </a:defRPr>
            </a:pPr>
            <a:r>
              <a:rPr sz="2550" b="0" i="0">
                <a:solidFill>
                  <a:srgbClr val="193244"/>
                </a:solidFill>
                <a:latin typeface="Nimbus Sans"/>
                <a:ea typeface="Nimbus Sans"/>
                <a:cs typeface="Nimbus Sans"/>
              </a:rPr>
              <a:t>Avaliar escolhas e resultados.</a:t>
            </a:r>
          </a:p>
        </p:txBody>
      </p:sp>
      <p:sp>
        <p:nvSpPr>
          <p:cNvPr id="8" name="text-6">
            <a:extLst xmlns:a="http://schemas.openxmlformats.org/drawingml/2006/main">
              <a:ext uri="{FF2B5EF4-FFF2-40B4-BE49-F238E27FC236}">
                <a16:creationId xmlns:a16="http://schemas.microsoft.com/office/drawing/2014/main" id="{C4BC3092-97C9-49A4-95DE-6B671A4F18C0}"/>
              </a:ext>
            </a:extLst>
          </p:cNvPr>
          <p:cNvSpPr>
            <a:spLocks xmlns:a="http://schemas.openxmlformats.org/drawingml/2006/main" noGrp="1"/>
          </p:cNvSpPr>
          <p:nvPr/>
        </p:nvSpPr>
        <p:spPr>
          <a:xfrm xmlns:a="http://schemas.openxmlformats.org/drawingml/2006/main">
            <a:off x="752475" y="5095875"/>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325" b="1" i="0">
                <a:solidFill>
                  <a:srgbClr val="193244"/>
                </a:solidFill>
                <a:latin typeface="Nimbus Mono PS"/>
                <a:ea typeface="Nimbus Mono PS"/>
                <a:cs typeface="Nimbus Mono PS"/>
              </a:defRPr>
            </a:defPPr>
            <a:lvl1pPr>
              <a:defRPr sz="2325" b="1" i="0">
                <a:solidFill>
                  <a:srgbClr val="193244"/>
                </a:solidFill>
                <a:latin typeface="Nimbus Mono PS"/>
                <a:ea typeface="Nimbus Mono PS"/>
                <a:cs typeface="Nimbus Mono PS"/>
              </a:defRPr>
            </a:lvl1pPr>
            <a:lvl2pPr>
              <a:defRPr sz="2325" b="1" i="0">
                <a:solidFill>
                  <a:srgbClr val="193244"/>
                </a:solidFill>
                <a:latin typeface="Nimbus Mono PS"/>
                <a:ea typeface="Nimbus Mono PS"/>
                <a:cs typeface="Nimbus Mono PS"/>
              </a:defRPr>
            </a:lvl2pPr>
            <a:lvl3pPr>
              <a:defRPr sz="2325" b="1" i="0">
                <a:solidFill>
                  <a:srgbClr val="193244"/>
                </a:solidFill>
                <a:latin typeface="Nimbus Mono PS"/>
                <a:ea typeface="Nimbus Mono PS"/>
                <a:cs typeface="Nimbus Mono PS"/>
              </a:defRPr>
            </a:lvl3pPr>
            <a:lvl4pPr>
              <a:defRPr sz="2325" b="1" i="0">
                <a:solidFill>
                  <a:srgbClr val="193244"/>
                </a:solidFill>
                <a:latin typeface="Nimbus Mono PS"/>
                <a:ea typeface="Nimbus Mono PS"/>
                <a:cs typeface="Nimbus Mono PS"/>
              </a:defRPr>
            </a:lvl4pPr>
            <a:lvl5pPr>
              <a:defRPr sz="2325" b="1" i="0">
                <a:solidFill>
                  <a:srgbClr val="193244"/>
                </a:solidFill>
                <a:latin typeface="Nimbus Mono PS"/>
                <a:ea typeface="Nimbus Mono PS"/>
                <a:cs typeface="Nimbus Mono PS"/>
              </a:defRPr>
            </a:lvl5pPr>
            <a:lvl6pPr>
              <a:defRPr sz="2325" b="1" i="0">
                <a:solidFill>
                  <a:srgbClr val="193244"/>
                </a:solidFill>
                <a:latin typeface="Nimbus Mono PS"/>
                <a:ea typeface="Nimbus Mono PS"/>
                <a:cs typeface="Nimbus Mono PS"/>
              </a:defRPr>
            </a:lvl6pPr>
            <a:lvl7pPr>
              <a:defRPr sz="2325" b="1" i="0">
                <a:solidFill>
                  <a:srgbClr val="193244"/>
                </a:solidFill>
                <a:latin typeface="Nimbus Mono PS"/>
                <a:ea typeface="Nimbus Mono PS"/>
                <a:cs typeface="Nimbus Mono PS"/>
              </a:defRPr>
            </a:lvl7pPr>
            <a:lvl8pPr>
              <a:defRPr sz="2325" b="1" i="0">
                <a:solidFill>
                  <a:srgbClr val="193244"/>
                </a:solidFill>
                <a:latin typeface="Nimbus Mono PS"/>
                <a:ea typeface="Nimbus Mono PS"/>
                <a:cs typeface="Nimbus Mono PS"/>
              </a:defRPr>
            </a:lvl8pPr>
            <a:lvl9pPr>
              <a:defRPr sz="2325" b="1" i="0">
                <a:solidFill>
                  <a:srgbClr val="193244"/>
                </a:solidFill>
                <a:latin typeface="Nimbus Mono PS"/>
                <a:ea typeface="Nimbus Mono PS"/>
                <a:cs typeface="Nimbus Mono PS"/>
              </a:defRPr>
            </a:lvl9pPr>
          </a:lstStyle>
          <a:p xmlns:a="http://schemas.openxmlformats.org/drawingml/2006/main">
            <a:pPr>
              <a:defRPr sz="2325" b="1" i="0">
                <a:solidFill>
                  <a:srgbClr val="193244"/>
                </a:solidFill>
                <a:latin typeface="Nimbus Mono PS"/>
                <a:ea typeface="Nimbus Mono PS"/>
                <a:cs typeface="Nimbus Mono PS"/>
              </a:defRPr>
            </a:pPr>
            <a:r>
              <a:rPr sz="2325" b="1" i="0">
                <a:solidFill>
                  <a:srgbClr val="193244"/>
                </a:solidFill>
                <a:latin typeface="Nimbus Mono PS"/>
                <a:ea typeface="Nimbus Mono PS"/>
                <a:cs typeface="Nimbus Mono PS"/>
              </a:rPr>
              <a:t>O repertório continua necessário</a:t>
            </a:r>
          </a:p>
        </p:txBody>
      </p:sp>
      <p:sp>
        <p:nvSpPr>
          <p:cNvPr id="9" name="text-7">
            <a:extLst xmlns:a="http://schemas.openxmlformats.org/drawingml/2006/main">
              <a:ext uri="{FF2B5EF4-FFF2-40B4-BE49-F238E27FC236}">
                <a16:creationId xmlns:a16="http://schemas.microsoft.com/office/drawing/2014/main" id="{5BF2B13A-DEB9-4CBC-BC25-87111BB3947F}"/>
              </a:ext>
            </a:extLst>
          </p:cNvPr>
          <p:cNvSpPr>
            <a:spLocks xmlns:a="http://schemas.openxmlformats.org/drawingml/2006/main" noGrp="1"/>
          </p:cNvSpPr>
          <p:nvPr/>
        </p:nvSpPr>
        <p:spPr>
          <a:xfrm xmlns:a="http://schemas.openxmlformats.org/drawingml/2006/main">
            <a:off x="752475" y="5667375"/>
            <a:ext cx="5905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325" b="0" i="0">
                <a:solidFill>
                  <a:srgbClr val="193244"/>
                </a:solidFill>
                <a:latin typeface="Nimbus Sans"/>
                <a:ea typeface="Nimbus Sans"/>
                <a:cs typeface="Nimbus Sans"/>
              </a:defRPr>
            </a:defPPr>
            <a:lvl1pPr>
              <a:defRPr sz="2325" b="0" i="0">
                <a:solidFill>
                  <a:srgbClr val="193244"/>
                </a:solidFill>
                <a:latin typeface="Nimbus Sans"/>
                <a:ea typeface="Nimbus Sans"/>
                <a:cs typeface="Nimbus Sans"/>
              </a:defRPr>
            </a:lvl1pPr>
            <a:lvl2pPr>
              <a:defRPr sz="2325" b="0" i="0">
                <a:solidFill>
                  <a:srgbClr val="193244"/>
                </a:solidFill>
                <a:latin typeface="Nimbus Sans"/>
                <a:ea typeface="Nimbus Sans"/>
                <a:cs typeface="Nimbus Sans"/>
              </a:defRPr>
            </a:lvl2pPr>
            <a:lvl3pPr>
              <a:defRPr sz="2325" b="0" i="0">
                <a:solidFill>
                  <a:srgbClr val="193244"/>
                </a:solidFill>
                <a:latin typeface="Nimbus Sans"/>
                <a:ea typeface="Nimbus Sans"/>
                <a:cs typeface="Nimbus Sans"/>
              </a:defRPr>
            </a:lvl3pPr>
            <a:lvl4pPr>
              <a:defRPr sz="2325" b="0" i="0">
                <a:solidFill>
                  <a:srgbClr val="193244"/>
                </a:solidFill>
                <a:latin typeface="Nimbus Sans"/>
                <a:ea typeface="Nimbus Sans"/>
                <a:cs typeface="Nimbus Sans"/>
              </a:defRPr>
            </a:lvl4pPr>
            <a:lvl5pPr>
              <a:defRPr sz="2325" b="0" i="0">
                <a:solidFill>
                  <a:srgbClr val="193244"/>
                </a:solidFill>
                <a:latin typeface="Nimbus Sans"/>
                <a:ea typeface="Nimbus Sans"/>
                <a:cs typeface="Nimbus Sans"/>
              </a:defRPr>
            </a:lvl5pPr>
            <a:lvl6pPr>
              <a:defRPr sz="2325" b="0" i="0">
                <a:solidFill>
                  <a:srgbClr val="193244"/>
                </a:solidFill>
                <a:latin typeface="Nimbus Sans"/>
                <a:ea typeface="Nimbus Sans"/>
                <a:cs typeface="Nimbus Sans"/>
              </a:defRPr>
            </a:lvl6pPr>
            <a:lvl7pPr>
              <a:defRPr sz="2325" b="0" i="0">
                <a:solidFill>
                  <a:srgbClr val="193244"/>
                </a:solidFill>
                <a:latin typeface="Nimbus Sans"/>
                <a:ea typeface="Nimbus Sans"/>
                <a:cs typeface="Nimbus Sans"/>
              </a:defRPr>
            </a:lvl7pPr>
            <a:lvl8pPr>
              <a:defRPr sz="2325" b="0" i="0">
                <a:solidFill>
                  <a:srgbClr val="193244"/>
                </a:solidFill>
                <a:latin typeface="Nimbus Sans"/>
                <a:ea typeface="Nimbus Sans"/>
                <a:cs typeface="Nimbus Sans"/>
              </a:defRPr>
            </a:lvl8pPr>
            <a:lvl9pPr>
              <a:defRPr sz="2325" b="0" i="0">
                <a:solidFill>
                  <a:srgbClr val="193244"/>
                </a:solidFill>
                <a:latin typeface="Nimbus Sans"/>
                <a:ea typeface="Nimbus Sans"/>
                <a:cs typeface="Nimbus Sans"/>
              </a:defRPr>
            </a:lvl9pPr>
          </a:lstStyle>
          <a:p xmlns:a="http://schemas.openxmlformats.org/drawingml/2006/main">
            <a:pPr>
              <a:defRPr sz="2325" b="0" i="0">
                <a:solidFill>
                  <a:srgbClr val="193244"/>
                </a:solidFill>
                <a:latin typeface="Nimbus Sans"/>
                <a:ea typeface="Nimbus Sans"/>
                <a:cs typeface="Nimbus Sans"/>
              </a:defRPr>
            </a:pPr>
            <a:r>
              <a:rPr sz="2325" b="0" i="0">
                <a:solidFill>
                  <a:srgbClr val="193244"/>
                </a:solidFill>
                <a:latin typeface="Nimbus Sans"/>
                <a:ea typeface="Nimbus Sans"/>
                <a:cs typeface="Nimbus Sans"/>
              </a:rPr>
              <a:t>Você pode delegar código e ainda precisa julgar dados, arquitetura, métodos e validação.</a:t>
            </a:r>
          </a:p>
        </p:txBody>
      </p:sp>
      <p:pic>
        <p:nvPicPr>
          <p:cNvPr id="10" name="">
            <a:extLst xmlns:a="http://schemas.openxmlformats.org/drawingml/2006/main">
              <a:ext uri="{FF2B5EF4-FFF2-40B4-BE49-F238E27FC236}">
                <a16:creationId xmlns:a16="http://schemas.microsoft.com/office/drawing/2014/main" id="{3AC13E6C-5FB0-4DC6-B8ED-DA81541204D2}"/>
              </a:ext>
            </a:extLst>
          </p:cNvPr>
          <p:cNvPicPr>
            <a:picLocks xmlns:a="http://schemas.openxmlformats.org/drawingml/2006/main" noChangeAspect="1"/>
          </p:cNvPicPr>
          <p:nvPr/>
        </p:nvPicPr>
        <p:blipFill>
          <a:blip xmlns:r="http://schemas.openxmlformats.org/officeDocument/2006/relationships" xmlns:a="http://schemas.openxmlformats.org/drawingml/2006/main" r:embed="Rfe7b6e83bf034f64"/>
          <a:stretch xmlns:a="http://schemas.openxmlformats.org/drawingml/2006/main"/>
        </p:blipFill>
        <p:spPr>
          <a:xfrm xmlns:a="http://schemas.openxmlformats.org/drawingml/2006/main">
            <a:off x="7000875" y="2232025"/>
            <a:ext cx="7762875" cy="5175250"/>
          </a:xfrm>
          <a:prstGeom xmlns:a="http://schemas.openxmlformats.org/drawingml/2006/main" prst="rect">
            <a:avLst/>
          </a:prstGeom>
        </p:spPr>
      </p:pic>
      <p:sp>
        <p:nvSpPr>
          <p:cNvPr id="11" name="text-8">
            <a:extLst xmlns:a="http://schemas.openxmlformats.org/drawingml/2006/main">
              <a:ext uri="{FF2B5EF4-FFF2-40B4-BE49-F238E27FC236}">
                <a16:creationId xmlns:a16="http://schemas.microsoft.com/office/drawing/2014/main" id="{DBB16045-C338-4631-90FE-C9DD01CF0B5A}"/>
              </a:ext>
            </a:extLst>
          </p:cNvPr>
          <p:cNvSpPr>
            <a:spLocks xmlns:a="http://schemas.openxmlformats.org/drawingml/2006/main" noGrp="1"/>
          </p:cNvSpPr>
          <p:nvPr/>
        </p:nvSpPr>
        <p:spPr>
          <a:xfrm xmlns:a="http://schemas.openxmlformats.org/drawingml/2006/main">
            <a:off x="762000" y="7410450"/>
            <a:ext cx="13287375"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400" b="0" i="1">
                <a:solidFill>
                  <a:srgbClr val="B9502E"/>
                </a:solidFill>
                <a:latin typeface="Nimbus Sans"/>
                <a:ea typeface="Nimbus Sans"/>
                <a:cs typeface="Nimbus Sans"/>
              </a:defRPr>
            </a:defPPr>
            <a:lvl1pPr>
              <a:defRPr sz="2400" b="0" i="1">
                <a:solidFill>
                  <a:srgbClr val="B9502E"/>
                </a:solidFill>
                <a:latin typeface="Nimbus Sans"/>
                <a:ea typeface="Nimbus Sans"/>
                <a:cs typeface="Nimbus Sans"/>
              </a:defRPr>
            </a:lvl1pPr>
            <a:lvl2pPr>
              <a:defRPr sz="2400" b="0" i="1">
                <a:solidFill>
                  <a:srgbClr val="B9502E"/>
                </a:solidFill>
                <a:latin typeface="Nimbus Sans"/>
                <a:ea typeface="Nimbus Sans"/>
                <a:cs typeface="Nimbus Sans"/>
              </a:defRPr>
            </a:lvl2pPr>
            <a:lvl3pPr>
              <a:defRPr sz="2400" b="0" i="1">
                <a:solidFill>
                  <a:srgbClr val="B9502E"/>
                </a:solidFill>
                <a:latin typeface="Nimbus Sans"/>
                <a:ea typeface="Nimbus Sans"/>
                <a:cs typeface="Nimbus Sans"/>
              </a:defRPr>
            </a:lvl3pPr>
            <a:lvl4pPr>
              <a:defRPr sz="2400" b="0" i="1">
                <a:solidFill>
                  <a:srgbClr val="B9502E"/>
                </a:solidFill>
                <a:latin typeface="Nimbus Sans"/>
                <a:ea typeface="Nimbus Sans"/>
                <a:cs typeface="Nimbus Sans"/>
              </a:defRPr>
            </a:lvl4pPr>
            <a:lvl5pPr>
              <a:defRPr sz="2400" b="0" i="1">
                <a:solidFill>
                  <a:srgbClr val="B9502E"/>
                </a:solidFill>
                <a:latin typeface="Nimbus Sans"/>
                <a:ea typeface="Nimbus Sans"/>
                <a:cs typeface="Nimbus Sans"/>
              </a:defRPr>
            </a:lvl5pPr>
            <a:lvl6pPr>
              <a:defRPr sz="2400" b="0" i="1">
                <a:solidFill>
                  <a:srgbClr val="B9502E"/>
                </a:solidFill>
                <a:latin typeface="Nimbus Sans"/>
                <a:ea typeface="Nimbus Sans"/>
                <a:cs typeface="Nimbus Sans"/>
              </a:defRPr>
            </a:lvl6pPr>
            <a:lvl7pPr>
              <a:defRPr sz="2400" b="0" i="1">
                <a:solidFill>
                  <a:srgbClr val="B9502E"/>
                </a:solidFill>
                <a:latin typeface="Nimbus Sans"/>
                <a:ea typeface="Nimbus Sans"/>
                <a:cs typeface="Nimbus Sans"/>
              </a:defRPr>
            </a:lvl7pPr>
            <a:lvl8pPr>
              <a:defRPr sz="2400" b="0" i="1">
                <a:solidFill>
                  <a:srgbClr val="B9502E"/>
                </a:solidFill>
                <a:latin typeface="Nimbus Sans"/>
                <a:ea typeface="Nimbus Sans"/>
                <a:cs typeface="Nimbus Sans"/>
              </a:defRPr>
            </a:lvl8pPr>
            <a:lvl9pPr>
              <a:defRPr sz="2400" b="0" i="1">
                <a:solidFill>
                  <a:srgbClr val="B9502E"/>
                </a:solidFill>
                <a:latin typeface="Nimbus Sans"/>
                <a:ea typeface="Nimbus Sans"/>
                <a:cs typeface="Nimbus Sans"/>
              </a:defRPr>
            </a:lvl9pPr>
          </a:lstStyle>
          <a:p xmlns:a="http://schemas.openxmlformats.org/drawingml/2006/main">
            <a:pPr>
              <a:defRPr sz="2400" b="0" i="1">
                <a:solidFill>
                  <a:srgbClr val="B9502E"/>
                </a:solidFill>
                <a:latin typeface="Nimbus Sans"/>
                <a:ea typeface="Nimbus Sans"/>
                <a:cs typeface="Nimbus Sans"/>
              </a:defRPr>
            </a:pPr>
            <a:r>
              <a:rPr sz="2400" b="0" i="1">
                <a:solidFill>
                  <a:srgbClr val="B9502E"/>
                </a:solidFill>
                <a:latin typeface="Nimbus Sans"/>
                <a:ea typeface="Nimbus Sans"/>
                <a:cs typeface="Nimbus Sans"/>
              </a:rPr>
              <a:t>O filme carrega a assinatura de quem dirige.</a:t>
            </a:r>
          </a:p>
        </p:txBody>
      </p:sp>
    </p:spTree>
    <p:extLst>
      <p:ext uri="{BB962C8B-B14F-4D97-AF65-F5344CB8AC3E}">
        <p14:creationId xmlns:p14="http://schemas.microsoft.com/office/powerpoint/2010/main" val="1394200528"/>
      </p:ext>
    </p:extLst>
  </p:cSld>
</p:sld>
</file>

<file path=ppt/slides/slide7.xml><?xml version="1.0" encoding="utf-8"?>
<p:sld xmlns:p="http://schemas.openxmlformats.org/presentationml/2006/main">
  <p:cSld>
    <p:bg>
      <p:bgPr>
        <a:solidFill xmlns:a="http://schemas.openxmlformats.org/drawingml/2006/main">
          <a:srgbClr val="FCFAF5"/>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82D6EC57-2E9C-4FF2-A885-237AAAD5EAD7}"/>
              </a:ext>
            </a:extLst>
          </p:cNvPr>
          <p:cNvPicPr>
            <a:picLocks xmlns:a="http://schemas.openxmlformats.org/drawingml/2006/main" noChangeAspect="1"/>
          </p:cNvPicPr>
          <p:nvPr/>
        </p:nvPicPr>
        <p:blipFill>
          <a:blip xmlns:r="http://schemas.openxmlformats.org/officeDocument/2006/relationships" xmlns:a="http://schemas.openxmlformats.org/drawingml/2006/main" r:embed="Rd40c116ed22246fc"/>
          <a:srcRect xmlns:a="http://schemas.openxmlformats.org/drawingml/2006/main" l="0" t="27" r="0" b="27"/>
          <a:stretch xmlns:a="http://schemas.openxmlformats.org/drawingml/2006/main">
            <a:fillRect l="0" t="0" r="0" b="0"/>
          </a:stretch>
        </p:blipFill>
        <p:spPr>
          <a:xfrm xmlns:a="http://schemas.openxmlformats.org/drawingml/2006/main">
            <a:off x="0" y="0"/>
            <a:ext cx="15240000" cy="8572500"/>
          </a:xfrm>
          <a:prstGeom xmlns:a="http://schemas.openxmlformats.org/drawingml/2006/main" prst="rect">
            <a:avLst/>
          </a:prstGeom>
        </p:spPr>
      </p:pic>
      <p:sp>
        <p:nvSpPr>
          <p:cNvPr id="2" name="text-0">
            <a:extLst xmlns:a="http://schemas.openxmlformats.org/drawingml/2006/main">
              <a:ext uri="{FF2B5EF4-FFF2-40B4-BE49-F238E27FC236}">
                <a16:creationId xmlns:a16="http://schemas.microsoft.com/office/drawing/2014/main" id="{1D9DA7DB-EF3E-4AA5-8F82-DB785720748B}"/>
              </a:ext>
            </a:extLst>
          </p:cNvPr>
          <p:cNvSpPr>
            <a:spLocks xmlns:a="http://schemas.openxmlformats.org/drawingml/2006/main" noGrp="1"/>
          </p:cNvSpPr>
          <p:nvPr/>
        </p:nvSpPr>
        <p:spPr>
          <a:xfrm xmlns:a="http://schemas.openxmlformats.org/drawingml/2006/main">
            <a:off x="723900" y="523875"/>
            <a:ext cx="137922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75" b="1" i="0">
                <a:solidFill>
                  <a:srgbClr val="193244"/>
                </a:solidFill>
                <a:latin typeface="Nimbus Mono PS"/>
                <a:ea typeface="Nimbus Mono PS"/>
                <a:cs typeface="Nimbus Mono PS"/>
              </a:defRPr>
            </a:defPPr>
            <a:lvl1pPr>
              <a:defRPr sz="3375" b="1" i="0">
                <a:solidFill>
                  <a:srgbClr val="193244"/>
                </a:solidFill>
                <a:latin typeface="Nimbus Mono PS"/>
                <a:ea typeface="Nimbus Mono PS"/>
                <a:cs typeface="Nimbus Mono PS"/>
              </a:defRPr>
            </a:lvl1pPr>
            <a:lvl2pPr>
              <a:defRPr sz="3375" b="1" i="0">
                <a:solidFill>
                  <a:srgbClr val="193244"/>
                </a:solidFill>
                <a:latin typeface="Nimbus Mono PS"/>
                <a:ea typeface="Nimbus Mono PS"/>
                <a:cs typeface="Nimbus Mono PS"/>
              </a:defRPr>
            </a:lvl2pPr>
            <a:lvl3pPr>
              <a:defRPr sz="3375" b="1" i="0">
                <a:solidFill>
                  <a:srgbClr val="193244"/>
                </a:solidFill>
                <a:latin typeface="Nimbus Mono PS"/>
                <a:ea typeface="Nimbus Mono PS"/>
                <a:cs typeface="Nimbus Mono PS"/>
              </a:defRPr>
            </a:lvl3pPr>
            <a:lvl4pPr>
              <a:defRPr sz="3375" b="1" i="0">
                <a:solidFill>
                  <a:srgbClr val="193244"/>
                </a:solidFill>
                <a:latin typeface="Nimbus Mono PS"/>
                <a:ea typeface="Nimbus Mono PS"/>
                <a:cs typeface="Nimbus Mono PS"/>
              </a:defRPr>
            </a:lvl4pPr>
            <a:lvl5pPr>
              <a:defRPr sz="3375" b="1" i="0">
                <a:solidFill>
                  <a:srgbClr val="193244"/>
                </a:solidFill>
                <a:latin typeface="Nimbus Mono PS"/>
                <a:ea typeface="Nimbus Mono PS"/>
                <a:cs typeface="Nimbus Mono PS"/>
              </a:defRPr>
            </a:lvl5pPr>
            <a:lvl6pPr>
              <a:defRPr sz="3375" b="1" i="0">
                <a:solidFill>
                  <a:srgbClr val="193244"/>
                </a:solidFill>
                <a:latin typeface="Nimbus Mono PS"/>
                <a:ea typeface="Nimbus Mono PS"/>
                <a:cs typeface="Nimbus Mono PS"/>
              </a:defRPr>
            </a:lvl6pPr>
            <a:lvl7pPr>
              <a:defRPr sz="3375" b="1" i="0">
                <a:solidFill>
                  <a:srgbClr val="193244"/>
                </a:solidFill>
                <a:latin typeface="Nimbus Mono PS"/>
                <a:ea typeface="Nimbus Mono PS"/>
                <a:cs typeface="Nimbus Mono PS"/>
              </a:defRPr>
            </a:lvl7pPr>
            <a:lvl8pPr>
              <a:defRPr sz="3375" b="1" i="0">
                <a:solidFill>
                  <a:srgbClr val="193244"/>
                </a:solidFill>
                <a:latin typeface="Nimbus Mono PS"/>
                <a:ea typeface="Nimbus Mono PS"/>
                <a:cs typeface="Nimbus Mono PS"/>
              </a:defRPr>
            </a:lvl8pPr>
            <a:lvl9pPr>
              <a:defRPr sz="3375" b="1" i="0">
                <a:solidFill>
                  <a:srgbClr val="193244"/>
                </a:solidFill>
                <a:latin typeface="Nimbus Mono PS"/>
                <a:ea typeface="Nimbus Mono PS"/>
                <a:cs typeface="Nimbus Mono PS"/>
              </a:defRPr>
            </a:lvl9pPr>
          </a:lstStyle>
          <a:p xmlns:a="http://schemas.openxmlformats.org/drawingml/2006/main">
            <a:pPr>
              <a:defRPr sz="3375" b="1" i="0">
                <a:solidFill>
                  <a:srgbClr val="193244"/>
                </a:solidFill>
                <a:latin typeface="Nimbus Mono PS"/>
                <a:ea typeface="Nimbus Mono PS"/>
                <a:cs typeface="Nimbus Mono PS"/>
              </a:defRPr>
            </a:pPr>
            <a:r>
              <a:rPr sz="3375" b="1" i="0">
                <a:solidFill>
                  <a:srgbClr val="193244"/>
                </a:solidFill>
                <a:latin typeface="Nimbus Mono PS"/>
                <a:ea typeface="Nimbus Mono PS"/>
                <a:cs typeface="Nimbus Mono PS"/>
              </a:rPr>
              <a:t>A batalha dos Hadoukens de Markdown</a:t>
            </a:r>
          </a:p>
        </p:txBody>
      </p:sp>
      <p:sp>
        <p:nvSpPr>
          <p:cNvPr id="3" name="text-1">
            <a:extLst xmlns:a="http://schemas.openxmlformats.org/drawingml/2006/main">
              <a:ext uri="{FF2B5EF4-FFF2-40B4-BE49-F238E27FC236}">
                <a16:creationId xmlns:a16="http://schemas.microsoft.com/office/drawing/2014/main" id="{0FE94A95-8D92-44F5-8716-4EEB0627D51D}"/>
              </a:ext>
            </a:extLst>
          </p:cNvPr>
          <p:cNvSpPr>
            <a:spLocks xmlns:a="http://schemas.openxmlformats.org/drawingml/2006/main" noGrp="1"/>
          </p:cNvSpPr>
          <p:nvPr/>
        </p:nvSpPr>
        <p:spPr>
          <a:xfrm xmlns:a="http://schemas.openxmlformats.org/drawingml/2006/main">
            <a:off x="742950" y="1428750"/>
            <a:ext cx="13620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0" i="0">
                <a:solidFill>
                  <a:srgbClr val="54656D"/>
                </a:solidFill>
                <a:latin typeface="Nimbus Sans"/>
                <a:ea typeface="Nimbus Sans"/>
                <a:cs typeface="Nimbus Sans"/>
              </a:defRPr>
            </a:defPPr>
            <a:lvl1pPr>
              <a:defRPr sz="2025" b="0" i="0">
                <a:solidFill>
                  <a:srgbClr val="54656D"/>
                </a:solidFill>
                <a:latin typeface="Nimbus Sans"/>
                <a:ea typeface="Nimbus Sans"/>
                <a:cs typeface="Nimbus Sans"/>
              </a:defRPr>
            </a:lvl1pPr>
            <a:lvl2pPr>
              <a:defRPr sz="2025" b="0" i="0">
                <a:solidFill>
                  <a:srgbClr val="54656D"/>
                </a:solidFill>
                <a:latin typeface="Nimbus Sans"/>
                <a:ea typeface="Nimbus Sans"/>
                <a:cs typeface="Nimbus Sans"/>
              </a:defRPr>
            </a:lvl2pPr>
            <a:lvl3pPr>
              <a:defRPr sz="2025" b="0" i="0">
                <a:solidFill>
                  <a:srgbClr val="54656D"/>
                </a:solidFill>
                <a:latin typeface="Nimbus Sans"/>
                <a:ea typeface="Nimbus Sans"/>
                <a:cs typeface="Nimbus Sans"/>
              </a:defRPr>
            </a:lvl3pPr>
            <a:lvl4pPr>
              <a:defRPr sz="2025" b="0" i="0">
                <a:solidFill>
                  <a:srgbClr val="54656D"/>
                </a:solidFill>
                <a:latin typeface="Nimbus Sans"/>
                <a:ea typeface="Nimbus Sans"/>
                <a:cs typeface="Nimbus Sans"/>
              </a:defRPr>
            </a:lvl4pPr>
            <a:lvl5pPr>
              <a:defRPr sz="2025" b="0" i="0">
                <a:solidFill>
                  <a:srgbClr val="54656D"/>
                </a:solidFill>
                <a:latin typeface="Nimbus Sans"/>
                <a:ea typeface="Nimbus Sans"/>
                <a:cs typeface="Nimbus Sans"/>
              </a:defRPr>
            </a:lvl5pPr>
            <a:lvl6pPr>
              <a:defRPr sz="2025" b="0" i="0">
                <a:solidFill>
                  <a:srgbClr val="54656D"/>
                </a:solidFill>
                <a:latin typeface="Nimbus Sans"/>
                <a:ea typeface="Nimbus Sans"/>
                <a:cs typeface="Nimbus Sans"/>
              </a:defRPr>
            </a:lvl6pPr>
            <a:lvl7pPr>
              <a:defRPr sz="2025" b="0" i="0">
                <a:solidFill>
                  <a:srgbClr val="54656D"/>
                </a:solidFill>
                <a:latin typeface="Nimbus Sans"/>
                <a:ea typeface="Nimbus Sans"/>
                <a:cs typeface="Nimbus Sans"/>
              </a:defRPr>
            </a:lvl7pPr>
            <a:lvl8pPr>
              <a:defRPr sz="2025" b="0" i="0">
                <a:solidFill>
                  <a:srgbClr val="54656D"/>
                </a:solidFill>
                <a:latin typeface="Nimbus Sans"/>
                <a:ea typeface="Nimbus Sans"/>
                <a:cs typeface="Nimbus Sans"/>
              </a:defRPr>
            </a:lvl8pPr>
            <a:lvl9pPr>
              <a:defRPr sz="2025" b="0" i="0">
                <a:solidFill>
                  <a:srgbClr val="54656D"/>
                </a:solidFill>
                <a:latin typeface="Nimbus Sans"/>
                <a:ea typeface="Nimbus Sans"/>
                <a:cs typeface="Nimbus Sans"/>
              </a:defRPr>
            </a:lvl9pPr>
          </a:lstStyle>
          <a:p xmlns:a="http://schemas.openxmlformats.org/drawingml/2006/main">
            <a:pPr>
              <a:defRPr sz="2025" b="0" i="0">
                <a:solidFill>
                  <a:srgbClr val="54656D"/>
                </a:solidFill>
                <a:latin typeface="Nimbus Sans"/>
                <a:ea typeface="Nimbus Sans"/>
                <a:cs typeface="Nimbus Sans"/>
              </a:defRPr>
            </a:pPr>
            <a:r>
              <a:rPr sz="2025" b="0" i="0">
                <a:solidFill>
                  <a:srgbClr val="54656D"/>
                </a:solidFill>
                <a:latin typeface="Nimbus Sans"/>
                <a:ea typeface="Nimbus Sans"/>
                <a:cs typeface="Nimbus Sans"/>
              </a:rPr>
              <a:t>Dois documentos convincentes podem deixar a decisão no mesmo lugar.</a:t>
            </a:r>
          </a:p>
        </p:txBody>
      </p:sp>
      <p:sp>
        <p:nvSpPr>
          <p:cNvPr id="4" name="text-2">
            <a:extLst xmlns:a="http://schemas.openxmlformats.org/drawingml/2006/main">
              <a:ext uri="{FF2B5EF4-FFF2-40B4-BE49-F238E27FC236}">
                <a16:creationId xmlns:a16="http://schemas.microsoft.com/office/drawing/2014/main" id="{725EA6B4-49BF-4785-A63F-DB354D57B178}"/>
              </a:ext>
            </a:extLst>
          </p:cNvPr>
          <p:cNvSpPr>
            <a:spLocks xmlns:a="http://schemas.openxmlformats.org/drawingml/2006/main" noGrp="1"/>
          </p:cNvSpPr>
          <p:nvPr/>
        </p:nvSpPr>
        <p:spPr>
          <a:xfrm xmlns:a="http://schemas.openxmlformats.org/drawingml/2006/main">
            <a:off x="742950" y="8096250"/>
            <a:ext cx="12573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00" b="0" i="0">
                <a:solidFill>
                  <a:srgbClr val="54656D"/>
                </a:solidFill>
                <a:latin typeface="Nimbus Mono PS"/>
                <a:ea typeface="Nimbus Mono PS"/>
                <a:cs typeface="Nimbus Mono PS"/>
              </a:defRPr>
            </a:defPPr>
            <a:lvl1pPr>
              <a:defRPr sz="1200" b="0" i="0">
                <a:solidFill>
                  <a:srgbClr val="54656D"/>
                </a:solidFill>
                <a:latin typeface="Nimbus Mono PS"/>
                <a:ea typeface="Nimbus Mono PS"/>
                <a:cs typeface="Nimbus Mono PS"/>
              </a:defRPr>
            </a:lvl1pPr>
            <a:lvl2pPr>
              <a:defRPr sz="1200" b="0" i="0">
                <a:solidFill>
                  <a:srgbClr val="54656D"/>
                </a:solidFill>
                <a:latin typeface="Nimbus Mono PS"/>
                <a:ea typeface="Nimbus Mono PS"/>
                <a:cs typeface="Nimbus Mono PS"/>
              </a:defRPr>
            </a:lvl2pPr>
            <a:lvl3pPr>
              <a:defRPr sz="1200" b="0" i="0">
                <a:solidFill>
                  <a:srgbClr val="54656D"/>
                </a:solidFill>
                <a:latin typeface="Nimbus Mono PS"/>
                <a:ea typeface="Nimbus Mono PS"/>
                <a:cs typeface="Nimbus Mono PS"/>
              </a:defRPr>
            </a:lvl3pPr>
            <a:lvl4pPr>
              <a:defRPr sz="1200" b="0" i="0">
                <a:solidFill>
                  <a:srgbClr val="54656D"/>
                </a:solidFill>
                <a:latin typeface="Nimbus Mono PS"/>
                <a:ea typeface="Nimbus Mono PS"/>
                <a:cs typeface="Nimbus Mono PS"/>
              </a:defRPr>
            </a:lvl4pPr>
            <a:lvl5pPr>
              <a:defRPr sz="1200" b="0" i="0">
                <a:solidFill>
                  <a:srgbClr val="54656D"/>
                </a:solidFill>
                <a:latin typeface="Nimbus Mono PS"/>
                <a:ea typeface="Nimbus Mono PS"/>
                <a:cs typeface="Nimbus Mono PS"/>
              </a:defRPr>
            </a:lvl5pPr>
            <a:lvl6pPr>
              <a:defRPr sz="1200" b="0" i="0">
                <a:solidFill>
                  <a:srgbClr val="54656D"/>
                </a:solidFill>
                <a:latin typeface="Nimbus Mono PS"/>
                <a:ea typeface="Nimbus Mono PS"/>
                <a:cs typeface="Nimbus Mono PS"/>
              </a:defRPr>
            </a:lvl6pPr>
            <a:lvl7pPr>
              <a:defRPr sz="1200" b="0" i="0">
                <a:solidFill>
                  <a:srgbClr val="54656D"/>
                </a:solidFill>
                <a:latin typeface="Nimbus Mono PS"/>
                <a:ea typeface="Nimbus Mono PS"/>
                <a:cs typeface="Nimbus Mono PS"/>
              </a:defRPr>
            </a:lvl7pPr>
            <a:lvl8pPr>
              <a:defRPr sz="1200" b="0" i="0">
                <a:solidFill>
                  <a:srgbClr val="54656D"/>
                </a:solidFill>
                <a:latin typeface="Nimbus Mono PS"/>
                <a:ea typeface="Nimbus Mono PS"/>
                <a:cs typeface="Nimbus Mono PS"/>
              </a:defRPr>
            </a:lvl8pPr>
            <a:lvl9pPr>
              <a:defRPr sz="1200" b="0" i="0">
                <a:solidFill>
                  <a:srgbClr val="54656D"/>
                </a:solidFill>
                <a:latin typeface="Nimbus Mono PS"/>
                <a:ea typeface="Nimbus Mono PS"/>
                <a:cs typeface="Nimbus Mono PS"/>
              </a:defRPr>
            </a:lvl9pPr>
          </a:lstStyle>
          <a:p xmlns:a="http://schemas.openxmlformats.org/drawingml/2006/main">
            <a:pPr>
              <a:defRPr sz="1200" b="0" i="0">
                <a:solidFill>
                  <a:srgbClr val="54656D"/>
                </a:solidFill>
                <a:latin typeface="Nimbus Mono PS"/>
                <a:ea typeface="Nimbus Mono PS"/>
                <a:cs typeface="Nimbus Mono PS"/>
              </a:defRPr>
            </a:pPr>
            <a:r>
              <a:rPr sz="1200" b="0" i="0">
                <a:solidFill>
                  <a:srgbClr val="54656D"/>
                </a:solidFill>
                <a:latin typeface="Nimbus Mono PS"/>
                <a:ea typeface="Nimbus Mono PS"/>
                <a:cs typeface="Nimbus Mono PS"/>
              </a:rPr>
              <a:t>ANALOGIA  /  SAÍDAS CONCORRENTES</a:t>
            </a:r>
          </a:p>
        </p:txBody>
      </p:sp>
      <p:sp>
        <p:nvSpPr>
          <p:cNvPr id="5" name="text-3">
            <a:extLst xmlns:a="http://schemas.openxmlformats.org/drawingml/2006/main">
              <a:ext uri="{FF2B5EF4-FFF2-40B4-BE49-F238E27FC236}">
                <a16:creationId xmlns:a16="http://schemas.microsoft.com/office/drawing/2014/main" id="{8923D577-6CF2-45DC-B6AA-1B76CF226D65}"/>
              </a:ext>
            </a:extLst>
          </p:cNvPr>
          <p:cNvSpPr>
            <a:spLocks xmlns:a="http://schemas.openxmlformats.org/drawingml/2006/main" noGrp="1"/>
          </p:cNvSpPr>
          <p:nvPr/>
        </p:nvSpPr>
        <p:spPr>
          <a:xfrm xmlns:a="http://schemas.openxmlformats.org/drawingml/2006/main">
            <a:off x="13944600" y="8048625"/>
            <a:ext cx="609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1" i="0">
                <a:solidFill>
                  <a:srgbClr val="B9502E"/>
                </a:solidFill>
                <a:latin typeface="Nimbus Mono PS"/>
                <a:ea typeface="Nimbus Mono PS"/>
                <a:cs typeface="Nimbus Mono PS"/>
              </a:defRPr>
            </a:defPPr>
            <a:lvl1pPr>
              <a:defRPr sz="1800" b="1" i="0">
                <a:solidFill>
                  <a:srgbClr val="B9502E"/>
                </a:solidFill>
                <a:latin typeface="Nimbus Mono PS"/>
                <a:ea typeface="Nimbus Mono PS"/>
                <a:cs typeface="Nimbus Mono PS"/>
              </a:defRPr>
            </a:lvl1pPr>
            <a:lvl2pPr>
              <a:defRPr sz="1800" b="1" i="0">
                <a:solidFill>
                  <a:srgbClr val="B9502E"/>
                </a:solidFill>
                <a:latin typeface="Nimbus Mono PS"/>
                <a:ea typeface="Nimbus Mono PS"/>
                <a:cs typeface="Nimbus Mono PS"/>
              </a:defRPr>
            </a:lvl2pPr>
            <a:lvl3pPr>
              <a:defRPr sz="1800" b="1" i="0">
                <a:solidFill>
                  <a:srgbClr val="B9502E"/>
                </a:solidFill>
                <a:latin typeface="Nimbus Mono PS"/>
                <a:ea typeface="Nimbus Mono PS"/>
                <a:cs typeface="Nimbus Mono PS"/>
              </a:defRPr>
            </a:lvl3pPr>
            <a:lvl4pPr>
              <a:defRPr sz="1800" b="1" i="0">
                <a:solidFill>
                  <a:srgbClr val="B9502E"/>
                </a:solidFill>
                <a:latin typeface="Nimbus Mono PS"/>
                <a:ea typeface="Nimbus Mono PS"/>
                <a:cs typeface="Nimbus Mono PS"/>
              </a:defRPr>
            </a:lvl4pPr>
            <a:lvl5pPr>
              <a:defRPr sz="1800" b="1" i="0">
                <a:solidFill>
                  <a:srgbClr val="B9502E"/>
                </a:solidFill>
                <a:latin typeface="Nimbus Mono PS"/>
                <a:ea typeface="Nimbus Mono PS"/>
                <a:cs typeface="Nimbus Mono PS"/>
              </a:defRPr>
            </a:lvl5pPr>
            <a:lvl6pPr>
              <a:defRPr sz="1800" b="1" i="0">
                <a:solidFill>
                  <a:srgbClr val="B9502E"/>
                </a:solidFill>
                <a:latin typeface="Nimbus Mono PS"/>
                <a:ea typeface="Nimbus Mono PS"/>
                <a:cs typeface="Nimbus Mono PS"/>
              </a:defRPr>
            </a:lvl6pPr>
            <a:lvl7pPr>
              <a:defRPr sz="1800" b="1" i="0">
                <a:solidFill>
                  <a:srgbClr val="B9502E"/>
                </a:solidFill>
                <a:latin typeface="Nimbus Mono PS"/>
                <a:ea typeface="Nimbus Mono PS"/>
                <a:cs typeface="Nimbus Mono PS"/>
              </a:defRPr>
            </a:lvl7pPr>
            <a:lvl8pPr>
              <a:defRPr sz="1800" b="1" i="0">
                <a:solidFill>
                  <a:srgbClr val="B9502E"/>
                </a:solidFill>
                <a:latin typeface="Nimbus Mono PS"/>
                <a:ea typeface="Nimbus Mono PS"/>
                <a:cs typeface="Nimbus Mono PS"/>
              </a:defRPr>
            </a:lvl8pPr>
            <a:lvl9pPr>
              <a:defRPr sz="1800" b="1" i="0">
                <a:solidFill>
                  <a:srgbClr val="B9502E"/>
                </a:solidFill>
                <a:latin typeface="Nimbus Mono PS"/>
                <a:ea typeface="Nimbus Mono PS"/>
                <a:cs typeface="Nimbus Mono PS"/>
              </a:defRPr>
            </a:lvl9pPr>
          </a:lstStyle>
          <a:p xmlns:a="http://schemas.openxmlformats.org/drawingml/2006/main">
            <a:pPr>
              <a:defRPr sz="1800" b="1" i="0">
                <a:solidFill>
                  <a:srgbClr val="B9502E"/>
                </a:solidFill>
                <a:latin typeface="Nimbus Mono PS"/>
                <a:ea typeface="Nimbus Mono PS"/>
                <a:cs typeface="Nimbus Mono PS"/>
              </a:defRPr>
            </a:pPr>
            <a:r>
              <a:rPr sz="1800" b="1" i="0">
                <a:solidFill>
                  <a:srgbClr val="B9502E"/>
                </a:solidFill>
                <a:latin typeface="Nimbus Mono PS"/>
                <a:ea typeface="Nimbus Mono PS"/>
                <a:cs typeface="Nimbus Mono PS"/>
              </a:rPr>
              <a:t>07</a:t>
            </a:r>
          </a:p>
        </p:txBody>
      </p:sp>
      <p:pic>
        <p:nvPicPr>
          <p:cNvPr id="6" name="">
            <a:extLst xmlns:a="http://schemas.openxmlformats.org/drawingml/2006/main">
              <a:ext uri="{FF2B5EF4-FFF2-40B4-BE49-F238E27FC236}">
                <a16:creationId xmlns:a16="http://schemas.microsoft.com/office/drawing/2014/main" id="{FA94822A-FE7F-40A1-A6A6-43D6FF3CC27D}"/>
              </a:ext>
            </a:extLst>
          </p:cNvPr>
          <p:cNvPicPr>
            <a:picLocks xmlns:a="http://schemas.openxmlformats.org/drawingml/2006/main" noChangeAspect="1"/>
          </p:cNvPicPr>
          <p:nvPr/>
        </p:nvPicPr>
        <p:blipFill>
          <a:blip xmlns:r="http://schemas.openxmlformats.org/officeDocument/2006/relationships" xmlns:a="http://schemas.openxmlformats.org/drawingml/2006/main" r:embed="Rb1470bc1d1244988"/>
          <a:srcRect xmlns:a="http://schemas.openxmlformats.org/drawingml/2006/main" l="0" t="17000" r="0" b="17000"/>
          <a:stretch xmlns:a="http://schemas.openxmlformats.org/drawingml/2006/main"/>
        </p:blipFill>
        <p:spPr>
          <a:xfrm xmlns:a="http://schemas.openxmlformats.org/drawingml/2006/main">
            <a:off x="723900" y="2095500"/>
            <a:ext cx="13811250" cy="3638550"/>
          </a:xfrm>
          <a:prstGeom xmlns:a="http://schemas.openxmlformats.org/drawingml/2006/main" prst="rect">
            <a:avLst/>
          </a:prstGeom>
        </p:spPr>
      </p:pic>
      <p:sp>
        <p:nvSpPr>
          <p:cNvPr id="7" name="text-4">
            <a:extLst xmlns:a="http://schemas.openxmlformats.org/drawingml/2006/main">
              <a:ext uri="{FF2B5EF4-FFF2-40B4-BE49-F238E27FC236}">
                <a16:creationId xmlns:a16="http://schemas.microsoft.com/office/drawing/2014/main" id="{6859262B-E9FE-4676-ADE6-37210DFC17B8}"/>
              </a:ext>
            </a:extLst>
          </p:cNvPr>
          <p:cNvSpPr>
            <a:spLocks xmlns:a="http://schemas.openxmlformats.org/drawingml/2006/main" noGrp="1"/>
          </p:cNvSpPr>
          <p:nvPr/>
        </p:nvSpPr>
        <p:spPr>
          <a:xfrm xmlns:a="http://schemas.openxmlformats.org/drawingml/2006/main">
            <a:off x="771525" y="5857875"/>
            <a:ext cx="5238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400" b="1" i="0">
                <a:solidFill>
                  <a:srgbClr val="2C617B"/>
                </a:solidFill>
                <a:latin typeface="Nimbus Mono PS"/>
                <a:ea typeface="Nimbus Mono PS"/>
                <a:cs typeface="Nimbus Mono PS"/>
              </a:defRPr>
            </a:defPPr>
            <a:lvl1pPr>
              <a:defRPr sz="2400" b="1" i="0">
                <a:solidFill>
                  <a:srgbClr val="2C617B"/>
                </a:solidFill>
                <a:latin typeface="Nimbus Mono PS"/>
                <a:ea typeface="Nimbus Mono PS"/>
                <a:cs typeface="Nimbus Mono PS"/>
              </a:defRPr>
            </a:lvl1pPr>
            <a:lvl2pPr>
              <a:defRPr sz="2400" b="1" i="0">
                <a:solidFill>
                  <a:srgbClr val="2C617B"/>
                </a:solidFill>
                <a:latin typeface="Nimbus Mono PS"/>
                <a:ea typeface="Nimbus Mono PS"/>
                <a:cs typeface="Nimbus Mono PS"/>
              </a:defRPr>
            </a:lvl2pPr>
            <a:lvl3pPr>
              <a:defRPr sz="2400" b="1" i="0">
                <a:solidFill>
                  <a:srgbClr val="2C617B"/>
                </a:solidFill>
                <a:latin typeface="Nimbus Mono PS"/>
                <a:ea typeface="Nimbus Mono PS"/>
                <a:cs typeface="Nimbus Mono PS"/>
              </a:defRPr>
            </a:lvl3pPr>
            <a:lvl4pPr>
              <a:defRPr sz="2400" b="1" i="0">
                <a:solidFill>
                  <a:srgbClr val="2C617B"/>
                </a:solidFill>
                <a:latin typeface="Nimbus Mono PS"/>
                <a:ea typeface="Nimbus Mono PS"/>
                <a:cs typeface="Nimbus Mono PS"/>
              </a:defRPr>
            </a:lvl4pPr>
            <a:lvl5pPr>
              <a:defRPr sz="2400" b="1" i="0">
                <a:solidFill>
                  <a:srgbClr val="2C617B"/>
                </a:solidFill>
                <a:latin typeface="Nimbus Mono PS"/>
                <a:ea typeface="Nimbus Mono PS"/>
                <a:cs typeface="Nimbus Mono PS"/>
              </a:defRPr>
            </a:lvl5pPr>
            <a:lvl6pPr>
              <a:defRPr sz="2400" b="1" i="0">
                <a:solidFill>
                  <a:srgbClr val="2C617B"/>
                </a:solidFill>
                <a:latin typeface="Nimbus Mono PS"/>
                <a:ea typeface="Nimbus Mono PS"/>
                <a:cs typeface="Nimbus Mono PS"/>
              </a:defRPr>
            </a:lvl6pPr>
            <a:lvl7pPr>
              <a:defRPr sz="2400" b="1" i="0">
                <a:solidFill>
                  <a:srgbClr val="2C617B"/>
                </a:solidFill>
                <a:latin typeface="Nimbus Mono PS"/>
                <a:ea typeface="Nimbus Mono PS"/>
                <a:cs typeface="Nimbus Mono PS"/>
              </a:defRPr>
            </a:lvl7pPr>
            <a:lvl8pPr>
              <a:defRPr sz="2400" b="1" i="0">
                <a:solidFill>
                  <a:srgbClr val="2C617B"/>
                </a:solidFill>
                <a:latin typeface="Nimbus Mono PS"/>
                <a:ea typeface="Nimbus Mono PS"/>
                <a:cs typeface="Nimbus Mono PS"/>
              </a:defRPr>
            </a:lvl8pPr>
            <a:lvl9pPr>
              <a:defRPr sz="2400" b="1" i="0">
                <a:solidFill>
                  <a:srgbClr val="2C617B"/>
                </a:solidFill>
                <a:latin typeface="Nimbus Mono PS"/>
                <a:ea typeface="Nimbus Mono PS"/>
                <a:cs typeface="Nimbus Mono PS"/>
              </a:defRPr>
            </a:lvl9pPr>
          </a:lstStyle>
          <a:p xmlns:a="http://schemas.openxmlformats.org/drawingml/2006/main">
            <a:pPr>
              <a:defRPr sz="2400" b="1" i="0">
                <a:solidFill>
                  <a:srgbClr val="2C617B"/>
                </a:solidFill>
                <a:latin typeface="Nimbus Mono PS"/>
                <a:ea typeface="Nimbus Mono PS"/>
                <a:cs typeface="Nimbus Mono PS"/>
              </a:defRPr>
            </a:pPr>
            <a:r>
              <a:rPr sz="2400" b="1" i="0">
                <a:solidFill>
                  <a:srgbClr val="2C617B"/>
                </a:solidFill>
                <a:latin typeface="Nimbus Mono PS"/>
                <a:ea typeface="Nimbus Mono PS"/>
                <a:cs typeface="Nimbus Mono PS"/>
              </a:rPr>
              <a:t>Análise A</a:t>
            </a:r>
          </a:p>
        </p:txBody>
      </p:sp>
      <p:sp>
        <p:nvSpPr>
          <p:cNvPr id="8" name="text-5">
            <a:extLst xmlns:a="http://schemas.openxmlformats.org/drawingml/2006/main">
              <a:ext uri="{FF2B5EF4-FFF2-40B4-BE49-F238E27FC236}">
                <a16:creationId xmlns:a16="http://schemas.microsoft.com/office/drawing/2014/main" id="{9C274DBA-DAAF-4184-AB2E-C69A7D676625}"/>
              </a:ext>
            </a:extLst>
          </p:cNvPr>
          <p:cNvSpPr>
            <a:spLocks xmlns:a="http://schemas.openxmlformats.org/drawingml/2006/main" noGrp="1"/>
          </p:cNvSpPr>
          <p:nvPr/>
        </p:nvSpPr>
        <p:spPr>
          <a:xfrm xmlns:a="http://schemas.openxmlformats.org/drawingml/2006/main">
            <a:off x="11763375" y="5857875"/>
            <a:ext cx="2762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400" b="1" i="0">
                <a:solidFill>
                  <a:srgbClr val="B9502E"/>
                </a:solidFill>
                <a:latin typeface="Nimbus Mono PS"/>
                <a:ea typeface="Nimbus Mono PS"/>
                <a:cs typeface="Nimbus Mono PS"/>
              </a:defRPr>
            </a:defPPr>
            <a:lvl1pPr>
              <a:defRPr sz="2400" b="1" i="0">
                <a:solidFill>
                  <a:srgbClr val="B9502E"/>
                </a:solidFill>
                <a:latin typeface="Nimbus Mono PS"/>
                <a:ea typeface="Nimbus Mono PS"/>
                <a:cs typeface="Nimbus Mono PS"/>
              </a:defRPr>
            </a:lvl1pPr>
            <a:lvl2pPr>
              <a:defRPr sz="2400" b="1" i="0">
                <a:solidFill>
                  <a:srgbClr val="B9502E"/>
                </a:solidFill>
                <a:latin typeface="Nimbus Mono PS"/>
                <a:ea typeface="Nimbus Mono PS"/>
                <a:cs typeface="Nimbus Mono PS"/>
              </a:defRPr>
            </a:lvl2pPr>
            <a:lvl3pPr>
              <a:defRPr sz="2400" b="1" i="0">
                <a:solidFill>
                  <a:srgbClr val="B9502E"/>
                </a:solidFill>
                <a:latin typeface="Nimbus Mono PS"/>
                <a:ea typeface="Nimbus Mono PS"/>
                <a:cs typeface="Nimbus Mono PS"/>
              </a:defRPr>
            </a:lvl3pPr>
            <a:lvl4pPr>
              <a:defRPr sz="2400" b="1" i="0">
                <a:solidFill>
                  <a:srgbClr val="B9502E"/>
                </a:solidFill>
                <a:latin typeface="Nimbus Mono PS"/>
                <a:ea typeface="Nimbus Mono PS"/>
                <a:cs typeface="Nimbus Mono PS"/>
              </a:defRPr>
            </a:lvl4pPr>
            <a:lvl5pPr>
              <a:defRPr sz="2400" b="1" i="0">
                <a:solidFill>
                  <a:srgbClr val="B9502E"/>
                </a:solidFill>
                <a:latin typeface="Nimbus Mono PS"/>
                <a:ea typeface="Nimbus Mono PS"/>
                <a:cs typeface="Nimbus Mono PS"/>
              </a:defRPr>
            </a:lvl5pPr>
            <a:lvl6pPr>
              <a:defRPr sz="2400" b="1" i="0">
                <a:solidFill>
                  <a:srgbClr val="B9502E"/>
                </a:solidFill>
                <a:latin typeface="Nimbus Mono PS"/>
                <a:ea typeface="Nimbus Mono PS"/>
                <a:cs typeface="Nimbus Mono PS"/>
              </a:defRPr>
            </a:lvl6pPr>
            <a:lvl7pPr>
              <a:defRPr sz="2400" b="1" i="0">
                <a:solidFill>
                  <a:srgbClr val="B9502E"/>
                </a:solidFill>
                <a:latin typeface="Nimbus Mono PS"/>
                <a:ea typeface="Nimbus Mono PS"/>
                <a:cs typeface="Nimbus Mono PS"/>
              </a:defRPr>
            </a:lvl7pPr>
            <a:lvl8pPr>
              <a:defRPr sz="2400" b="1" i="0">
                <a:solidFill>
                  <a:srgbClr val="B9502E"/>
                </a:solidFill>
                <a:latin typeface="Nimbus Mono PS"/>
                <a:ea typeface="Nimbus Mono PS"/>
                <a:cs typeface="Nimbus Mono PS"/>
              </a:defRPr>
            </a:lvl8pPr>
            <a:lvl9pPr>
              <a:defRPr sz="2400" b="1" i="0">
                <a:solidFill>
                  <a:srgbClr val="B9502E"/>
                </a:solidFill>
                <a:latin typeface="Nimbus Mono PS"/>
                <a:ea typeface="Nimbus Mono PS"/>
                <a:cs typeface="Nimbus Mono PS"/>
              </a:defRPr>
            </a:lvl9pPr>
          </a:lstStyle>
          <a:p xmlns:a="http://schemas.openxmlformats.org/drawingml/2006/main">
            <a:pPr>
              <a:defRPr sz="2400" b="1" i="0">
                <a:solidFill>
                  <a:srgbClr val="B9502E"/>
                </a:solidFill>
                <a:latin typeface="Nimbus Mono PS"/>
                <a:ea typeface="Nimbus Mono PS"/>
                <a:cs typeface="Nimbus Mono PS"/>
              </a:defRPr>
            </a:pPr>
            <a:r>
              <a:rPr sz="2400" b="1" i="0">
                <a:solidFill>
                  <a:srgbClr val="B9502E"/>
                </a:solidFill>
                <a:latin typeface="Nimbus Mono PS"/>
                <a:ea typeface="Nimbus Mono PS"/>
                <a:cs typeface="Nimbus Mono PS"/>
              </a:rPr>
              <a:t>Análise B</a:t>
            </a:r>
          </a:p>
        </p:txBody>
      </p:sp>
      <p:sp>
        <p:nvSpPr>
          <p:cNvPr id="9" name="text-6">
            <a:extLst xmlns:a="http://schemas.openxmlformats.org/drawingml/2006/main">
              <a:ext uri="{FF2B5EF4-FFF2-40B4-BE49-F238E27FC236}">
                <a16:creationId xmlns:a16="http://schemas.microsoft.com/office/drawing/2014/main" id="{556227A5-4AE0-45F0-9443-1605FA5B17E7}"/>
              </a:ext>
            </a:extLst>
          </p:cNvPr>
          <p:cNvSpPr>
            <a:spLocks xmlns:a="http://schemas.openxmlformats.org/drawingml/2006/main" noGrp="1"/>
          </p:cNvSpPr>
          <p:nvPr/>
        </p:nvSpPr>
        <p:spPr>
          <a:xfrm xmlns:a="http://schemas.openxmlformats.org/drawingml/2006/main">
            <a:off x="781050" y="6505575"/>
            <a:ext cx="1366837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225" b="1" i="0">
                <a:solidFill>
                  <a:srgbClr val="193244"/>
                </a:solidFill>
                <a:latin typeface="Nimbus Sans"/>
                <a:ea typeface="Nimbus Sans"/>
                <a:cs typeface="Nimbus Sans"/>
              </a:defRPr>
            </a:defPPr>
            <a:lvl1pPr>
              <a:defRPr sz="3225" b="1" i="0">
                <a:solidFill>
                  <a:srgbClr val="193244"/>
                </a:solidFill>
                <a:latin typeface="Nimbus Sans"/>
                <a:ea typeface="Nimbus Sans"/>
                <a:cs typeface="Nimbus Sans"/>
              </a:defRPr>
            </a:lvl1pPr>
            <a:lvl2pPr>
              <a:defRPr sz="3225" b="1" i="0">
                <a:solidFill>
                  <a:srgbClr val="193244"/>
                </a:solidFill>
                <a:latin typeface="Nimbus Sans"/>
                <a:ea typeface="Nimbus Sans"/>
                <a:cs typeface="Nimbus Sans"/>
              </a:defRPr>
            </a:lvl2pPr>
            <a:lvl3pPr>
              <a:defRPr sz="3225" b="1" i="0">
                <a:solidFill>
                  <a:srgbClr val="193244"/>
                </a:solidFill>
                <a:latin typeface="Nimbus Sans"/>
                <a:ea typeface="Nimbus Sans"/>
                <a:cs typeface="Nimbus Sans"/>
              </a:defRPr>
            </a:lvl3pPr>
            <a:lvl4pPr>
              <a:defRPr sz="3225" b="1" i="0">
                <a:solidFill>
                  <a:srgbClr val="193244"/>
                </a:solidFill>
                <a:latin typeface="Nimbus Sans"/>
                <a:ea typeface="Nimbus Sans"/>
                <a:cs typeface="Nimbus Sans"/>
              </a:defRPr>
            </a:lvl4pPr>
            <a:lvl5pPr>
              <a:defRPr sz="3225" b="1" i="0">
                <a:solidFill>
                  <a:srgbClr val="193244"/>
                </a:solidFill>
                <a:latin typeface="Nimbus Sans"/>
                <a:ea typeface="Nimbus Sans"/>
                <a:cs typeface="Nimbus Sans"/>
              </a:defRPr>
            </a:lvl5pPr>
            <a:lvl6pPr>
              <a:defRPr sz="3225" b="1" i="0">
                <a:solidFill>
                  <a:srgbClr val="193244"/>
                </a:solidFill>
                <a:latin typeface="Nimbus Sans"/>
                <a:ea typeface="Nimbus Sans"/>
                <a:cs typeface="Nimbus Sans"/>
              </a:defRPr>
            </a:lvl6pPr>
            <a:lvl7pPr>
              <a:defRPr sz="3225" b="1" i="0">
                <a:solidFill>
                  <a:srgbClr val="193244"/>
                </a:solidFill>
                <a:latin typeface="Nimbus Sans"/>
                <a:ea typeface="Nimbus Sans"/>
                <a:cs typeface="Nimbus Sans"/>
              </a:defRPr>
            </a:lvl7pPr>
            <a:lvl8pPr>
              <a:defRPr sz="3225" b="1" i="0">
                <a:solidFill>
                  <a:srgbClr val="193244"/>
                </a:solidFill>
                <a:latin typeface="Nimbus Sans"/>
                <a:ea typeface="Nimbus Sans"/>
                <a:cs typeface="Nimbus Sans"/>
              </a:defRPr>
            </a:lvl8pPr>
            <a:lvl9pPr>
              <a:defRPr sz="3225" b="1" i="0">
                <a:solidFill>
                  <a:srgbClr val="193244"/>
                </a:solidFill>
                <a:latin typeface="Nimbus Sans"/>
                <a:ea typeface="Nimbus Sans"/>
                <a:cs typeface="Nimbus Sans"/>
              </a:defRPr>
            </a:lvl9pPr>
          </a:lstStyle>
          <a:p xmlns:a="http://schemas.openxmlformats.org/drawingml/2006/main">
            <a:pPr>
              <a:defRPr sz="3225" b="1" i="0">
                <a:solidFill>
                  <a:srgbClr val="193244"/>
                </a:solidFill>
                <a:latin typeface="Nimbus Sans"/>
                <a:ea typeface="Nimbus Sans"/>
                <a:cs typeface="Nimbus Sans"/>
              </a:defRPr>
            </a:pPr>
            <a:r>
              <a:rPr sz="3225" b="1" i="0">
                <a:solidFill>
                  <a:srgbClr val="193244"/>
                </a:solidFill>
                <a:latin typeface="Nimbus Sans"/>
                <a:ea typeface="Nimbus Sans"/>
                <a:cs typeface="Nimbus Sans"/>
              </a:rPr>
              <a:t>Qual conclusão deve orientar a decisão?</a:t>
            </a:r>
          </a:p>
        </p:txBody>
      </p:sp>
      <p:sp>
        <p:nvSpPr>
          <p:cNvPr id="10" name="text-7">
            <a:extLst xmlns:a="http://schemas.openxmlformats.org/drawingml/2006/main">
              <a:ext uri="{FF2B5EF4-FFF2-40B4-BE49-F238E27FC236}">
                <a16:creationId xmlns:a16="http://schemas.microsoft.com/office/drawing/2014/main" id="{CB013910-8479-42B4-9638-E687D3C3E085}"/>
              </a:ext>
            </a:extLst>
          </p:cNvPr>
          <p:cNvSpPr>
            <a:spLocks xmlns:a="http://schemas.openxmlformats.org/drawingml/2006/main" noGrp="1"/>
          </p:cNvSpPr>
          <p:nvPr/>
        </p:nvSpPr>
        <p:spPr>
          <a:xfrm xmlns:a="http://schemas.openxmlformats.org/drawingml/2006/main">
            <a:off x="800100" y="7200900"/>
            <a:ext cx="135255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75" b="0" i="0">
                <a:solidFill>
                  <a:srgbClr val="193244"/>
                </a:solidFill>
                <a:latin typeface="Nimbus Sans"/>
                <a:ea typeface="Nimbus Sans"/>
                <a:cs typeface="Nimbus Sans"/>
              </a:defRPr>
            </a:defPPr>
            <a:lvl1pPr>
              <a:defRPr sz="2175" b="0" i="0">
                <a:solidFill>
                  <a:srgbClr val="193244"/>
                </a:solidFill>
                <a:latin typeface="Nimbus Sans"/>
                <a:ea typeface="Nimbus Sans"/>
                <a:cs typeface="Nimbus Sans"/>
              </a:defRPr>
            </a:lvl1pPr>
            <a:lvl2pPr>
              <a:defRPr sz="2175" b="0" i="0">
                <a:solidFill>
                  <a:srgbClr val="193244"/>
                </a:solidFill>
                <a:latin typeface="Nimbus Sans"/>
                <a:ea typeface="Nimbus Sans"/>
                <a:cs typeface="Nimbus Sans"/>
              </a:defRPr>
            </a:lvl2pPr>
            <a:lvl3pPr>
              <a:defRPr sz="2175" b="0" i="0">
                <a:solidFill>
                  <a:srgbClr val="193244"/>
                </a:solidFill>
                <a:latin typeface="Nimbus Sans"/>
                <a:ea typeface="Nimbus Sans"/>
                <a:cs typeface="Nimbus Sans"/>
              </a:defRPr>
            </a:lvl3pPr>
            <a:lvl4pPr>
              <a:defRPr sz="2175" b="0" i="0">
                <a:solidFill>
                  <a:srgbClr val="193244"/>
                </a:solidFill>
                <a:latin typeface="Nimbus Sans"/>
                <a:ea typeface="Nimbus Sans"/>
                <a:cs typeface="Nimbus Sans"/>
              </a:defRPr>
            </a:lvl4pPr>
            <a:lvl5pPr>
              <a:defRPr sz="2175" b="0" i="0">
                <a:solidFill>
                  <a:srgbClr val="193244"/>
                </a:solidFill>
                <a:latin typeface="Nimbus Sans"/>
                <a:ea typeface="Nimbus Sans"/>
                <a:cs typeface="Nimbus Sans"/>
              </a:defRPr>
            </a:lvl5pPr>
            <a:lvl6pPr>
              <a:defRPr sz="2175" b="0" i="0">
                <a:solidFill>
                  <a:srgbClr val="193244"/>
                </a:solidFill>
                <a:latin typeface="Nimbus Sans"/>
                <a:ea typeface="Nimbus Sans"/>
                <a:cs typeface="Nimbus Sans"/>
              </a:defRPr>
            </a:lvl6pPr>
            <a:lvl7pPr>
              <a:defRPr sz="2175" b="0" i="0">
                <a:solidFill>
                  <a:srgbClr val="193244"/>
                </a:solidFill>
                <a:latin typeface="Nimbus Sans"/>
                <a:ea typeface="Nimbus Sans"/>
                <a:cs typeface="Nimbus Sans"/>
              </a:defRPr>
            </a:lvl7pPr>
            <a:lvl8pPr>
              <a:defRPr sz="2175" b="0" i="0">
                <a:solidFill>
                  <a:srgbClr val="193244"/>
                </a:solidFill>
                <a:latin typeface="Nimbus Sans"/>
                <a:ea typeface="Nimbus Sans"/>
                <a:cs typeface="Nimbus Sans"/>
              </a:defRPr>
            </a:lvl8pPr>
            <a:lvl9pPr>
              <a:defRPr sz="2175" b="0" i="0">
                <a:solidFill>
                  <a:srgbClr val="193244"/>
                </a:solidFill>
                <a:latin typeface="Nimbus Sans"/>
                <a:ea typeface="Nimbus Sans"/>
                <a:cs typeface="Nimbus Sans"/>
              </a:defRPr>
            </a:lvl9pPr>
          </a:lstStyle>
          <a:p xmlns:a="http://schemas.openxmlformats.org/drawingml/2006/main">
            <a:pPr>
              <a:defRPr sz="2175" b="0" i="0">
                <a:solidFill>
                  <a:srgbClr val="193244"/>
                </a:solidFill>
                <a:latin typeface="Nimbus Sans"/>
                <a:ea typeface="Nimbus Sans"/>
                <a:cs typeface="Nimbus Sans"/>
              </a:defRPr>
            </a:pPr>
            <a:r>
              <a:rPr sz="2175" b="0" i="0">
                <a:solidFill>
                  <a:srgbClr val="193244"/>
                </a:solidFill>
                <a:latin typeface="Nimbus Sans"/>
                <a:ea typeface="Nimbus Sans"/>
                <a:cs typeface="Nimbus Sans"/>
              </a:rPr>
              <a:t>Conferir premissas, dados, decisões relevantes e evidências.</a:t>
            </a:r>
          </a:p>
          <a:p xmlns:a="http://schemas.openxmlformats.org/drawingml/2006/main">
            <a:pPr>
              <a:defRPr sz="2175" b="0" i="0">
                <a:solidFill>
                  <a:srgbClr val="193244"/>
                </a:solidFill>
                <a:latin typeface="Nimbus Sans"/>
                <a:ea typeface="Nimbus Sans"/>
                <a:cs typeface="Nimbus Sans"/>
              </a:defRPr>
            </a:pPr>
            <a:r>
              <a:rPr sz="2175" b="0" i="0">
                <a:solidFill>
                  <a:srgbClr val="193244"/>
                </a:solidFill>
                <a:latin typeface="Nimbus Sans"/>
                <a:ea typeface="Nimbus Sans"/>
                <a:cs typeface="Nimbus Sans"/>
              </a:rPr>
              <a:t>A aparência técnica e o volume do texto não resolvem a divergência.</a:t>
            </a:r>
          </a:p>
        </p:txBody>
      </p:sp>
    </p:spTree>
    <p:extLst>
      <p:ext uri="{BB962C8B-B14F-4D97-AF65-F5344CB8AC3E}">
        <p14:creationId xmlns:p14="http://schemas.microsoft.com/office/powerpoint/2010/main" val="105906344"/>
      </p:ext>
    </p:extLst>
  </p:cSld>
</p:sld>
</file>

<file path=ppt/slides/slide8.xml><?xml version="1.0" encoding="utf-8"?>
<p:sld xmlns:p="http://schemas.openxmlformats.org/presentationml/2006/main">
  <p:cSld>
    <p:bg>
      <p:bgPr>
        <a:solidFill xmlns:a="http://schemas.openxmlformats.org/drawingml/2006/main">
          <a:srgbClr val="FCFAF5"/>
        </a:solidFill>
      </p:bgPr>
    </p:bg>
    <p:spTree>
      <p:nvGrpSpPr>
        <p:cNvPr id="1" name=""/>
        <p:cNvGrpSpPr/>
        <p:nvPr/>
      </p:nvGrpSpPr>
      <p:grpSpPr>
        <a:xfrm xmlns:a="http://schemas.openxmlformats.org/drawingml/2006/main"/>
      </p:grpSpPr>
      <p:pic>
        <p:nvPicPr>
          <p:cNvPr id="16" name="">
            <a:extLst xmlns:a="http://schemas.openxmlformats.org/drawingml/2006/main">
              <a:ext uri="{FF2B5EF4-FFF2-40B4-BE49-F238E27FC236}">
                <a16:creationId xmlns:a16="http://schemas.microsoft.com/office/drawing/2014/main" id="{0F243EA9-6233-454B-82C7-28302190F0A4}"/>
              </a:ext>
            </a:extLst>
          </p:cNvPr>
          <p:cNvPicPr>
            <a:picLocks xmlns:a="http://schemas.openxmlformats.org/drawingml/2006/main" noChangeAspect="1"/>
          </p:cNvPicPr>
          <p:nvPr/>
        </p:nvPicPr>
        <p:blipFill>
          <a:blip xmlns:r="http://schemas.openxmlformats.org/officeDocument/2006/relationships" xmlns:a="http://schemas.openxmlformats.org/drawingml/2006/main" r:embed="Rc2bdacbc0333475a"/>
          <a:srcRect xmlns:a="http://schemas.openxmlformats.org/drawingml/2006/main" l="0" t="27" r="0" b="27"/>
          <a:stretch xmlns:a="http://schemas.openxmlformats.org/drawingml/2006/main">
            <a:fillRect l="0" t="0" r="0" b="0"/>
          </a:stretch>
        </p:blipFill>
        <p:spPr>
          <a:xfrm xmlns:a="http://schemas.openxmlformats.org/drawingml/2006/main">
            <a:off x="0" y="0"/>
            <a:ext cx="15240000" cy="8572500"/>
          </a:xfrm>
          <a:prstGeom xmlns:a="http://schemas.openxmlformats.org/drawingml/2006/main" prst="rect">
            <a:avLst/>
          </a:prstGeom>
        </p:spPr>
      </p:pic>
      <p:sp>
        <p:nvSpPr>
          <p:cNvPr id="2" name="text-0">
            <a:extLst xmlns:a="http://schemas.openxmlformats.org/drawingml/2006/main">
              <a:ext uri="{FF2B5EF4-FFF2-40B4-BE49-F238E27FC236}">
                <a16:creationId xmlns:a16="http://schemas.microsoft.com/office/drawing/2014/main" id="{B30A1BD3-8CBC-4243-8B26-685178FE8296}"/>
              </a:ext>
            </a:extLst>
          </p:cNvPr>
          <p:cNvSpPr>
            <a:spLocks xmlns:a="http://schemas.openxmlformats.org/drawingml/2006/main" noGrp="1"/>
          </p:cNvSpPr>
          <p:nvPr/>
        </p:nvSpPr>
        <p:spPr>
          <a:xfrm xmlns:a="http://schemas.openxmlformats.org/drawingml/2006/main">
            <a:off x="723900" y="523875"/>
            <a:ext cx="137922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75" b="1" i="0">
                <a:solidFill>
                  <a:srgbClr val="193244"/>
                </a:solidFill>
                <a:latin typeface="Nimbus Mono PS"/>
                <a:ea typeface="Nimbus Mono PS"/>
                <a:cs typeface="Nimbus Mono PS"/>
              </a:defRPr>
            </a:defPPr>
            <a:lvl1pPr>
              <a:defRPr sz="3375" b="1" i="0">
                <a:solidFill>
                  <a:srgbClr val="193244"/>
                </a:solidFill>
                <a:latin typeface="Nimbus Mono PS"/>
                <a:ea typeface="Nimbus Mono PS"/>
                <a:cs typeface="Nimbus Mono PS"/>
              </a:defRPr>
            </a:lvl1pPr>
            <a:lvl2pPr>
              <a:defRPr sz="3375" b="1" i="0">
                <a:solidFill>
                  <a:srgbClr val="193244"/>
                </a:solidFill>
                <a:latin typeface="Nimbus Mono PS"/>
                <a:ea typeface="Nimbus Mono PS"/>
                <a:cs typeface="Nimbus Mono PS"/>
              </a:defRPr>
            </a:lvl2pPr>
            <a:lvl3pPr>
              <a:defRPr sz="3375" b="1" i="0">
                <a:solidFill>
                  <a:srgbClr val="193244"/>
                </a:solidFill>
                <a:latin typeface="Nimbus Mono PS"/>
                <a:ea typeface="Nimbus Mono PS"/>
                <a:cs typeface="Nimbus Mono PS"/>
              </a:defRPr>
            </a:lvl3pPr>
            <a:lvl4pPr>
              <a:defRPr sz="3375" b="1" i="0">
                <a:solidFill>
                  <a:srgbClr val="193244"/>
                </a:solidFill>
                <a:latin typeface="Nimbus Mono PS"/>
                <a:ea typeface="Nimbus Mono PS"/>
                <a:cs typeface="Nimbus Mono PS"/>
              </a:defRPr>
            </a:lvl4pPr>
            <a:lvl5pPr>
              <a:defRPr sz="3375" b="1" i="0">
                <a:solidFill>
                  <a:srgbClr val="193244"/>
                </a:solidFill>
                <a:latin typeface="Nimbus Mono PS"/>
                <a:ea typeface="Nimbus Mono PS"/>
                <a:cs typeface="Nimbus Mono PS"/>
              </a:defRPr>
            </a:lvl5pPr>
            <a:lvl6pPr>
              <a:defRPr sz="3375" b="1" i="0">
                <a:solidFill>
                  <a:srgbClr val="193244"/>
                </a:solidFill>
                <a:latin typeface="Nimbus Mono PS"/>
                <a:ea typeface="Nimbus Mono PS"/>
                <a:cs typeface="Nimbus Mono PS"/>
              </a:defRPr>
            </a:lvl6pPr>
            <a:lvl7pPr>
              <a:defRPr sz="3375" b="1" i="0">
                <a:solidFill>
                  <a:srgbClr val="193244"/>
                </a:solidFill>
                <a:latin typeface="Nimbus Mono PS"/>
                <a:ea typeface="Nimbus Mono PS"/>
                <a:cs typeface="Nimbus Mono PS"/>
              </a:defRPr>
            </a:lvl7pPr>
            <a:lvl8pPr>
              <a:defRPr sz="3375" b="1" i="0">
                <a:solidFill>
                  <a:srgbClr val="193244"/>
                </a:solidFill>
                <a:latin typeface="Nimbus Mono PS"/>
                <a:ea typeface="Nimbus Mono PS"/>
                <a:cs typeface="Nimbus Mono PS"/>
              </a:defRPr>
            </a:lvl8pPr>
            <a:lvl9pPr>
              <a:defRPr sz="3375" b="1" i="0">
                <a:solidFill>
                  <a:srgbClr val="193244"/>
                </a:solidFill>
                <a:latin typeface="Nimbus Mono PS"/>
                <a:ea typeface="Nimbus Mono PS"/>
                <a:cs typeface="Nimbus Mono PS"/>
              </a:defRPr>
            </a:lvl9pPr>
          </a:lstStyle>
          <a:p xmlns:a="http://schemas.openxmlformats.org/drawingml/2006/main">
            <a:pPr>
              <a:defRPr sz="3375" b="1" i="0">
                <a:solidFill>
                  <a:srgbClr val="193244"/>
                </a:solidFill>
                <a:latin typeface="Nimbus Mono PS"/>
                <a:ea typeface="Nimbus Mono PS"/>
                <a:cs typeface="Nimbus Mono PS"/>
              </a:defRPr>
            </a:pPr>
            <a:r>
              <a:rPr sz="3375" b="1" i="0">
                <a:solidFill>
                  <a:srgbClr val="193244"/>
                </a:solidFill>
                <a:latin typeface="Nimbus Mono PS"/>
                <a:ea typeface="Nimbus Mono PS"/>
                <a:cs typeface="Nimbus Mono PS"/>
              </a:rPr>
              <a:t>SDD-Fast: intenção e evidência</a:t>
            </a:r>
          </a:p>
        </p:txBody>
      </p:sp>
      <p:sp>
        <p:nvSpPr>
          <p:cNvPr id="3" name="text-1">
            <a:extLst xmlns:a="http://schemas.openxmlformats.org/drawingml/2006/main">
              <a:ext uri="{FF2B5EF4-FFF2-40B4-BE49-F238E27FC236}">
                <a16:creationId xmlns:a16="http://schemas.microsoft.com/office/drawing/2014/main" id="{C72A129B-20E7-4EE2-8F84-0972D7A6C72F}"/>
              </a:ext>
            </a:extLst>
          </p:cNvPr>
          <p:cNvSpPr>
            <a:spLocks xmlns:a="http://schemas.openxmlformats.org/drawingml/2006/main" noGrp="1"/>
          </p:cNvSpPr>
          <p:nvPr/>
        </p:nvSpPr>
        <p:spPr>
          <a:xfrm xmlns:a="http://schemas.openxmlformats.org/drawingml/2006/main">
            <a:off x="742950" y="1428750"/>
            <a:ext cx="13620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0" i="0">
                <a:solidFill>
                  <a:srgbClr val="54656D"/>
                </a:solidFill>
                <a:latin typeface="Nimbus Sans"/>
                <a:ea typeface="Nimbus Sans"/>
                <a:cs typeface="Nimbus Sans"/>
              </a:defRPr>
            </a:defPPr>
            <a:lvl1pPr>
              <a:defRPr sz="2025" b="0" i="0">
                <a:solidFill>
                  <a:srgbClr val="54656D"/>
                </a:solidFill>
                <a:latin typeface="Nimbus Sans"/>
                <a:ea typeface="Nimbus Sans"/>
                <a:cs typeface="Nimbus Sans"/>
              </a:defRPr>
            </a:lvl1pPr>
            <a:lvl2pPr>
              <a:defRPr sz="2025" b="0" i="0">
                <a:solidFill>
                  <a:srgbClr val="54656D"/>
                </a:solidFill>
                <a:latin typeface="Nimbus Sans"/>
                <a:ea typeface="Nimbus Sans"/>
                <a:cs typeface="Nimbus Sans"/>
              </a:defRPr>
            </a:lvl2pPr>
            <a:lvl3pPr>
              <a:defRPr sz="2025" b="0" i="0">
                <a:solidFill>
                  <a:srgbClr val="54656D"/>
                </a:solidFill>
                <a:latin typeface="Nimbus Sans"/>
                <a:ea typeface="Nimbus Sans"/>
                <a:cs typeface="Nimbus Sans"/>
              </a:defRPr>
            </a:lvl3pPr>
            <a:lvl4pPr>
              <a:defRPr sz="2025" b="0" i="0">
                <a:solidFill>
                  <a:srgbClr val="54656D"/>
                </a:solidFill>
                <a:latin typeface="Nimbus Sans"/>
                <a:ea typeface="Nimbus Sans"/>
                <a:cs typeface="Nimbus Sans"/>
              </a:defRPr>
            </a:lvl4pPr>
            <a:lvl5pPr>
              <a:defRPr sz="2025" b="0" i="0">
                <a:solidFill>
                  <a:srgbClr val="54656D"/>
                </a:solidFill>
                <a:latin typeface="Nimbus Sans"/>
                <a:ea typeface="Nimbus Sans"/>
                <a:cs typeface="Nimbus Sans"/>
              </a:defRPr>
            </a:lvl5pPr>
            <a:lvl6pPr>
              <a:defRPr sz="2025" b="0" i="0">
                <a:solidFill>
                  <a:srgbClr val="54656D"/>
                </a:solidFill>
                <a:latin typeface="Nimbus Sans"/>
                <a:ea typeface="Nimbus Sans"/>
                <a:cs typeface="Nimbus Sans"/>
              </a:defRPr>
            </a:lvl6pPr>
            <a:lvl7pPr>
              <a:defRPr sz="2025" b="0" i="0">
                <a:solidFill>
                  <a:srgbClr val="54656D"/>
                </a:solidFill>
                <a:latin typeface="Nimbus Sans"/>
                <a:ea typeface="Nimbus Sans"/>
                <a:cs typeface="Nimbus Sans"/>
              </a:defRPr>
            </a:lvl7pPr>
            <a:lvl8pPr>
              <a:defRPr sz="2025" b="0" i="0">
                <a:solidFill>
                  <a:srgbClr val="54656D"/>
                </a:solidFill>
                <a:latin typeface="Nimbus Sans"/>
                <a:ea typeface="Nimbus Sans"/>
                <a:cs typeface="Nimbus Sans"/>
              </a:defRPr>
            </a:lvl8pPr>
            <a:lvl9pPr>
              <a:defRPr sz="2025" b="0" i="0">
                <a:solidFill>
                  <a:srgbClr val="54656D"/>
                </a:solidFill>
                <a:latin typeface="Nimbus Sans"/>
                <a:ea typeface="Nimbus Sans"/>
                <a:cs typeface="Nimbus Sans"/>
              </a:defRPr>
            </a:lvl9pPr>
          </a:lstStyle>
          <a:p xmlns:a="http://schemas.openxmlformats.org/drawingml/2006/main">
            <a:pPr>
              <a:defRPr sz="2025" b="0" i="0">
                <a:solidFill>
                  <a:srgbClr val="54656D"/>
                </a:solidFill>
                <a:latin typeface="Nimbus Sans"/>
                <a:ea typeface="Nimbus Sans"/>
                <a:cs typeface="Nimbus Sans"/>
              </a:defRPr>
            </a:pPr>
            <a:r>
              <a:rPr sz="2025" b="0" i="0">
                <a:solidFill>
                  <a:srgbClr val="54656D"/>
                </a:solidFill>
                <a:latin typeface="Nimbus Sans"/>
                <a:ea typeface="Nimbus Sans"/>
                <a:cs typeface="Nimbus Sans"/>
              </a:rPr>
              <a:t>Um contrato curto e uma pequena tarefa por vez orientam o avanço do projeto.</a:t>
            </a:r>
          </a:p>
        </p:txBody>
      </p:sp>
      <p:sp>
        <p:nvSpPr>
          <p:cNvPr id="4" name="text-2">
            <a:extLst xmlns:a="http://schemas.openxmlformats.org/drawingml/2006/main">
              <a:ext uri="{FF2B5EF4-FFF2-40B4-BE49-F238E27FC236}">
                <a16:creationId xmlns:a16="http://schemas.microsoft.com/office/drawing/2014/main" id="{43597EDF-FBC7-47BB-8C75-A5EEC0474DF6}"/>
              </a:ext>
            </a:extLst>
          </p:cNvPr>
          <p:cNvSpPr>
            <a:spLocks xmlns:a="http://schemas.openxmlformats.org/drawingml/2006/main" noGrp="1"/>
          </p:cNvSpPr>
          <p:nvPr/>
        </p:nvSpPr>
        <p:spPr>
          <a:xfrm xmlns:a="http://schemas.openxmlformats.org/drawingml/2006/main">
            <a:off x="742950" y="8096250"/>
            <a:ext cx="12573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00" b="0" i="0">
                <a:solidFill>
                  <a:srgbClr val="54656D"/>
                </a:solidFill>
                <a:latin typeface="Nimbus Mono PS"/>
                <a:ea typeface="Nimbus Mono PS"/>
                <a:cs typeface="Nimbus Mono PS"/>
              </a:defRPr>
            </a:defPPr>
            <a:lvl1pPr>
              <a:defRPr sz="1200" b="0" i="0">
                <a:solidFill>
                  <a:srgbClr val="54656D"/>
                </a:solidFill>
                <a:latin typeface="Nimbus Mono PS"/>
                <a:ea typeface="Nimbus Mono PS"/>
                <a:cs typeface="Nimbus Mono PS"/>
              </a:defRPr>
            </a:lvl1pPr>
            <a:lvl2pPr>
              <a:defRPr sz="1200" b="0" i="0">
                <a:solidFill>
                  <a:srgbClr val="54656D"/>
                </a:solidFill>
                <a:latin typeface="Nimbus Mono PS"/>
                <a:ea typeface="Nimbus Mono PS"/>
                <a:cs typeface="Nimbus Mono PS"/>
              </a:defRPr>
            </a:lvl2pPr>
            <a:lvl3pPr>
              <a:defRPr sz="1200" b="0" i="0">
                <a:solidFill>
                  <a:srgbClr val="54656D"/>
                </a:solidFill>
                <a:latin typeface="Nimbus Mono PS"/>
                <a:ea typeface="Nimbus Mono PS"/>
                <a:cs typeface="Nimbus Mono PS"/>
              </a:defRPr>
            </a:lvl3pPr>
            <a:lvl4pPr>
              <a:defRPr sz="1200" b="0" i="0">
                <a:solidFill>
                  <a:srgbClr val="54656D"/>
                </a:solidFill>
                <a:latin typeface="Nimbus Mono PS"/>
                <a:ea typeface="Nimbus Mono PS"/>
                <a:cs typeface="Nimbus Mono PS"/>
              </a:defRPr>
            </a:lvl4pPr>
            <a:lvl5pPr>
              <a:defRPr sz="1200" b="0" i="0">
                <a:solidFill>
                  <a:srgbClr val="54656D"/>
                </a:solidFill>
                <a:latin typeface="Nimbus Mono PS"/>
                <a:ea typeface="Nimbus Mono PS"/>
                <a:cs typeface="Nimbus Mono PS"/>
              </a:defRPr>
            </a:lvl5pPr>
            <a:lvl6pPr>
              <a:defRPr sz="1200" b="0" i="0">
                <a:solidFill>
                  <a:srgbClr val="54656D"/>
                </a:solidFill>
                <a:latin typeface="Nimbus Mono PS"/>
                <a:ea typeface="Nimbus Mono PS"/>
                <a:cs typeface="Nimbus Mono PS"/>
              </a:defRPr>
            </a:lvl6pPr>
            <a:lvl7pPr>
              <a:defRPr sz="1200" b="0" i="0">
                <a:solidFill>
                  <a:srgbClr val="54656D"/>
                </a:solidFill>
                <a:latin typeface="Nimbus Mono PS"/>
                <a:ea typeface="Nimbus Mono PS"/>
                <a:cs typeface="Nimbus Mono PS"/>
              </a:defRPr>
            </a:lvl7pPr>
            <a:lvl8pPr>
              <a:defRPr sz="1200" b="0" i="0">
                <a:solidFill>
                  <a:srgbClr val="54656D"/>
                </a:solidFill>
                <a:latin typeface="Nimbus Mono PS"/>
                <a:ea typeface="Nimbus Mono PS"/>
                <a:cs typeface="Nimbus Mono PS"/>
              </a:defRPr>
            </a:lvl8pPr>
            <a:lvl9pPr>
              <a:defRPr sz="1200" b="0" i="0">
                <a:solidFill>
                  <a:srgbClr val="54656D"/>
                </a:solidFill>
                <a:latin typeface="Nimbus Mono PS"/>
                <a:ea typeface="Nimbus Mono PS"/>
                <a:cs typeface="Nimbus Mono PS"/>
              </a:defRPr>
            </a:lvl9pPr>
          </a:lstStyle>
          <a:p xmlns:a="http://schemas.openxmlformats.org/drawingml/2006/main">
            <a:pPr>
              <a:defRPr sz="1200" b="0" i="0">
                <a:solidFill>
                  <a:srgbClr val="54656D"/>
                </a:solidFill>
                <a:latin typeface="Nimbus Mono PS"/>
                <a:ea typeface="Nimbus Mono PS"/>
                <a:cs typeface="Nimbus Mono PS"/>
              </a:defRPr>
            </a:pPr>
            <a:r>
              <a:rPr sz="1200" b="0" i="0">
                <a:solidFill>
                  <a:srgbClr val="54656D"/>
                </a:solidFill>
                <a:latin typeface="Nimbus Mono PS"/>
                <a:ea typeface="Nimbus Mono PS"/>
                <a:cs typeface="Nimbus Mono PS"/>
              </a:rPr>
              <a:t>O MÉTODO  /  MAPA DE CONSULTA</a:t>
            </a:r>
          </a:p>
        </p:txBody>
      </p:sp>
      <p:sp>
        <p:nvSpPr>
          <p:cNvPr id="5" name="text-3">
            <a:extLst xmlns:a="http://schemas.openxmlformats.org/drawingml/2006/main">
              <a:ext uri="{FF2B5EF4-FFF2-40B4-BE49-F238E27FC236}">
                <a16:creationId xmlns:a16="http://schemas.microsoft.com/office/drawing/2014/main" id="{6AB7C2E2-8694-4BC3-B488-F85270A6E444}"/>
              </a:ext>
            </a:extLst>
          </p:cNvPr>
          <p:cNvSpPr>
            <a:spLocks xmlns:a="http://schemas.openxmlformats.org/drawingml/2006/main" noGrp="1"/>
          </p:cNvSpPr>
          <p:nvPr/>
        </p:nvSpPr>
        <p:spPr>
          <a:xfrm xmlns:a="http://schemas.openxmlformats.org/drawingml/2006/main">
            <a:off x="13944600" y="8048625"/>
            <a:ext cx="609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1" i="0">
                <a:solidFill>
                  <a:srgbClr val="B9502E"/>
                </a:solidFill>
                <a:latin typeface="Nimbus Mono PS"/>
                <a:ea typeface="Nimbus Mono PS"/>
                <a:cs typeface="Nimbus Mono PS"/>
              </a:defRPr>
            </a:defPPr>
            <a:lvl1pPr>
              <a:defRPr sz="1800" b="1" i="0">
                <a:solidFill>
                  <a:srgbClr val="B9502E"/>
                </a:solidFill>
                <a:latin typeface="Nimbus Mono PS"/>
                <a:ea typeface="Nimbus Mono PS"/>
                <a:cs typeface="Nimbus Mono PS"/>
              </a:defRPr>
            </a:lvl1pPr>
            <a:lvl2pPr>
              <a:defRPr sz="1800" b="1" i="0">
                <a:solidFill>
                  <a:srgbClr val="B9502E"/>
                </a:solidFill>
                <a:latin typeface="Nimbus Mono PS"/>
                <a:ea typeface="Nimbus Mono PS"/>
                <a:cs typeface="Nimbus Mono PS"/>
              </a:defRPr>
            </a:lvl2pPr>
            <a:lvl3pPr>
              <a:defRPr sz="1800" b="1" i="0">
                <a:solidFill>
                  <a:srgbClr val="B9502E"/>
                </a:solidFill>
                <a:latin typeface="Nimbus Mono PS"/>
                <a:ea typeface="Nimbus Mono PS"/>
                <a:cs typeface="Nimbus Mono PS"/>
              </a:defRPr>
            </a:lvl3pPr>
            <a:lvl4pPr>
              <a:defRPr sz="1800" b="1" i="0">
                <a:solidFill>
                  <a:srgbClr val="B9502E"/>
                </a:solidFill>
                <a:latin typeface="Nimbus Mono PS"/>
                <a:ea typeface="Nimbus Mono PS"/>
                <a:cs typeface="Nimbus Mono PS"/>
              </a:defRPr>
            </a:lvl4pPr>
            <a:lvl5pPr>
              <a:defRPr sz="1800" b="1" i="0">
                <a:solidFill>
                  <a:srgbClr val="B9502E"/>
                </a:solidFill>
                <a:latin typeface="Nimbus Mono PS"/>
                <a:ea typeface="Nimbus Mono PS"/>
                <a:cs typeface="Nimbus Mono PS"/>
              </a:defRPr>
            </a:lvl5pPr>
            <a:lvl6pPr>
              <a:defRPr sz="1800" b="1" i="0">
                <a:solidFill>
                  <a:srgbClr val="B9502E"/>
                </a:solidFill>
                <a:latin typeface="Nimbus Mono PS"/>
                <a:ea typeface="Nimbus Mono PS"/>
                <a:cs typeface="Nimbus Mono PS"/>
              </a:defRPr>
            </a:lvl6pPr>
            <a:lvl7pPr>
              <a:defRPr sz="1800" b="1" i="0">
                <a:solidFill>
                  <a:srgbClr val="B9502E"/>
                </a:solidFill>
                <a:latin typeface="Nimbus Mono PS"/>
                <a:ea typeface="Nimbus Mono PS"/>
                <a:cs typeface="Nimbus Mono PS"/>
              </a:defRPr>
            </a:lvl7pPr>
            <a:lvl8pPr>
              <a:defRPr sz="1800" b="1" i="0">
                <a:solidFill>
                  <a:srgbClr val="B9502E"/>
                </a:solidFill>
                <a:latin typeface="Nimbus Mono PS"/>
                <a:ea typeface="Nimbus Mono PS"/>
                <a:cs typeface="Nimbus Mono PS"/>
              </a:defRPr>
            </a:lvl8pPr>
            <a:lvl9pPr>
              <a:defRPr sz="1800" b="1" i="0">
                <a:solidFill>
                  <a:srgbClr val="B9502E"/>
                </a:solidFill>
                <a:latin typeface="Nimbus Mono PS"/>
                <a:ea typeface="Nimbus Mono PS"/>
                <a:cs typeface="Nimbus Mono PS"/>
              </a:defRPr>
            </a:lvl9pPr>
          </a:lstStyle>
          <a:p xmlns:a="http://schemas.openxmlformats.org/drawingml/2006/main">
            <a:pPr>
              <a:defRPr sz="1800" b="1" i="0">
                <a:solidFill>
                  <a:srgbClr val="B9502E"/>
                </a:solidFill>
                <a:latin typeface="Nimbus Mono PS"/>
                <a:ea typeface="Nimbus Mono PS"/>
                <a:cs typeface="Nimbus Mono PS"/>
              </a:defRPr>
            </a:pPr>
            <a:r>
              <a:rPr sz="1800" b="1" i="0">
                <a:solidFill>
                  <a:srgbClr val="B9502E"/>
                </a:solidFill>
                <a:latin typeface="Nimbus Mono PS"/>
                <a:ea typeface="Nimbus Mono PS"/>
                <a:cs typeface="Nimbus Mono PS"/>
              </a:rPr>
              <a:t>08</a:t>
            </a:r>
          </a:p>
        </p:txBody>
      </p:sp>
      <p:sp>
        <p:nvSpPr>
          <p:cNvPr id="6" name="text-4">
            <a:extLst xmlns:a="http://schemas.openxmlformats.org/drawingml/2006/main">
              <a:ext uri="{FF2B5EF4-FFF2-40B4-BE49-F238E27FC236}">
                <a16:creationId xmlns:a16="http://schemas.microsoft.com/office/drawing/2014/main" id="{0D3AB367-59CC-4A7A-8386-46E27AA451CA}"/>
              </a:ext>
            </a:extLst>
          </p:cNvPr>
          <p:cNvSpPr>
            <a:spLocks xmlns:a="http://schemas.openxmlformats.org/drawingml/2006/main" noGrp="1"/>
          </p:cNvSpPr>
          <p:nvPr/>
        </p:nvSpPr>
        <p:spPr>
          <a:xfrm xmlns:a="http://schemas.openxmlformats.org/drawingml/2006/main">
            <a:off x="762000" y="2476500"/>
            <a:ext cx="6572250" cy="2857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4125" b="1" i="0">
                <a:solidFill>
                  <a:srgbClr val="193244"/>
                </a:solidFill>
                <a:latin typeface="Nimbus Mono PS"/>
                <a:ea typeface="Nimbus Mono PS"/>
                <a:cs typeface="Nimbus Mono PS"/>
              </a:defRPr>
            </a:defPPr>
            <a:lvl1pPr>
              <a:defRPr sz="4125" b="1" i="0">
                <a:solidFill>
                  <a:srgbClr val="193244"/>
                </a:solidFill>
                <a:latin typeface="Nimbus Mono PS"/>
                <a:ea typeface="Nimbus Mono PS"/>
                <a:cs typeface="Nimbus Mono PS"/>
              </a:defRPr>
            </a:lvl1pPr>
            <a:lvl2pPr>
              <a:defRPr sz="4125" b="1" i="0">
                <a:solidFill>
                  <a:srgbClr val="193244"/>
                </a:solidFill>
                <a:latin typeface="Nimbus Mono PS"/>
                <a:ea typeface="Nimbus Mono PS"/>
                <a:cs typeface="Nimbus Mono PS"/>
              </a:defRPr>
            </a:lvl2pPr>
            <a:lvl3pPr>
              <a:defRPr sz="4125" b="1" i="0">
                <a:solidFill>
                  <a:srgbClr val="193244"/>
                </a:solidFill>
                <a:latin typeface="Nimbus Mono PS"/>
                <a:ea typeface="Nimbus Mono PS"/>
                <a:cs typeface="Nimbus Mono PS"/>
              </a:defRPr>
            </a:lvl3pPr>
            <a:lvl4pPr>
              <a:defRPr sz="4125" b="1" i="0">
                <a:solidFill>
                  <a:srgbClr val="193244"/>
                </a:solidFill>
                <a:latin typeface="Nimbus Mono PS"/>
                <a:ea typeface="Nimbus Mono PS"/>
                <a:cs typeface="Nimbus Mono PS"/>
              </a:defRPr>
            </a:lvl4pPr>
            <a:lvl5pPr>
              <a:defRPr sz="4125" b="1" i="0">
                <a:solidFill>
                  <a:srgbClr val="193244"/>
                </a:solidFill>
                <a:latin typeface="Nimbus Mono PS"/>
                <a:ea typeface="Nimbus Mono PS"/>
                <a:cs typeface="Nimbus Mono PS"/>
              </a:defRPr>
            </a:lvl5pPr>
            <a:lvl6pPr>
              <a:defRPr sz="4125" b="1" i="0">
                <a:solidFill>
                  <a:srgbClr val="193244"/>
                </a:solidFill>
                <a:latin typeface="Nimbus Mono PS"/>
                <a:ea typeface="Nimbus Mono PS"/>
                <a:cs typeface="Nimbus Mono PS"/>
              </a:defRPr>
            </a:lvl6pPr>
            <a:lvl7pPr>
              <a:defRPr sz="4125" b="1" i="0">
                <a:solidFill>
                  <a:srgbClr val="193244"/>
                </a:solidFill>
                <a:latin typeface="Nimbus Mono PS"/>
                <a:ea typeface="Nimbus Mono PS"/>
                <a:cs typeface="Nimbus Mono PS"/>
              </a:defRPr>
            </a:lvl7pPr>
            <a:lvl8pPr>
              <a:defRPr sz="4125" b="1" i="0">
                <a:solidFill>
                  <a:srgbClr val="193244"/>
                </a:solidFill>
                <a:latin typeface="Nimbus Mono PS"/>
                <a:ea typeface="Nimbus Mono PS"/>
                <a:cs typeface="Nimbus Mono PS"/>
              </a:defRPr>
            </a:lvl8pPr>
            <a:lvl9pPr>
              <a:defRPr sz="4125" b="1" i="0">
                <a:solidFill>
                  <a:srgbClr val="193244"/>
                </a:solidFill>
                <a:latin typeface="Nimbus Mono PS"/>
                <a:ea typeface="Nimbus Mono PS"/>
                <a:cs typeface="Nimbus Mono PS"/>
              </a:defRPr>
            </a:lvl9pPr>
          </a:lstStyle>
          <a:p xmlns:a="http://schemas.openxmlformats.org/drawingml/2006/main">
            <a:pPr>
              <a:defRPr sz="4125" b="1" i="0">
                <a:solidFill>
                  <a:srgbClr val="193244"/>
                </a:solidFill>
                <a:latin typeface="Nimbus Mono PS"/>
                <a:ea typeface="Nimbus Mono PS"/>
                <a:cs typeface="Nimbus Mono PS"/>
              </a:defRPr>
            </a:pPr>
            <a:r>
              <a:rPr sz="4125" b="1" i="0">
                <a:solidFill>
                  <a:srgbClr val="193244"/>
                </a:solidFill>
                <a:latin typeface="Nimbus Mono PS"/>
                <a:ea typeface="Nimbus Mono PS"/>
                <a:cs typeface="Nimbus Mono PS"/>
              </a:rPr>
              <a:t>Você escolhe</a:t>
            </a:r>
          </a:p>
          <a:p xmlns:a="http://schemas.openxmlformats.org/drawingml/2006/main">
            <a:pPr>
              <a:defRPr sz="4125" b="1" i="0">
                <a:solidFill>
                  <a:srgbClr val="193244"/>
                </a:solidFill>
                <a:latin typeface="Nimbus Mono PS"/>
                <a:ea typeface="Nimbus Mono PS"/>
                <a:cs typeface="Nimbus Mono PS"/>
              </a:defRPr>
            </a:pPr>
            <a:r>
              <a:rPr sz="4125" b="1" i="0">
                <a:solidFill>
                  <a:srgbClr val="193244"/>
                </a:solidFill>
                <a:latin typeface="Nimbus Mono PS"/>
                <a:ea typeface="Nimbus Mono PS"/>
                <a:cs typeface="Nimbus Mono PS"/>
              </a:rPr>
              <a:t>a direção.</a:t>
            </a:r>
          </a:p>
          <a:p xmlns:a="http://schemas.openxmlformats.org/drawingml/2006/main">
            <a:pPr>
              <a:defRPr sz="4125" b="1" i="0">
                <a:solidFill>
                  <a:srgbClr val="193244"/>
                </a:solidFill>
                <a:latin typeface="Nimbus Mono PS"/>
                <a:ea typeface="Nimbus Mono PS"/>
                <a:cs typeface="Nimbus Mono PS"/>
              </a:defRPr>
            </a:pPr>
            <a:r>
              <a:rPr sz="4125" b="1" i="0">
                <a:solidFill>
                  <a:srgbClr val="193244"/>
                </a:solidFill>
                <a:latin typeface="Nimbus Mono PS"/>
                <a:ea typeface="Nimbus Mono PS"/>
                <a:cs typeface="Nimbus Mono PS"/>
              </a:rPr>
              <a:t>O agente executa.</a:t>
            </a:r>
          </a:p>
          <a:p xmlns:a="http://schemas.openxmlformats.org/drawingml/2006/main">
            <a:pPr>
              <a:defRPr sz="4125" b="1" i="0">
                <a:solidFill>
                  <a:srgbClr val="193244"/>
                </a:solidFill>
                <a:latin typeface="Nimbus Mono PS"/>
                <a:ea typeface="Nimbus Mono PS"/>
                <a:cs typeface="Nimbus Mono PS"/>
              </a:defRPr>
            </a:pPr>
            <a:r>
              <a:rPr sz="4125" b="1" i="0">
                <a:solidFill>
                  <a:srgbClr val="193244"/>
                </a:solidFill>
                <a:latin typeface="Nimbus Mono PS"/>
                <a:ea typeface="Nimbus Mono PS"/>
                <a:cs typeface="Nimbus Mono PS"/>
              </a:rPr>
              <a:t>Você revisa.</a:t>
            </a:r>
          </a:p>
        </p:txBody>
      </p:sp>
      <p:sp>
        <p:nvSpPr>
          <p:cNvPr id="7" name="text-5">
            <a:extLst xmlns:a="http://schemas.openxmlformats.org/drawingml/2006/main">
              <a:ext uri="{FF2B5EF4-FFF2-40B4-BE49-F238E27FC236}">
                <a16:creationId xmlns:a16="http://schemas.microsoft.com/office/drawing/2014/main" id="{EEAFE000-34FD-4101-9C4F-F6A29DA581C3}"/>
              </a:ext>
            </a:extLst>
          </p:cNvPr>
          <p:cNvSpPr>
            <a:spLocks xmlns:a="http://schemas.openxmlformats.org/drawingml/2006/main" noGrp="1"/>
          </p:cNvSpPr>
          <p:nvPr/>
        </p:nvSpPr>
        <p:spPr>
          <a:xfrm xmlns:a="http://schemas.openxmlformats.org/drawingml/2006/main">
            <a:off x="790575" y="6048375"/>
            <a:ext cx="65722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250" b="0" i="0">
                <a:solidFill>
                  <a:srgbClr val="193244"/>
                </a:solidFill>
                <a:latin typeface="Nimbus Sans"/>
                <a:ea typeface="Nimbus Sans"/>
                <a:cs typeface="Nimbus Sans"/>
              </a:defRPr>
            </a:defPPr>
            <a:lvl1pPr>
              <a:defRPr sz="2250" b="0" i="0">
                <a:solidFill>
                  <a:srgbClr val="193244"/>
                </a:solidFill>
                <a:latin typeface="Nimbus Sans"/>
                <a:ea typeface="Nimbus Sans"/>
                <a:cs typeface="Nimbus Sans"/>
              </a:defRPr>
            </a:lvl1pPr>
            <a:lvl2pPr>
              <a:defRPr sz="2250" b="0" i="0">
                <a:solidFill>
                  <a:srgbClr val="193244"/>
                </a:solidFill>
                <a:latin typeface="Nimbus Sans"/>
                <a:ea typeface="Nimbus Sans"/>
                <a:cs typeface="Nimbus Sans"/>
              </a:defRPr>
            </a:lvl2pPr>
            <a:lvl3pPr>
              <a:defRPr sz="2250" b="0" i="0">
                <a:solidFill>
                  <a:srgbClr val="193244"/>
                </a:solidFill>
                <a:latin typeface="Nimbus Sans"/>
                <a:ea typeface="Nimbus Sans"/>
                <a:cs typeface="Nimbus Sans"/>
              </a:defRPr>
            </a:lvl3pPr>
            <a:lvl4pPr>
              <a:defRPr sz="2250" b="0" i="0">
                <a:solidFill>
                  <a:srgbClr val="193244"/>
                </a:solidFill>
                <a:latin typeface="Nimbus Sans"/>
                <a:ea typeface="Nimbus Sans"/>
                <a:cs typeface="Nimbus Sans"/>
              </a:defRPr>
            </a:lvl4pPr>
            <a:lvl5pPr>
              <a:defRPr sz="2250" b="0" i="0">
                <a:solidFill>
                  <a:srgbClr val="193244"/>
                </a:solidFill>
                <a:latin typeface="Nimbus Sans"/>
                <a:ea typeface="Nimbus Sans"/>
                <a:cs typeface="Nimbus Sans"/>
              </a:defRPr>
            </a:lvl5pPr>
            <a:lvl6pPr>
              <a:defRPr sz="2250" b="0" i="0">
                <a:solidFill>
                  <a:srgbClr val="193244"/>
                </a:solidFill>
                <a:latin typeface="Nimbus Sans"/>
                <a:ea typeface="Nimbus Sans"/>
                <a:cs typeface="Nimbus Sans"/>
              </a:defRPr>
            </a:lvl6pPr>
            <a:lvl7pPr>
              <a:defRPr sz="2250" b="0" i="0">
                <a:solidFill>
                  <a:srgbClr val="193244"/>
                </a:solidFill>
                <a:latin typeface="Nimbus Sans"/>
                <a:ea typeface="Nimbus Sans"/>
                <a:cs typeface="Nimbus Sans"/>
              </a:defRPr>
            </a:lvl7pPr>
            <a:lvl8pPr>
              <a:defRPr sz="2250" b="0" i="0">
                <a:solidFill>
                  <a:srgbClr val="193244"/>
                </a:solidFill>
                <a:latin typeface="Nimbus Sans"/>
                <a:ea typeface="Nimbus Sans"/>
                <a:cs typeface="Nimbus Sans"/>
              </a:defRPr>
            </a:lvl8pPr>
            <a:lvl9pPr>
              <a:defRPr sz="2250" b="0" i="0">
                <a:solidFill>
                  <a:srgbClr val="193244"/>
                </a:solidFill>
                <a:latin typeface="Nimbus Sans"/>
                <a:ea typeface="Nimbus Sans"/>
                <a:cs typeface="Nimbus Sans"/>
              </a:defRPr>
            </a:lvl9pPr>
          </a:lstStyle>
          <a:p xmlns:a="http://schemas.openxmlformats.org/drawingml/2006/main">
            <a:pPr>
              <a:defRPr sz="2250" b="0" i="0">
                <a:solidFill>
                  <a:srgbClr val="193244"/>
                </a:solidFill>
                <a:latin typeface="Nimbus Sans"/>
                <a:ea typeface="Nimbus Sans"/>
                <a:cs typeface="Nimbus Sans"/>
              </a:defRPr>
            </a:pPr>
            <a:r>
              <a:rPr sz="2250" b="0" i="0">
                <a:solidFill>
                  <a:srgbClr val="193244"/>
                </a:solidFill>
                <a:latin typeface="Nimbus Sans"/>
                <a:ea typeface="Nimbus Sans"/>
                <a:cs typeface="Nimbus Sans"/>
              </a:rPr>
              <a:t>O aprendizado ajuda a escolher a próxima tarefa.</a:t>
            </a:r>
          </a:p>
          <a:p xmlns:a="http://schemas.openxmlformats.org/drawingml/2006/main">
            <a:pPr>
              <a:defRPr sz="2250" b="0" i="0">
                <a:solidFill>
                  <a:srgbClr val="193244"/>
                </a:solidFill>
                <a:latin typeface="Nimbus Sans"/>
                <a:ea typeface="Nimbus Sans"/>
                <a:cs typeface="Nimbus Sans"/>
              </a:defRPr>
            </a:pPr>
            <a:r>
              <a:rPr sz="2250" b="0" i="0">
                <a:solidFill>
                  <a:srgbClr val="193244"/>
                </a:solidFill>
                <a:latin typeface="Nimbus Sans"/>
                <a:ea typeface="Nimbus Sans"/>
                <a:cs typeface="Nimbus Sans"/>
              </a:rPr>
              <a:t>O escopo macro dispensa um roteiro detalhado</a:t>
            </a:r>
          </a:p>
          <a:p xmlns:a="http://schemas.openxmlformats.org/drawingml/2006/main">
            <a:pPr>
              <a:defRPr sz="2250" b="0" i="0">
                <a:solidFill>
                  <a:srgbClr val="193244"/>
                </a:solidFill>
                <a:latin typeface="Nimbus Sans"/>
                <a:ea typeface="Nimbus Sans"/>
                <a:cs typeface="Nimbus Sans"/>
              </a:defRPr>
            </a:pPr>
            <a:r>
              <a:rPr sz="2250" b="0" i="0">
                <a:solidFill>
                  <a:srgbClr val="193244"/>
                </a:solidFill>
                <a:latin typeface="Nimbus Sans"/>
                <a:ea typeface="Nimbus Sans"/>
                <a:cs typeface="Nimbus Sans"/>
              </a:rPr>
              <a:t>de todas as entregas antes de começar.</a:t>
            </a:r>
          </a:p>
        </p:txBody>
      </p:sp>
      <p:sp>
        <p:nvSpPr>
          <p:cNvPr id="8" name="text-6">
            <a:extLst xmlns:a="http://schemas.openxmlformats.org/drawingml/2006/main">
              <a:ext uri="{FF2B5EF4-FFF2-40B4-BE49-F238E27FC236}">
                <a16:creationId xmlns:a16="http://schemas.microsoft.com/office/drawing/2014/main" id="{A607FBF8-FC7F-47A9-B09C-2C9C79F08BB7}"/>
              </a:ext>
            </a:extLst>
          </p:cNvPr>
          <p:cNvSpPr>
            <a:spLocks xmlns:a="http://schemas.openxmlformats.org/drawingml/2006/main" noGrp="1"/>
          </p:cNvSpPr>
          <p:nvPr/>
        </p:nvSpPr>
        <p:spPr>
          <a:xfrm xmlns:a="http://schemas.openxmlformats.org/drawingml/2006/main">
            <a:off x="8467725" y="2390775"/>
            <a:ext cx="6000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400" b="1" i="0">
                <a:solidFill>
                  <a:srgbClr val="B9502E"/>
                </a:solidFill>
                <a:latin typeface="Nimbus Mono PS"/>
                <a:ea typeface="Nimbus Mono PS"/>
                <a:cs typeface="Nimbus Mono PS"/>
              </a:defRPr>
            </a:defPPr>
            <a:lvl1pPr>
              <a:defRPr sz="2400" b="1" i="0">
                <a:solidFill>
                  <a:srgbClr val="B9502E"/>
                </a:solidFill>
                <a:latin typeface="Nimbus Mono PS"/>
                <a:ea typeface="Nimbus Mono PS"/>
                <a:cs typeface="Nimbus Mono PS"/>
              </a:defRPr>
            </a:lvl1pPr>
            <a:lvl2pPr>
              <a:defRPr sz="2400" b="1" i="0">
                <a:solidFill>
                  <a:srgbClr val="B9502E"/>
                </a:solidFill>
                <a:latin typeface="Nimbus Mono PS"/>
                <a:ea typeface="Nimbus Mono PS"/>
                <a:cs typeface="Nimbus Mono PS"/>
              </a:defRPr>
            </a:lvl2pPr>
            <a:lvl3pPr>
              <a:defRPr sz="2400" b="1" i="0">
                <a:solidFill>
                  <a:srgbClr val="B9502E"/>
                </a:solidFill>
                <a:latin typeface="Nimbus Mono PS"/>
                <a:ea typeface="Nimbus Mono PS"/>
                <a:cs typeface="Nimbus Mono PS"/>
              </a:defRPr>
            </a:lvl3pPr>
            <a:lvl4pPr>
              <a:defRPr sz="2400" b="1" i="0">
                <a:solidFill>
                  <a:srgbClr val="B9502E"/>
                </a:solidFill>
                <a:latin typeface="Nimbus Mono PS"/>
                <a:ea typeface="Nimbus Mono PS"/>
                <a:cs typeface="Nimbus Mono PS"/>
              </a:defRPr>
            </a:lvl4pPr>
            <a:lvl5pPr>
              <a:defRPr sz="2400" b="1" i="0">
                <a:solidFill>
                  <a:srgbClr val="B9502E"/>
                </a:solidFill>
                <a:latin typeface="Nimbus Mono PS"/>
                <a:ea typeface="Nimbus Mono PS"/>
                <a:cs typeface="Nimbus Mono PS"/>
              </a:defRPr>
            </a:lvl5pPr>
            <a:lvl6pPr>
              <a:defRPr sz="2400" b="1" i="0">
                <a:solidFill>
                  <a:srgbClr val="B9502E"/>
                </a:solidFill>
                <a:latin typeface="Nimbus Mono PS"/>
                <a:ea typeface="Nimbus Mono PS"/>
                <a:cs typeface="Nimbus Mono PS"/>
              </a:defRPr>
            </a:lvl6pPr>
            <a:lvl7pPr>
              <a:defRPr sz="2400" b="1" i="0">
                <a:solidFill>
                  <a:srgbClr val="B9502E"/>
                </a:solidFill>
                <a:latin typeface="Nimbus Mono PS"/>
                <a:ea typeface="Nimbus Mono PS"/>
                <a:cs typeface="Nimbus Mono PS"/>
              </a:defRPr>
            </a:lvl7pPr>
            <a:lvl8pPr>
              <a:defRPr sz="2400" b="1" i="0">
                <a:solidFill>
                  <a:srgbClr val="B9502E"/>
                </a:solidFill>
                <a:latin typeface="Nimbus Mono PS"/>
                <a:ea typeface="Nimbus Mono PS"/>
                <a:cs typeface="Nimbus Mono PS"/>
              </a:defRPr>
            </a:lvl8pPr>
            <a:lvl9pPr>
              <a:defRPr sz="2400" b="1" i="0">
                <a:solidFill>
                  <a:srgbClr val="B9502E"/>
                </a:solidFill>
                <a:latin typeface="Nimbus Mono PS"/>
                <a:ea typeface="Nimbus Mono PS"/>
                <a:cs typeface="Nimbus Mono PS"/>
              </a:defRPr>
            </a:lvl9pPr>
          </a:lstStyle>
          <a:p xmlns:a="http://schemas.openxmlformats.org/drawingml/2006/main">
            <a:pPr>
              <a:defRPr sz="2400" b="1" i="0">
                <a:solidFill>
                  <a:srgbClr val="B9502E"/>
                </a:solidFill>
                <a:latin typeface="Nimbus Mono PS"/>
                <a:ea typeface="Nimbus Mono PS"/>
                <a:cs typeface="Nimbus Mono PS"/>
              </a:defRPr>
            </a:pPr>
            <a:r>
              <a:rPr sz="2400" b="1" i="0">
                <a:solidFill>
                  <a:srgbClr val="B9502E"/>
                </a:solidFill>
                <a:latin typeface="Nimbus Mono PS"/>
                <a:ea typeface="Nimbus Mono PS"/>
                <a:cs typeface="Nimbus Mono PS"/>
              </a:rPr>
              <a:t>AGENTS.md</a:t>
            </a:r>
          </a:p>
        </p:txBody>
      </p:sp>
      <p:sp>
        <p:nvSpPr>
          <p:cNvPr id="9" name="text-7">
            <a:extLst xmlns:a="http://schemas.openxmlformats.org/drawingml/2006/main">
              <a:ext uri="{FF2B5EF4-FFF2-40B4-BE49-F238E27FC236}">
                <a16:creationId xmlns:a16="http://schemas.microsoft.com/office/drawing/2014/main" id="{0D489D3B-CE5D-4B69-92FF-FB7616DEE22B}"/>
              </a:ext>
            </a:extLst>
          </p:cNvPr>
          <p:cNvSpPr>
            <a:spLocks xmlns:a="http://schemas.openxmlformats.org/drawingml/2006/main" noGrp="1"/>
          </p:cNvSpPr>
          <p:nvPr/>
        </p:nvSpPr>
        <p:spPr>
          <a:xfrm xmlns:a="http://schemas.openxmlformats.org/drawingml/2006/main">
            <a:off x="8477250" y="2914650"/>
            <a:ext cx="6000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75" b="0" i="0">
                <a:solidFill>
                  <a:srgbClr val="193244"/>
                </a:solidFill>
                <a:latin typeface="Nimbus Sans"/>
                <a:ea typeface="Nimbus Sans"/>
                <a:cs typeface="Nimbus Sans"/>
              </a:defRPr>
            </a:defPPr>
            <a:lvl1pPr>
              <a:defRPr sz="2175" b="0" i="0">
                <a:solidFill>
                  <a:srgbClr val="193244"/>
                </a:solidFill>
                <a:latin typeface="Nimbus Sans"/>
                <a:ea typeface="Nimbus Sans"/>
                <a:cs typeface="Nimbus Sans"/>
              </a:defRPr>
            </a:lvl1pPr>
            <a:lvl2pPr>
              <a:defRPr sz="2175" b="0" i="0">
                <a:solidFill>
                  <a:srgbClr val="193244"/>
                </a:solidFill>
                <a:latin typeface="Nimbus Sans"/>
                <a:ea typeface="Nimbus Sans"/>
                <a:cs typeface="Nimbus Sans"/>
              </a:defRPr>
            </a:lvl2pPr>
            <a:lvl3pPr>
              <a:defRPr sz="2175" b="0" i="0">
                <a:solidFill>
                  <a:srgbClr val="193244"/>
                </a:solidFill>
                <a:latin typeface="Nimbus Sans"/>
                <a:ea typeface="Nimbus Sans"/>
                <a:cs typeface="Nimbus Sans"/>
              </a:defRPr>
            </a:lvl3pPr>
            <a:lvl4pPr>
              <a:defRPr sz="2175" b="0" i="0">
                <a:solidFill>
                  <a:srgbClr val="193244"/>
                </a:solidFill>
                <a:latin typeface="Nimbus Sans"/>
                <a:ea typeface="Nimbus Sans"/>
                <a:cs typeface="Nimbus Sans"/>
              </a:defRPr>
            </a:lvl4pPr>
            <a:lvl5pPr>
              <a:defRPr sz="2175" b="0" i="0">
                <a:solidFill>
                  <a:srgbClr val="193244"/>
                </a:solidFill>
                <a:latin typeface="Nimbus Sans"/>
                <a:ea typeface="Nimbus Sans"/>
                <a:cs typeface="Nimbus Sans"/>
              </a:defRPr>
            </a:lvl5pPr>
            <a:lvl6pPr>
              <a:defRPr sz="2175" b="0" i="0">
                <a:solidFill>
                  <a:srgbClr val="193244"/>
                </a:solidFill>
                <a:latin typeface="Nimbus Sans"/>
                <a:ea typeface="Nimbus Sans"/>
                <a:cs typeface="Nimbus Sans"/>
              </a:defRPr>
            </a:lvl6pPr>
            <a:lvl7pPr>
              <a:defRPr sz="2175" b="0" i="0">
                <a:solidFill>
                  <a:srgbClr val="193244"/>
                </a:solidFill>
                <a:latin typeface="Nimbus Sans"/>
                <a:ea typeface="Nimbus Sans"/>
                <a:cs typeface="Nimbus Sans"/>
              </a:defRPr>
            </a:lvl7pPr>
            <a:lvl8pPr>
              <a:defRPr sz="2175" b="0" i="0">
                <a:solidFill>
                  <a:srgbClr val="193244"/>
                </a:solidFill>
                <a:latin typeface="Nimbus Sans"/>
                <a:ea typeface="Nimbus Sans"/>
                <a:cs typeface="Nimbus Sans"/>
              </a:defRPr>
            </a:lvl8pPr>
            <a:lvl9pPr>
              <a:defRPr sz="2175" b="0" i="0">
                <a:solidFill>
                  <a:srgbClr val="193244"/>
                </a:solidFill>
                <a:latin typeface="Nimbus Sans"/>
                <a:ea typeface="Nimbus Sans"/>
                <a:cs typeface="Nimbus Sans"/>
              </a:defRPr>
            </a:lvl9pPr>
          </a:lstStyle>
          <a:p xmlns:a="http://schemas.openxmlformats.org/drawingml/2006/main">
            <a:pPr>
              <a:defRPr sz="2175" b="0" i="0">
                <a:solidFill>
                  <a:srgbClr val="193244"/>
                </a:solidFill>
                <a:latin typeface="Nimbus Sans"/>
                <a:ea typeface="Nimbus Sans"/>
                <a:cs typeface="Nimbus Sans"/>
              </a:defRPr>
            </a:pPr>
            <a:r>
              <a:rPr sz="2175" b="0" i="0">
                <a:solidFill>
                  <a:srgbClr val="193244"/>
                </a:solidFill>
                <a:latin typeface="Nimbus Sans"/>
                <a:ea typeface="Nimbus Sans"/>
                <a:cs typeface="Nimbus Sans"/>
              </a:rPr>
              <a:t>Contrato do projeto e regras permanentes.</a:t>
            </a:r>
          </a:p>
        </p:txBody>
      </p:sp>
      <p:sp>
        <p:nvSpPr>
          <p:cNvPr id="10" name="text-8">
            <a:extLst xmlns:a="http://schemas.openxmlformats.org/drawingml/2006/main">
              <a:ext uri="{FF2B5EF4-FFF2-40B4-BE49-F238E27FC236}">
                <a16:creationId xmlns:a16="http://schemas.microsoft.com/office/drawing/2014/main" id="{2955DD84-5680-4A2E-9586-777627BAB15A}"/>
              </a:ext>
            </a:extLst>
          </p:cNvPr>
          <p:cNvSpPr>
            <a:spLocks xmlns:a="http://schemas.openxmlformats.org/drawingml/2006/main" noGrp="1"/>
          </p:cNvSpPr>
          <p:nvPr/>
        </p:nvSpPr>
        <p:spPr>
          <a:xfrm xmlns:a="http://schemas.openxmlformats.org/drawingml/2006/main">
            <a:off x="8467725" y="3667125"/>
            <a:ext cx="6000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400" b="1" i="0">
                <a:solidFill>
                  <a:srgbClr val="B9502E"/>
                </a:solidFill>
                <a:latin typeface="Nimbus Mono PS"/>
                <a:ea typeface="Nimbus Mono PS"/>
                <a:cs typeface="Nimbus Mono PS"/>
              </a:defRPr>
            </a:defPPr>
            <a:lvl1pPr>
              <a:defRPr sz="2400" b="1" i="0">
                <a:solidFill>
                  <a:srgbClr val="B9502E"/>
                </a:solidFill>
                <a:latin typeface="Nimbus Mono PS"/>
                <a:ea typeface="Nimbus Mono PS"/>
                <a:cs typeface="Nimbus Mono PS"/>
              </a:defRPr>
            </a:lvl1pPr>
            <a:lvl2pPr>
              <a:defRPr sz="2400" b="1" i="0">
                <a:solidFill>
                  <a:srgbClr val="B9502E"/>
                </a:solidFill>
                <a:latin typeface="Nimbus Mono PS"/>
                <a:ea typeface="Nimbus Mono PS"/>
                <a:cs typeface="Nimbus Mono PS"/>
              </a:defRPr>
            </a:lvl2pPr>
            <a:lvl3pPr>
              <a:defRPr sz="2400" b="1" i="0">
                <a:solidFill>
                  <a:srgbClr val="B9502E"/>
                </a:solidFill>
                <a:latin typeface="Nimbus Mono PS"/>
                <a:ea typeface="Nimbus Mono PS"/>
                <a:cs typeface="Nimbus Mono PS"/>
              </a:defRPr>
            </a:lvl3pPr>
            <a:lvl4pPr>
              <a:defRPr sz="2400" b="1" i="0">
                <a:solidFill>
                  <a:srgbClr val="B9502E"/>
                </a:solidFill>
                <a:latin typeface="Nimbus Mono PS"/>
                <a:ea typeface="Nimbus Mono PS"/>
                <a:cs typeface="Nimbus Mono PS"/>
              </a:defRPr>
            </a:lvl4pPr>
            <a:lvl5pPr>
              <a:defRPr sz="2400" b="1" i="0">
                <a:solidFill>
                  <a:srgbClr val="B9502E"/>
                </a:solidFill>
                <a:latin typeface="Nimbus Mono PS"/>
                <a:ea typeface="Nimbus Mono PS"/>
                <a:cs typeface="Nimbus Mono PS"/>
              </a:defRPr>
            </a:lvl5pPr>
            <a:lvl6pPr>
              <a:defRPr sz="2400" b="1" i="0">
                <a:solidFill>
                  <a:srgbClr val="B9502E"/>
                </a:solidFill>
                <a:latin typeface="Nimbus Mono PS"/>
                <a:ea typeface="Nimbus Mono PS"/>
                <a:cs typeface="Nimbus Mono PS"/>
              </a:defRPr>
            </a:lvl6pPr>
            <a:lvl7pPr>
              <a:defRPr sz="2400" b="1" i="0">
                <a:solidFill>
                  <a:srgbClr val="B9502E"/>
                </a:solidFill>
                <a:latin typeface="Nimbus Mono PS"/>
                <a:ea typeface="Nimbus Mono PS"/>
                <a:cs typeface="Nimbus Mono PS"/>
              </a:defRPr>
            </a:lvl7pPr>
            <a:lvl8pPr>
              <a:defRPr sz="2400" b="1" i="0">
                <a:solidFill>
                  <a:srgbClr val="B9502E"/>
                </a:solidFill>
                <a:latin typeface="Nimbus Mono PS"/>
                <a:ea typeface="Nimbus Mono PS"/>
                <a:cs typeface="Nimbus Mono PS"/>
              </a:defRPr>
            </a:lvl8pPr>
            <a:lvl9pPr>
              <a:defRPr sz="2400" b="1" i="0">
                <a:solidFill>
                  <a:srgbClr val="B9502E"/>
                </a:solidFill>
                <a:latin typeface="Nimbus Mono PS"/>
                <a:ea typeface="Nimbus Mono PS"/>
                <a:cs typeface="Nimbus Mono PS"/>
              </a:defRPr>
            </a:lvl9pPr>
          </a:lstStyle>
          <a:p xmlns:a="http://schemas.openxmlformats.org/drawingml/2006/main">
            <a:pPr>
              <a:defRPr sz="2400" b="1" i="0">
                <a:solidFill>
                  <a:srgbClr val="B9502E"/>
                </a:solidFill>
                <a:latin typeface="Nimbus Mono PS"/>
                <a:ea typeface="Nimbus Mono PS"/>
                <a:cs typeface="Nimbus Mono PS"/>
              </a:defRPr>
            </a:pPr>
            <a:r>
              <a:rPr sz="2400" b="1" i="0">
                <a:solidFill>
                  <a:srgbClr val="B9502E"/>
                </a:solidFill>
                <a:latin typeface="Nimbus Mono PS"/>
                <a:ea typeface="Nimbus Mono PS"/>
                <a:cs typeface="Nimbus Mono PS"/>
              </a:rPr>
              <a:t>CURRENT_TASK.md</a:t>
            </a:r>
          </a:p>
        </p:txBody>
      </p:sp>
      <p:sp>
        <p:nvSpPr>
          <p:cNvPr id="11" name="text-9">
            <a:extLst xmlns:a="http://schemas.openxmlformats.org/drawingml/2006/main">
              <a:ext uri="{FF2B5EF4-FFF2-40B4-BE49-F238E27FC236}">
                <a16:creationId xmlns:a16="http://schemas.microsoft.com/office/drawing/2014/main" id="{760C0C7C-9114-4D4E-92C1-4C7531F10DA8}"/>
              </a:ext>
            </a:extLst>
          </p:cNvPr>
          <p:cNvSpPr>
            <a:spLocks xmlns:a="http://schemas.openxmlformats.org/drawingml/2006/main" noGrp="1"/>
          </p:cNvSpPr>
          <p:nvPr/>
        </p:nvSpPr>
        <p:spPr>
          <a:xfrm xmlns:a="http://schemas.openxmlformats.org/drawingml/2006/main">
            <a:off x="8477250" y="4191000"/>
            <a:ext cx="6000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75" b="0" i="0">
                <a:solidFill>
                  <a:srgbClr val="193244"/>
                </a:solidFill>
                <a:latin typeface="Nimbus Sans"/>
                <a:ea typeface="Nimbus Sans"/>
                <a:cs typeface="Nimbus Sans"/>
              </a:defRPr>
            </a:defPPr>
            <a:lvl1pPr>
              <a:defRPr sz="2175" b="0" i="0">
                <a:solidFill>
                  <a:srgbClr val="193244"/>
                </a:solidFill>
                <a:latin typeface="Nimbus Sans"/>
                <a:ea typeface="Nimbus Sans"/>
                <a:cs typeface="Nimbus Sans"/>
              </a:defRPr>
            </a:lvl1pPr>
            <a:lvl2pPr>
              <a:defRPr sz="2175" b="0" i="0">
                <a:solidFill>
                  <a:srgbClr val="193244"/>
                </a:solidFill>
                <a:latin typeface="Nimbus Sans"/>
                <a:ea typeface="Nimbus Sans"/>
                <a:cs typeface="Nimbus Sans"/>
              </a:defRPr>
            </a:lvl2pPr>
            <a:lvl3pPr>
              <a:defRPr sz="2175" b="0" i="0">
                <a:solidFill>
                  <a:srgbClr val="193244"/>
                </a:solidFill>
                <a:latin typeface="Nimbus Sans"/>
                <a:ea typeface="Nimbus Sans"/>
                <a:cs typeface="Nimbus Sans"/>
              </a:defRPr>
            </a:lvl3pPr>
            <a:lvl4pPr>
              <a:defRPr sz="2175" b="0" i="0">
                <a:solidFill>
                  <a:srgbClr val="193244"/>
                </a:solidFill>
                <a:latin typeface="Nimbus Sans"/>
                <a:ea typeface="Nimbus Sans"/>
                <a:cs typeface="Nimbus Sans"/>
              </a:defRPr>
            </a:lvl4pPr>
            <a:lvl5pPr>
              <a:defRPr sz="2175" b="0" i="0">
                <a:solidFill>
                  <a:srgbClr val="193244"/>
                </a:solidFill>
                <a:latin typeface="Nimbus Sans"/>
                <a:ea typeface="Nimbus Sans"/>
                <a:cs typeface="Nimbus Sans"/>
              </a:defRPr>
            </a:lvl5pPr>
            <a:lvl6pPr>
              <a:defRPr sz="2175" b="0" i="0">
                <a:solidFill>
                  <a:srgbClr val="193244"/>
                </a:solidFill>
                <a:latin typeface="Nimbus Sans"/>
                <a:ea typeface="Nimbus Sans"/>
                <a:cs typeface="Nimbus Sans"/>
              </a:defRPr>
            </a:lvl6pPr>
            <a:lvl7pPr>
              <a:defRPr sz="2175" b="0" i="0">
                <a:solidFill>
                  <a:srgbClr val="193244"/>
                </a:solidFill>
                <a:latin typeface="Nimbus Sans"/>
                <a:ea typeface="Nimbus Sans"/>
                <a:cs typeface="Nimbus Sans"/>
              </a:defRPr>
            </a:lvl7pPr>
            <a:lvl8pPr>
              <a:defRPr sz="2175" b="0" i="0">
                <a:solidFill>
                  <a:srgbClr val="193244"/>
                </a:solidFill>
                <a:latin typeface="Nimbus Sans"/>
                <a:ea typeface="Nimbus Sans"/>
                <a:cs typeface="Nimbus Sans"/>
              </a:defRPr>
            </a:lvl8pPr>
            <a:lvl9pPr>
              <a:defRPr sz="2175" b="0" i="0">
                <a:solidFill>
                  <a:srgbClr val="193244"/>
                </a:solidFill>
                <a:latin typeface="Nimbus Sans"/>
                <a:ea typeface="Nimbus Sans"/>
                <a:cs typeface="Nimbus Sans"/>
              </a:defRPr>
            </a:lvl9pPr>
          </a:lstStyle>
          <a:p xmlns:a="http://schemas.openxmlformats.org/drawingml/2006/main">
            <a:pPr>
              <a:defRPr sz="2175" b="0" i="0">
                <a:solidFill>
                  <a:srgbClr val="193244"/>
                </a:solidFill>
                <a:latin typeface="Nimbus Sans"/>
                <a:ea typeface="Nimbus Sans"/>
                <a:cs typeface="Nimbus Sans"/>
              </a:defRPr>
            </a:pPr>
            <a:r>
              <a:rPr sz="2175" b="0" i="0">
                <a:solidFill>
                  <a:srgbClr val="193244"/>
                </a:solidFill>
                <a:latin typeface="Nimbus Sans"/>
                <a:ea typeface="Nimbus Sans"/>
                <a:cs typeface="Nimbus Sans"/>
              </a:rPr>
              <a:t>Uma tarefa ativa, seus limites e validações.</a:t>
            </a:r>
          </a:p>
        </p:txBody>
      </p:sp>
      <p:sp>
        <p:nvSpPr>
          <p:cNvPr id="12" name="text-10">
            <a:extLst xmlns:a="http://schemas.openxmlformats.org/drawingml/2006/main">
              <a:ext uri="{FF2B5EF4-FFF2-40B4-BE49-F238E27FC236}">
                <a16:creationId xmlns:a16="http://schemas.microsoft.com/office/drawing/2014/main" id="{3F1CB7A4-2AD5-403B-86EF-1FF801DD979B}"/>
              </a:ext>
            </a:extLst>
          </p:cNvPr>
          <p:cNvSpPr>
            <a:spLocks xmlns:a="http://schemas.openxmlformats.org/drawingml/2006/main" noGrp="1"/>
          </p:cNvSpPr>
          <p:nvPr/>
        </p:nvSpPr>
        <p:spPr>
          <a:xfrm xmlns:a="http://schemas.openxmlformats.org/drawingml/2006/main">
            <a:off x="8467725" y="4943475"/>
            <a:ext cx="6000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400" b="1" i="0">
                <a:solidFill>
                  <a:srgbClr val="B9502E"/>
                </a:solidFill>
                <a:latin typeface="Nimbus Mono PS"/>
                <a:ea typeface="Nimbus Mono PS"/>
                <a:cs typeface="Nimbus Mono PS"/>
              </a:defRPr>
            </a:defPPr>
            <a:lvl1pPr>
              <a:defRPr sz="2400" b="1" i="0">
                <a:solidFill>
                  <a:srgbClr val="B9502E"/>
                </a:solidFill>
                <a:latin typeface="Nimbus Mono PS"/>
                <a:ea typeface="Nimbus Mono PS"/>
                <a:cs typeface="Nimbus Mono PS"/>
              </a:defRPr>
            </a:lvl1pPr>
            <a:lvl2pPr>
              <a:defRPr sz="2400" b="1" i="0">
                <a:solidFill>
                  <a:srgbClr val="B9502E"/>
                </a:solidFill>
                <a:latin typeface="Nimbus Mono PS"/>
                <a:ea typeface="Nimbus Mono PS"/>
                <a:cs typeface="Nimbus Mono PS"/>
              </a:defRPr>
            </a:lvl2pPr>
            <a:lvl3pPr>
              <a:defRPr sz="2400" b="1" i="0">
                <a:solidFill>
                  <a:srgbClr val="B9502E"/>
                </a:solidFill>
                <a:latin typeface="Nimbus Mono PS"/>
                <a:ea typeface="Nimbus Mono PS"/>
                <a:cs typeface="Nimbus Mono PS"/>
              </a:defRPr>
            </a:lvl3pPr>
            <a:lvl4pPr>
              <a:defRPr sz="2400" b="1" i="0">
                <a:solidFill>
                  <a:srgbClr val="B9502E"/>
                </a:solidFill>
                <a:latin typeface="Nimbus Mono PS"/>
                <a:ea typeface="Nimbus Mono PS"/>
                <a:cs typeface="Nimbus Mono PS"/>
              </a:defRPr>
            </a:lvl4pPr>
            <a:lvl5pPr>
              <a:defRPr sz="2400" b="1" i="0">
                <a:solidFill>
                  <a:srgbClr val="B9502E"/>
                </a:solidFill>
                <a:latin typeface="Nimbus Mono PS"/>
                <a:ea typeface="Nimbus Mono PS"/>
                <a:cs typeface="Nimbus Mono PS"/>
              </a:defRPr>
            </a:lvl5pPr>
            <a:lvl6pPr>
              <a:defRPr sz="2400" b="1" i="0">
                <a:solidFill>
                  <a:srgbClr val="B9502E"/>
                </a:solidFill>
                <a:latin typeface="Nimbus Mono PS"/>
                <a:ea typeface="Nimbus Mono PS"/>
                <a:cs typeface="Nimbus Mono PS"/>
              </a:defRPr>
            </a:lvl6pPr>
            <a:lvl7pPr>
              <a:defRPr sz="2400" b="1" i="0">
                <a:solidFill>
                  <a:srgbClr val="B9502E"/>
                </a:solidFill>
                <a:latin typeface="Nimbus Mono PS"/>
                <a:ea typeface="Nimbus Mono PS"/>
                <a:cs typeface="Nimbus Mono PS"/>
              </a:defRPr>
            </a:lvl7pPr>
            <a:lvl8pPr>
              <a:defRPr sz="2400" b="1" i="0">
                <a:solidFill>
                  <a:srgbClr val="B9502E"/>
                </a:solidFill>
                <a:latin typeface="Nimbus Mono PS"/>
                <a:ea typeface="Nimbus Mono PS"/>
                <a:cs typeface="Nimbus Mono PS"/>
              </a:defRPr>
            </a:lvl8pPr>
            <a:lvl9pPr>
              <a:defRPr sz="2400" b="1" i="0">
                <a:solidFill>
                  <a:srgbClr val="B9502E"/>
                </a:solidFill>
                <a:latin typeface="Nimbus Mono PS"/>
                <a:ea typeface="Nimbus Mono PS"/>
                <a:cs typeface="Nimbus Mono PS"/>
              </a:defRPr>
            </a:lvl9pPr>
          </a:lstStyle>
          <a:p xmlns:a="http://schemas.openxmlformats.org/drawingml/2006/main">
            <a:pPr>
              <a:defRPr sz="2400" b="1" i="0">
                <a:solidFill>
                  <a:srgbClr val="B9502E"/>
                </a:solidFill>
                <a:latin typeface="Nimbus Mono PS"/>
                <a:ea typeface="Nimbus Mono PS"/>
                <a:cs typeface="Nimbus Mono PS"/>
              </a:defRPr>
            </a:pPr>
            <a:r>
              <a:rPr sz="2400" b="1" i="0">
                <a:solidFill>
                  <a:srgbClr val="B9502E"/>
                </a:solidFill>
                <a:latin typeface="Nimbus Mono PS"/>
                <a:ea typeface="Nimbus Mono PS"/>
                <a:cs typeface="Nimbus Mono PS"/>
              </a:rPr>
              <a:t>FUTURE_TASKS.md</a:t>
            </a:r>
          </a:p>
        </p:txBody>
      </p:sp>
      <p:sp>
        <p:nvSpPr>
          <p:cNvPr id="13" name="text-11">
            <a:extLst xmlns:a="http://schemas.openxmlformats.org/drawingml/2006/main">
              <a:ext uri="{FF2B5EF4-FFF2-40B4-BE49-F238E27FC236}">
                <a16:creationId xmlns:a16="http://schemas.microsoft.com/office/drawing/2014/main" id="{51F29DDB-0C76-4352-8A56-AEA9F60B0745}"/>
              </a:ext>
            </a:extLst>
          </p:cNvPr>
          <p:cNvSpPr>
            <a:spLocks xmlns:a="http://schemas.openxmlformats.org/drawingml/2006/main" noGrp="1"/>
          </p:cNvSpPr>
          <p:nvPr/>
        </p:nvSpPr>
        <p:spPr>
          <a:xfrm xmlns:a="http://schemas.openxmlformats.org/drawingml/2006/main">
            <a:off x="8477250" y="5467350"/>
            <a:ext cx="6000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75" b="0" i="0">
                <a:solidFill>
                  <a:srgbClr val="193244"/>
                </a:solidFill>
                <a:latin typeface="Nimbus Sans"/>
                <a:ea typeface="Nimbus Sans"/>
                <a:cs typeface="Nimbus Sans"/>
              </a:defRPr>
            </a:defPPr>
            <a:lvl1pPr>
              <a:defRPr sz="2175" b="0" i="0">
                <a:solidFill>
                  <a:srgbClr val="193244"/>
                </a:solidFill>
                <a:latin typeface="Nimbus Sans"/>
                <a:ea typeface="Nimbus Sans"/>
                <a:cs typeface="Nimbus Sans"/>
              </a:defRPr>
            </a:lvl1pPr>
            <a:lvl2pPr>
              <a:defRPr sz="2175" b="0" i="0">
                <a:solidFill>
                  <a:srgbClr val="193244"/>
                </a:solidFill>
                <a:latin typeface="Nimbus Sans"/>
                <a:ea typeface="Nimbus Sans"/>
                <a:cs typeface="Nimbus Sans"/>
              </a:defRPr>
            </a:lvl2pPr>
            <a:lvl3pPr>
              <a:defRPr sz="2175" b="0" i="0">
                <a:solidFill>
                  <a:srgbClr val="193244"/>
                </a:solidFill>
                <a:latin typeface="Nimbus Sans"/>
                <a:ea typeface="Nimbus Sans"/>
                <a:cs typeface="Nimbus Sans"/>
              </a:defRPr>
            </a:lvl3pPr>
            <a:lvl4pPr>
              <a:defRPr sz="2175" b="0" i="0">
                <a:solidFill>
                  <a:srgbClr val="193244"/>
                </a:solidFill>
                <a:latin typeface="Nimbus Sans"/>
                <a:ea typeface="Nimbus Sans"/>
                <a:cs typeface="Nimbus Sans"/>
              </a:defRPr>
            </a:lvl4pPr>
            <a:lvl5pPr>
              <a:defRPr sz="2175" b="0" i="0">
                <a:solidFill>
                  <a:srgbClr val="193244"/>
                </a:solidFill>
                <a:latin typeface="Nimbus Sans"/>
                <a:ea typeface="Nimbus Sans"/>
                <a:cs typeface="Nimbus Sans"/>
              </a:defRPr>
            </a:lvl5pPr>
            <a:lvl6pPr>
              <a:defRPr sz="2175" b="0" i="0">
                <a:solidFill>
                  <a:srgbClr val="193244"/>
                </a:solidFill>
                <a:latin typeface="Nimbus Sans"/>
                <a:ea typeface="Nimbus Sans"/>
                <a:cs typeface="Nimbus Sans"/>
              </a:defRPr>
            </a:lvl6pPr>
            <a:lvl7pPr>
              <a:defRPr sz="2175" b="0" i="0">
                <a:solidFill>
                  <a:srgbClr val="193244"/>
                </a:solidFill>
                <a:latin typeface="Nimbus Sans"/>
                <a:ea typeface="Nimbus Sans"/>
                <a:cs typeface="Nimbus Sans"/>
              </a:defRPr>
            </a:lvl7pPr>
            <a:lvl8pPr>
              <a:defRPr sz="2175" b="0" i="0">
                <a:solidFill>
                  <a:srgbClr val="193244"/>
                </a:solidFill>
                <a:latin typeface="Nimbus Sans"/>
                <a:ea typeface="Nimbus Sans"/>
                <a:cs typeface="Nimbus Sans"/>
              </a:defRPr>
            </a:lvl8pPr>
            <a:lvl9pPr>
              <a:defRPr sz="2175" b="0" i="0">
                <a:solidFill>
                  <a:srgbClr val="193244"/>
                </a:solidFill>
                <a:latin typeface="Nimbus Sans"/>
                <a:ea typeface="Nimbus Sans"/>
                <a:cs typeface="Nimbus Sans"/>
              </a:defRPr>
            </a:lvl9pPr>
          </a:lstStyle>
          <a:p xmlns:a="http://schemas.openxmlformats.org/drawingml/2006/main">
            <a:pPr>
              <a:defRPr sz="2175" b="0" i="0">
                <a:solidFill>
                  <a:srgbClr val="193244"/>
                </a:solidFill>
                <a:latin typeface="Nimbus Sans"/>
                <a:ea typeface="Nimbus Sans"/>
                <a:cs typeface="Nimbus Sans"/>
              </a:defRPr>
            </a:pPr>
            <a:r>
              <a:rPr sz="2175" b="0" i="0">
                <a:solidFill>
                  <a:srgbClr val="193244"/>
                </a:solidFill>
                <a:latin typeface="Nimbus Sans"/>
                <a:ea typeface="Nimbus Sans"/>
                <a:cs typeface="Nimbus Sans"/>
              </a:rPr>
              <a:t>Memória de possibilidades e dependências.</a:t>
            </a:r>
          </a:p>
        </p:txBody>
      </p:sp>
      <p:sp>
        <p:nvSpPr>
          <p:cNvPr id="14" name="text-12">
            <a:extLst xmlns:a="http://schemas.openxmlformats.org/drawingml/2006/main">
              <a:ext uri="{FF2B5EF4-FFF2-40B4-BE49-F238E27FC236}">
                <a16:creationId xmlns:a16="http://schemas.microsoft.com/office/drawing/2014/main" id="{62965C22-4BF1-439C-B0BD-1D89B7637563}"/>
              </a:ext>
            </a:extLst>
          </p:cNvPr>
          <p:cNvSpPr>
            <a:spLocks xmlns:a="http://schemas.openxmlformats.org/drawingml/2006/main" noGrp="1"/>
          </p:cNvSpPr>
          <p:nvPr/>
        </p:nvSpPr>
        <p:spPr>
          <a:xfrm xmlns:a="http://schemas.openxmlformats.org/drawingml/2006/main">
            <a:off x="8467725" y="6219825"/>
            <a:ext cx="6000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400" b="1" i="0">
                <a:solidFill>
                  <a:srgbClr val="B9502E"/>
                </a:solidFill>
                <a:latin typeface="Nimbus Mono PS"/>
                <a:ea typeface="Nimbus Mono PS"/>
                <a:cs typeface="Nimbus Mono PS"/>
              </a:defRPr>
            </a:defPPr>
            <a:lvl1pPr>
              <a:defRPr sz="2400" b="1" i="0">
                <a:solidFill>
                  <a:srgbClr val="B9502E"/>
                </a:solidFill>
                <a:latin typeface="Nimbus Mono PS"/>
                <a:ea typeface="Nimbus Mono PS"/>
                <a:cs typeface="Nimbus Mono PS"/>
              </a:defRPr>
            </a:lvl1pPr>
            <a:lvl2pPr>
              <a:defRPr sz="2400" b="1" i="0">
                <a:solidFill>
                  <a:srgbClr val="B9502E"/>
                </a:solidFill>
                <a:latin typeface="Nimbus Mono PS"/>
                <a:ea typeface="Nimbus Mono PS"/>
                <a:cs typeface="Nimbus Mono PS"/>
              </a:defRPr>
            </a:lvl2pPr>
            <a:lvl3pPr>
              <a:defRPr sz="2400" b="1" i="0">
                <a:solidFill>
                  <a:srgbClr val="B9502E"/>
                </a:solidFill>
                <a:latin typeface="Nimbus Mono PS"/>
                <a:ea typeface="Nimbus Mono PS"/>
                <a:cs typeface="Nimbus Mono PS"/>
              </a:defRPr>
            </a:lvl3pPr>
            <a:lvl4pPr>
              <a:defRPr sz="2400" b="1" i="0">
                <a:solidFill>
                  <a:srgbClr val="B9502E"/>
                </a:solidFill>
                <a:latin typeface="Nimbus Mono PS"/>
                <a:ea typeface="Nimbus Mono PS"/>
                <a:cs typeface="Nimbus Mono PS"/>
              </a:defRPr>
            </a:lvl4pPr>
            <a:lvl5pPr>
              <a:defRPr sz="2400" b="1" i="0">
                <a:solidFill>
                  <a:srgbClr val="B9502E"/>
                </a:solidFill>
                <a:latin typeface="Nimbus Mono PS"/>
                <a:ea typeface="Nimbus Mono PS"/>
                <a:cs typeface="Nimbus Mono PS"/>
              </a:defRPr>
            </a:lvl5pPr>
            <a:lvl6pPr>
              <a:defRPr sz="2400" b="1" i="0">
                <a:solidFill>
                  <a:srgbClr val="B9502E"/>
                </a:solidFill>
                <a:latin typeface="Nimbus Mono PS"/>
                <a:ea typeface="Nimbus Mono PS"/>
                <a:cs typeface="Nimbus Mono PS"/>
              </a:defRPr>
            </a:lvl6pPr>
            <a:lvl7pPr>
              <a:defRPr sz="2400" b="1" i="0">
                <a:solidFill>
                  <a:srgbClr val="B9502E"/>
                </a:solidFill>
                <a:latin typeface="Nimbus Mono PS"/>
                <a:ea typeface="Nimbus Mono PS"/>
                <a:cs typeface="Nimbus Mono PS"/>
              </a:defRPr>
            </a:lvl7pPr>
            <a:lvl8pPr>
              <a:defRPr sz="2400" b="1" i="0">
                <a:solidFill>
                  <a:srgbClr val="B9502E"/>
                </a:solidFill>
                <a:latin typeface="Nimbus Mono PS"/>
                <a:ea typeface="Nimbus Mono PS"/>
                <a:cs typeface="Nimbus Mono PS"/>
              </a:defRPr>
            </a:lvl8pPr>
            <a:lvl9pPr>
              <a:defRPr sz="2400" b="1" i="0">
                <a:solidFill>
                  <a:srgbClr val="B9502E"/>
                </a:solidFill>
                <a:latin typeface="Nimbus Mono PS"/>
                <a:ea typeface="Nimbus Mono PS"/>
                <a:cs typeface="Nimbus Mono PS"/>
              </a:defRPr>
            </a:lvl9pPr>
          </a:lstStyle>
          <a:p xmlns:a="http://schemas.openxmlformats.org/drawingml/2006/main">
            <a:pPr>
              <a:defRPr sz="2400" b="1" i="0">
                <a:solidFill>
                  <a:srgbClr val="B9502E"/>
                </a:solidFill>
                <a:latin typeface="Nimbus Mono PS"/>
                <a:ea typeface="Nimbus Mono PS"/>
                <a:cs typeface="Nimbus Mono PS"/>
              </a:defRPr>
            </a:pPr>
            <a:r>
              <a:rPr sz="2400" b="1" i="0">
                <a:solidFill>
                  <a:srgbClr val="B9502E"/>
                </a:solidFill>
                <a:latin typeface="Nimbus Mono PS"/>
                <a:ea typeface="Nimbus Mono PS"/>
                <a:cs typeface="Nimbus Mono PS"/>
              </a:rPr>
              <a:t>tasks/</a:t>
            </a:r>
          </a:p>
        </p:txBody>
      </p:sp>
      <p:sp>
        <p:nvSpPr>
          <p:cNvPr id="15" name="text-13">
            <a:extLst xmlns:a="http://schemas.openxmlformats.org/drawingml/2006/main">
              <a:ext uri="{FF2B5EF4-FFF2-40B4-BE49-F238E27FC236}">
                <a16:creationId xmlns:a16="http://schemas.microsoft.com/office/drawing/2014/main" id="{95BC80FC-F4DE-4C73-9237-399BC47BBCC7}"/>
              </a:ext>
            </a:extLst>
          </p:cNvPr>
          <p:cNvSpPr>
            <a:spLocks xmlns:a="http://schemas.openxmlformats.org/drawingml/2006/main" noGrp="1"/>
          </p:cNvSpPr>
          <p:nvPr/>
        </p:nvSpPr>
        <p:spPr>
          <a:xfrm xmlns:a="http://schemas.openxmlformats.org/drawingml/2006/main">
            <a:off x="8477250" y="6743700"/>
            <a:ext cx="6000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75" b="0" i="0">
                <a:solidFill>
                  <a:srgbClr val="193244"/>
                </a:solidFill>
                <a:latin typeface="Nimbus Sans"/>
                <a:ea typeface="Nimbus Sans"/>
                <a:cs typeface="Nimbus Sans"/>
              </a:defRPr>
            </a:defPPr>
            <a:lvl1pPr>
              <a:defRPr sz="2175" b="0" i="0">
                <a:solidFill>
                  <a:srgbClr val="193244"/>
                </a:solidFill>
                <a:latin typeface="Nimbus Sans"/>
                <a:ea typeface="Nimbus Sans"/>
                <a:cs typeface="Nimbus Sans"/>
              </a:defRPr>
            </a:lvl1pPr>
            <a:lvl2pPr>
              <a:defRPr sz="2175" b="0" i="0">
                <a:solidFill>
                  <a:srgbClr val="193244"/>
                </a:solidFill>
                <a:latin typeface="Nimbus Sans"/>
                <a:ea typeface="Nimbus Sans"/>
                <a:cs typeface="Nimbus Sans"/>
              </a:defRPr>
            </a:lvl2pPr>
            <a:lvl3pPr>
              <a:defRPr sz="2175" b="0" i="0">
                <a:solidFill>
                  <a:srgbClr val="193244"/>
                </a:solidFill>
                <a:latin typeface="Nimbus Sans"/>
                <a:ea typeface="Nimbus Sans"/>
                <a:cs typeface="Nimbus Sans"/>
              </a:defRPr>
            </a:lvl3pPr>
            <a:lvl4pPr>
              <a:defRPr sz="2175" b="0" i="0">
                <a:solidFill>
                  <a:srgbClr val="193244"/>
                </a:solidFill>
                <a:latin typeface="Nimbus Sans"/>
                <a:ea typeface="Nimbus Sans"/>
                <a:cs typeface="Nimbus Sans"/>
              </a:defRPr>
            </a:lvl4pPr>
            <a:lvl5pPr>
              <a:defRPr sz="2175" b="0" i="0">
                <a:solidFill>
                  <a:srgbClr val="193244"/>
                </a:solidFill>
                <a:latin typeface="Nimbus Sans"/>
                <a:ea typeface="Nimbus Sans"/>
                <a:cs typeface="Nimbus Sans"/>
              </a:defRPr>
            </a:lvl5pPr>
            <a:lvl6pPr>
              <a:defRPr sz="2175" b="0" i="0">
                <a:solidFill>
                  <a:srgbClr val="193244"/>
                </a:solidFill>
                <a:latin typeface="Nimbus Sans"/>
                <a:ea typeface="Nimbus Sans"/>
                <a:cs typeface="Nimbus Sans"/>
              </a:defRPr>
            </a:lvl6pPr>
            <a:lvl7pPr>
              <a:defRPr sz="2175" b="0" i="0">
                <a:solidFill>
                  <a:srgbClr val="193244"/>
                </a:solidFill>
                <a:latin typeface="Nimbus Sans"/>
                <a:ea typeface="Nimbus Sans"/>
                <a:cs typeface="Nimbus Sans"/>
              </a:defRPr>
            </a:lvl7pPr>
            <a:lvl8pPr>
              <a:defRPr sz="2175" b="0" i="0">
                <a:solidFill>
                  <a:srgbClr val="193244"/>
                </a:solidFill>
                <a:latin typeface="Nimbus Sans"/>
                <a:ea typeface="Nimbus Sans"/>
                <a:cs typeface="Nimbus Sans"/>
              </a:defRPr>
            </a:lvl8pPr>
            <a:lvl9pPr>
              <a:defRPr sz="2175" b="0" i="0">
                <a:solidFill>
                  <a:srgbClr val="193244"/>
                </a:solidFill>
                <a:latin typeface="Nimbus Sans"/>
                <a:ea typeface="Nimbus Sans"/>
                <a:cs typeface="Nimbus Sans"/>
              </a:defRPr>
            </a:lvl9pPr>
          </a:lstStyle>
          <a:p xmlns:a="http://schemas.openxmlformats.org/drawingml/2006/main">
            <a:pPr>
              <a:defRPr sz="2175" b="0" i="0">
                <a:solidFill>
                  <a:srgbClr val="193244"/>
                </a:solidFill>
                <a:latin typeface="Nimbus Sans"/>
                <a:ea typeface="Nimbus Sans"/>
                <a:cs typeface="Nimbus Sans"/>
              </a:defRPr>
            </a:pPr>
            <a:r>
              <a:rPr sz="2175" b="0" i="0">
                <a:solidFill>
                  <a:srgbClr val="193244"/>
                </a:solidFill>
                <a:latin typeface="Nimbus Sans"/>
                <a:ea typeface="Nimbus Sans"/>
                <a:cs typeface="Nimbus Sans"/>
              </a:rPr>
              <a:t>Histórico das tarefas aprovadas.</a:t>
            </a:r>
          </a:p>
        </p:txBody>
      </p:sp>
    </p:spTree>
    <p:extLst>
      <p:ext uri="{BB962C8B-B14F-4D97-AF65-F5344CB8AC3E}">
        <p14:creationId xmlns:p14="http://schemas.microsoft.com/office/powerpoint/2010/main" val="959005400"/>
      </p:ext>
    </p:extLst>
  </p:cSld>
</p:sld>
</file>

<file path=ppt/slides/slide9.xml><?xml version="1.0" encoding="utf-8"?>
<p:sld xmlns:p="http://schemas.openxmlformats.org/presentationml/2006/main">
  <p:cSld>
    <p:bg>
      <p:bgPr>
        <a:solidFill xmlns:a="http://schemas.openxmlformats.org/drawingml/2006/main">
          <a:srgbClr val="FCFAF5"/>
        </a:solidFill>
      </p:bgPr>
    </p:bg>
    <p:spTree>
      <p:nvGrpSpPr>
        <p:cNvPr id="1" name=""/>
        <p:cNvGrpSpPr/>
        <p:nvPr/>
      </p:nvGrpSpPr>
      <p:grpSpPr>
        <a:xfrm xmlns:a="http://schemas.openxmlformats.org/drawingml/2006/main"/>
      </p:grpSpPr>
      <p:pic>
        <p:nvPicPr>
          <p:cNvPr id="19" name="">
            <a:extLst xmlns:a="http://schemas.openxmlformats.org/drawingml/2006/main">
              <a:ext uri="{FF2B5EF4-FFF2-40B4-BE49-F238E27FC236}">
                <a16:creationId xmlns:a16="http://schemas.microsoft.com/office/drawing/2014/main" id="{C725D6FF-BA90-45B3-8013-0016908D3ED6}"/>
              </a:ext>
            </a:extLst>
          </p:cNvPr>
          <p:cNvPicPr>
            <a:picLocks xmlns:a="http://schemas.openxmlformats.org/drawingml/2006/main" noChangeAspect="1"/>
          </p:cNvPicPr>
          <p:nvPr/>
        </p:nvPicPr>
        <p:blipFill>
          <a:blip xmlns:r="http://schemas.openxmlformats.org/officeDocument/2006/relationships" xmlns:a="http://schemas.openxmlformats.org/drawingml/2006/main" r:embed="R21496f012bf548f3"/>
          <a:srcRect xmlns:a="http://schemas.openxmlformats.org/drawingml/2006/main" l="0" t="27" r="0" b="27"/>
          <a:stretch xmlns:a="http://schemas.openxmlformats.org/drawingml/2006/main">
            <a:fillRect l="0" t="0" r="0" b="0"/>
          </a:stretch>
        </p:blipFill>
        <p:spPr>
          <a:xfrm xmlns:a="http://schemas.openxmlformats.org/drawingml/2006/main">
            <a:off x="0" y="0"/>
            <a:ext cx="15240000" cy="8572500"/>
          </a:xfrm>
          <a:prstGeom xmlns:a="http://schemas.openxmlformats.org/drawingml/2006/main" prst="rect">
            <a:avLst/>
          </a:prstGeom>
        </p:spPr>
      </p:pic>
      <p:sp>
        <p:nvSpPr>
          <p:cNvPr id="2" name="text-0">
            <a:extLst xmlns:a="http://schemas.openxmlformats.org/drawingml/2006/main">
              <a:ext uri="{FF2B5EF4-FFF2-40B4-BE49-F238E27FC236}">
                <a16:creationId xmlns:a16="http://schemas.microsoft.com/office/drawing/2014/main" id="{3453CF54-EBE2-4412-B537-C78B8C2EC35E}"/>
              </a:ext>
            </a:extLst>
          </p:cNvPr>
          <p:cNvSpPr>
            <a:spLocks xmlns:a="http://schemas.openxmlformats.org/drawingml/2006/main" noGrp="1"/>
          </p:cNvSpPr>
          <p:nvPr/>
        </p:nvSpPr>
        <p:spPr>
          <a:xfrm xmlns:a="http://schemas.openxmlformats.org/drawingml/2006/main">
            <a:off x="723900" y="523875"/>
            <a:ext cx="137922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75" b="1" i="0">
                <a:solidFill>
                  <a:srgbClr val="193244"/>
                </a:solidFill>
                <a:latin typeface="Nimbus Mono PS"/>
                <a:ea typeface="Nimbus Mono PS"/>
                <a:cs typeface="Nimbus Mono PS"/>
              </a:defRPr>
            </a:defPPr>
            <a:lvl1pPr>
              <a:defRPr sz="3375" b="1" i="0">
                <a:solidFill>
                  <a:srgbClr val="193244"/>
                </a:solidFill>
                <a:latin typeface="Nimbus Mono PS"/>
                <a:ea typeface="Nimbus Mono PS"/>
                <a:cs typeface="Nimbus Mono PS"/>
              </a:defRPr>
            </a:lvl1pPr>
            <a:lvl2pPr>
              <a:defRPr sz="3375" b="1" i="0">
                <a:solidFill>
                  <a:srgbClr val="193244"/>
                </a:solidFill>
                <a:latin typeface="Nimbus Mono PS"/>
                <a:ea typeface="Nimbus Mono PS"/>
                <a:cs typeface="Nimbus Mono PS"/>
              </a:defRPr>
            </a:lvl2pPr>
            <a:lvl3pPr>
              <a:defRPr sz="3375" b="1" i="0">
                <a:solidFill>
                  <a:srgbClr val="193244"/>
                </a:solidFill>
                <a:latin typeface="Nimbus Mono PS"/>
                <a:ea typeface="Nimbus Mono PS"/>
                <a:cs typeface="Nimbus Mono PS"/>
              </a:defRPr>
            </a:lvl3pPr>
            <a:lvl4pPr>
              <a:defRPr sz="3375" b="1" i="0">
                <a:solidFill>
                  <a:srgbClr val="193244"/>
                </a:solidFill>
                <a:latin typeface="Nimbus Mono PS"/>
                <a:ea typeface="Nimbus Mono PS"/>
                <a:cs typeface="Nimbus Mono PS"/>
              </a:defRPr>
            </a:lvl4pPr>
            <a:lvl5pPr>
              <a:defRPr sz="3375" b="1" i="0">
                <a:solidFill>
                  <a:srgbClr val="193244"/>
                </a:solidFill>
                <a:latin typeface="Nimbus Mono PS"/>
                <a:ea typeface="Nimbus Mono PS"/>
                <a:cs typeface="Nimbus Mono PS"/>
              </a:defRPr>
            </a:lvl5pPr>
            <a:lvl6pPr>
              <a:defRPr sz="3375" b="1" i="0">
                <a:solidFill>
                  <a:srgbClr val="193244"/>
                </a:solidFill>
                <a:latin typeface="Nimbus Mono PS"/>
                <a:ea typeface="Nimbus Mono PS"/>
                <a:cs typeface="Nimbus Mono PS"/>
              </a:defRPr>
            </a:lvl6pPr>
            <a:lvl7pPr>
              <a:defRPr sz="3375" b="1" i="0">
                <a:solidFill>
                  <a:srgbClr val="193244"/>
                </a:solidFill>
                <a:latin typeface="Nimbus Mono PS"/>
                <a:ea typeface="Nimbus Mono PS"/>
                <a:cs typeface="Nimbus Mono PS"/>
              </a:defRPr>
            </a:lvl7pPr>
            <a:lvl8pPr>
              <a:defRPr sz="3375" b="1" i="0">
                <a:solidFill>
                  <a:srgbClr val="193244"/>
                </a:solidFill>
                <a:latin typeface="Nimbus Mono PS"/>
                <a:ea typeface="Nimbus Mono PS"/>
                <a:cs typeface="Nimbus Mono PS"/>
              </a:defRPr>
            </a:lvl8pPr>
            <a:lvl9pPr>
              <a:defRPr sz="3375" b="1" i="0">
                <a:solidFill>
                  <a:srgbClr val="193244"/>
                </a:solidFill>
                <a:latin typeface="Nimbus Mono PS"/>
                <a:ea typeface="Nimbus Mono PS"/>
                <a:cs typeface="Nimbus Mono PS"/>
              </a:defRPr>
            </a:lvl9pPr>
          </a:lstStyle>
          <a:p xmlns:a="http://schemas.openxmlformats.org/drawingml/2006/main">
            <a:pPr>
              <a:defRPr sz="3375" b="1" i="0">
                <a:solidFill>
                  <a:srgbClr val="193244"/>
                </a:solidFill>
                <a:latin typeface="Nimbus Mono PS"/>
                <a:ea typeface="Nimbus Mono PS"/>
                <a:cs typeface="Nimbus Mono PS"/>
              </a:defRPr>
            </a:pPr>
            <a:r>
              <a:rPr sz="3375" b="1" i="0">
                <a:solidFill>
                  <a:srgbClr val="193244"/>
                </a:solidFill>
                <a:latin typeface="Nimbus Mono PS"/>
                <a:ea typeface="Nimbus Mono PS"/>
                <a:cs typeface="Nimbus Mono PS"/>
              </a:rPr>
              <a:t>Primeiro uso em um projeto</a:t>
            </a:r>
          </a:p>
        </p:txBody>
      </p:sp>
      <p:sp>
        <p:nvSpPr>
          <p:cNvPr id="3" name="text-1">
            <a:extLst xmlns:a="http://schemas.openxmlformats.org/drawingml/2006/main">
              <a:ext uri="{FF2B5EF4-FFF2-40B4-BE49-F238E27FC236}">
                <a16:creationId xmlns:a16="http://schemas.microsoft.com/office/drawing/2014/main" id="{06869DA3-B354-4D60-A00A-B4718125E501}"/>
              </a:ext>
            </a:extLst>
          </p:cNvPr>
          <p:cNvSpPr>
            <a:spLocks xmlns:a="http://schemas.openxmlformats.org/drawingml/2006/main" noGrp="1"/>
          </p:cNvSpPr>
          <p:nvPr/>
        </p:nvSpPr>
        <p:spPr>
          <a:xfrm xmlns:a="http://schemas.openxmlformats.org/drawingml/2006/main">
            <a:off x="742950" y="1428750"/>
            <a:ext cx="13620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0" i="0">
                <a:solidFill>
                  <a:srgbClr val="54656D"/>
                </a:solidFill>
                <a:latin typeface="Nimbus Sans"/>
                <a:ea typeface="Nimbus Sans"/>
                <a:cs typeface="Nimbus Sans"/>
              </a:defRPr>
            </a:defPPr>
            <a:lvl1pPr>
              <a:defRPr sz="2025" b="0" i="0">
                <a:solidFill>
                  <a:srgbClr val="54656D"/>
                </a:solidFill>
                <a:latin typeface="Nimbus Sans"/>
                <a:ea typeface="Nimbus Sans"/>
                <a:cs typeface="Nimbus Sans"/>
              </a:defRPr>
            </a:lvl1pPr>
            <a:lvl2pPr>
              <a:defRPr sz="2025" b="0" i="0">
                <a:solidFill>
                  <a:srgbClr val="54656D"/>
                </a:solidFill>
                <a:latin typeface="Nimbus Sans"/>
                <a:ea typeface="Nimbus Sans"/>
                <a:cs typeface="Nimbus Sans"/>
              </a:defRPr>
            </a:lvl2pPr>
            <a:lvl3pPr>
              <a:defRPr sz="2025" b="0" i="0">
                <a:solidFill>
                  <a:srgbClr val="54656D"/>
                </a:solidFill>
                <a:latin typeface="Nimbus Sans"/>
                <a:ea typeface="Nimbus Sans"/>
                <a:cs typeface="Nimbus Sans"/>
              </a:defRPr>
            </a:lvl3pPr>
            <a:lvl4pPr>
              <a:defRPr sz="2025" b="0" i="0">
                <a:solidFill>
                  <a:srgbClr val="54656D"/>
                </a:solidFill>
                <a:latin typeface="Nimbus Sans"/>
                <a:ea typeface="Nimbus Sans"/>
                <a:cs typeface="Nimbus Sans"/>
              </a:defRPr>
            </a:lvl4pPr>
            <a:lvl5pPr>
              <a:defRPr sz="2025" b="0" i="0">
                <a:solidFill>
                  <a:srgbClr val="54656D"/>
                </a:solidFill>
                <a:latin typeface="Nimbus Sans"/>
                <a:ea typeface="Nimbus Sans"/>
                <a:cs typeface="Nimbus Sans"/>
              </a:defRPr>
            </a:lvl5pPr>
            <a:lvl6pPr>
              <a:defRPr sz="2025" b="0" i="0">
                <a:solidFill>
                  <a:srgbClr val="54656D"/>
                </a:solidFill>
                <a:latin typeface="Nimbus Sans"/>
                <a:ea typeface="Nimbus Sans"/>
                <a:cs typeface="Nimbus Sans"/>
              </a:defRPr>
            </a:lvl6pPr>
            <a:lvl7pPr>
              <a:defRPr sz="2025" b="0" i="0">
                <a:solidFill>
                  <a:srgbClr val="54656D"/>
                </a:solidFill>
                <a:latin typeface="Nimbus Sans"/>
                <a:ea typeface="Nimbus Sans"/>
                <a:cs typeface="Nimbus Sans"/>
              </a:defRPr>
            </a:lvl7pPr>
            <a:lvl8pPr>
              <a:defRPr sz="2025" b="0" i="0">
                <a:solidFill>
                  <a:srgbClr val="54656D"/>
                </a:solidFill>
                <a:latin typeface="Nimbus Sans"/>
                <a:ea typeface="Nimbus Sans"/>
                <a:cs typeface="Nimbus Sans"/>
              </a:defRPr>
            </a:lvl8pPr>
            <a:lvl9pPr>
              <a:defRPr sz="2025" b="0" i="0">
                <a:solidFill>
                  <a:srgbClr val="54656D"/>
                </a:solidFill>
                <a:latin typeface="Nimbus Sans"/>
                <a:ea typeface="Nimbus Sans"/>
                <a:cs typeface="Nimbus Sans"/>
              </a:defRPr>
            </a:lvl9pPr>
          </a:lstStyle>
          <a:p xmlns:a="http://schemas.openxmlformats.org/drawingml/2006/main">
            <a:pPr>
              <a:defRPr sz="2025" b="0" i="0">
                <a:solidFill>
                  <a:srgbClr val="54656D"/>
                </a:solidFill>
                <a:latin typeface="Nimbus Sans"/>
                <a:ea typeface="Nimbus Sans"/>
                <a:cs typeface="Nimbus Sans"/>
              </a:defRPr>
            </a:pPr>
            <a:r>
              <a:rPr sz="2025" b="0" i="0">
                <a:solidFill>
                  <a:srgbClr val="54656D"/>
                </a:solidFill>
                <a:latin typeface="Nimbus Sans"/>
                <a:ea typeface="Nimbus Sans"/>
                <a:cs typeface="Nimbus Sans"/>
              </a:rPr>
              <a:t>A primeira entrega começa com contexto suficiente e uma tarefa aprovada.</a:t>
            </a:r>
          </a:p>
        </p:txBody>
      </p:sp>
      <p:sp>
        <p:nvSpPr>
          <p:cNvPr id="4" name="text-2">
            <a:extLst xmlns:a="http://schemas.openxmlformats.org/drawingml/2006/main">
              <a:ext uri="{FF2B5EF4-FFF2-40B4-BE49-F238E27FC236}">
                <a16:creationId xmlns:a16="http://schemas.microsoft.com/office/drawing/2014/main" id="{D74E2786-6603-4348-B9A4-57DACAB8828E}"/>
              </a:ext>
            </a:extLst>
          </p:cNvPr>
          <p:cNvSpPr>
            <a:spLocks xmlns:a="http://schemas.openxmlformats.org/drawingml/2006/main" noGrp="1"/>
          </p:cNvSpPr>
          <p:nvPr/>
        </p:nvSpPr>
        <p:spPr>
          <a:xfrm xmlns:a="http://schemas.openxmlformats.org/drawingml/2006/main">
            <a:off x="742950" y="8096250"/>
            <a:ext cx="12573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00" b="0" i="0">
                <a:solidFill>
                  <a:srgbClr val="54656D"/>
                </a:solidFill>
                <a:latin typeface="Nimbus Mono PS"/>
                <a:ea typeface="Nimbus Mono PS"/>
                <a:cs typeface="Nimbus Mono PS"/>
              </a:defRPr>
            </a:defPPr>
            <a:lvl1pPr>
              <a:defRPr sz="1200" b="0" i="0">
                <a:solidFill>
                  <a:srgbClr val="54656D"/>
                </a:solidFill>
                <a:latin typeface="Nimbus Mono PS"/>
                <a:ea typeface="Nimbus Mono PS"/>
                <a:cs typeface="Nimbus Mono PS"/>
              </a:defRPr>
            </a:lvl1pPr>
            <a:lvl2pPr>
              <a:defRPr sz="1200" b="0" i="0">
                <a:solidFill>
                  <a:srgbClr val="54656D"/>
                </a:solidFill>
                <a:latin typeface="Nimbus Mono PS"/>
                <a:ea typeface="Nimbus Mono PS"/>
                <a:cs typeface="Nimbus Mono PS"/>
              </a:defRPr>
            </a:lvl2pPr>
            <a:lvl3pPr>
              <a:defRPr sz="1200" b="0" i="0">
                <a:solidFill>
                  <a:srgbClr val="54656D"/>
                </a:solidFill>
                <a:latin typeface="Nimbus Mono PS"/>
                <a:ea typeface="Nimbus Mono PS"/>
                <a:cs typeface="Nimbus Mono PS"/>
              </a:defRPr>
            </a:lvl3pPr>
            <a:lvl4pPr>
              <a:defRPr sz="1200" b="0" i="0">
                <a:solidFill>
                  <a:srgbClr val="54656D"/>
                </a:solidFill>
                <a:latin typeface="Nimbus Mono PS"/>
                <a:ea typeface="Nimbus Mono PS"/>
                <a:cs typeface="Nimbus Mono PS"/>
              </a:defRPr>
            </a:lvl4pPr>
            <a:lvl5pPr>
              <a:defRPr sz="1200" b="0" i="0">
                <a:solidFill>
                  <a:srgbClr val="54656D"/>
                </a:solidFill>
                <a:latin typeface="Nimbus Mono PS"/>
                <a:ea typeface="Nimbus Mono PS"/>
                <a:cs typeface="Nimbus Mono PS"/>
              </a:defRPr>
            </a:lvl5pPr>
            <a:lvl6pPr>
              <a:defRPr sz="1200" b="0" i="0">
                <a:solidFill>
                  <a:srgbClr val="54656D"/>
                </a:solidFill>
                <a:latin typeface="Nimbus Mono PS"/>
                <a:ea typeface="Nimbus Mono PS"/>
                <a:cs typeface="Nimbus Mono PS"/>
              </a:defRPr>
            </a:lvl6pPr>
            <a:lvl7pPr>
              <a:defRPr sz="1200" b="0" i="0">
                <a:solidFill>
                  <a:srgbClr val="54656D"/>
                </a:solidFill>
                <a:latin typeface="Nimbus Mono PS"/>
                <a:ea typeface="Nimbus Mono PS"/>
                <a:cs typeface="Nimbus Mono PS"/>
              </a:defRPr>
            </a:lvl7pPr>
            <a:lvl8pPr>
              <a:defRPr sz="1200" b="0" i="0">
                <a:solidFill>
                  <a:srgbClr val="54656D"/>
                </a:solidFill>
                <a:latin typeface="Nimbus Mono PS"/>
                <a:ea typeface="Nimbus Mono PS"/>
                <a:cs typeface="Nimbus Mono PS"/>
              </a:defRPr>
            </a:lvl8pPr>
            <a:lvl9pPr>
              <a:defRPr sz="1200" b="0" i="0">
                <a:solidFill>
                  <a:srgbClr val="54656D"/>
                </a:solidFill>
                <a:latin typeface="Nimbus Mono PS"/>
                <a:ea typeface="Nimbus Mono PS"/>
                <a:cs typeface="Nimbus Mono PS"/>
              </a:defRPr>
            </a:lvl9pPr>
          </a:lstStyle>
          <a:p xmlns:a="http://schemas.openxmlformats.org/drawingml/2006/main">
            <a:pPr>
              <a:defRPr sz="1200" b="0" i="0">
                <a:solidFill>
                  <a:srgbClr val="54656D"/>
                </a:solidFill>
                <a:latin typeface="Nimbus Mono PS"/>
                <a:ea typeface="Nimbus Mono PS"/>
                <a:cs typeface="Nimbus Mono PS"/>
              </a:defRPr>
            </a:pPr>
            <a:r>
              <a:rPr sz="1200" b="0" i="0">
                <a:solidFill>
                  <a:srgbClr val="54656D"/>
                </a:solidFill>
                <a:latin typeface="Nimbus Mono PS"/>
                <a:ea typeface="Nimbus Mono PS"/>
                <a:cs typeface="Nimbus Mono PS"/>
              </a:rPr>
              <a:t>GUIA  /  INÍCIO</a:t>
            </a:r>
          </a:p>
        </p:txBody>
      </p:sp>
      <p:sp>
        <p:nvSpPr>
          <p:cNvPr id="5" name="text-3">
            <a:extLst xmlns:a="http://schemas.openxmlformats.org/drawingml/2006/main">
              <a:ext uri="{FF2B5EF4-FFF2-40B4-BE49-F238E27FC236}">
                <a16:creationId xmlns:a16="http://schemas.microsoft.com/office/drawing/2014/main" id="{66E6E40E-C687-454D-9D54-9E3E22C837DD}"/>
              </a:ext>
            </a:extLst>
          </p:cNvPr>
          <p:cNvSpPr>
            <a:spLocks xmlns:a="http://schemas.openxmlformats.org/drawingml/2006/main" noGrp="1"/>
          </p:cNvSpPr>
          <p:nvPr/>
        </p:nvSpPr>
        <p:spPr>
          <a:xfrm xmlns:a="http://schemas.openxmlformats.org/drawingml/2006/main">
            <a:off x="13944600" y="8048625"/>
            <a:ext cx="609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1" i="0">
                <a:solidFill>
                  <a:srgbClr val="B9502E"/>
                </a:solidFill>
                <a:latin typeface="Nimbus Mono PS"/>
                <a:ea typeface="Nimbus Mono PS"/>
                <a:cs typeface="Nimbus Mono PS"/>
              </a:defRPr>
            </a:defPPr>
            <a:lvl1pPr>
              <a:defRPr sz="1800" b="1" i="0">
                <a:solidFill>
                  <a:srgbClr val="B9502E"/>
                </a:solidFill>
                <a:latin typeface="Nimbus Mono PS"/>
                <a:ea typeface="Nimbus Mono PS"/>
                <a:cs typeface="Nimbus Mono PS"/>
              </a:defRPr>
            </a:lvl1pPr>
            <a:lvl2pPr>
              <a:defRPr sz="1800" b="1" i="0">
                <a:solidFill>
                  <a:srgbClr val="B9502E"/>
                </a:solidFill>
                <a:latin typeface="Nimbus Mono PS"/>
                <a:ea typeface="Nimbus Mono PS"/>
                <a:cs typeface="Nimbus Mono PS"/>
              </a:defRPr>
            </a:lvl2pPr>
            <a:lvl3pPr>
              <a:defRPr sz="1800" b="1" i="0">
                <a:solidFill>
                  <a:srgbClr val="B9502E"/>
                </a:solidFill>
                <a:latin typeface="Nimbus Mono PS"/>
                <a:ea typeface="Nimbus Mono PS"/>
                <a:cs typeface="Nimbus Mono PS"/>
              </a:defRPr>
            </a:lvl3pPr>
            <a:lvl4pPr>
              <a:defRPr sz="1800" b="1" i="0">
                <a:solidFill>
                  <a:srgbClr val="B9502E"/>
                </a:solidFill>
                <a:latin typeface="Nimbus Mono PS"/>
                <a:ea typeface="Nimbus Mono PS"/>
                <a:cs typeface="Nimbus Mono PS"/>
              </a:defRPr>
            </a:lvl4pPr>
            <a:lvl5pPr>
              <a:defRPr sz="1800" b="1" i="0">
                <a:solidFill>
                  <a:srgbClr val="B9502E"/>
                </a:solidFill>
                <a:latin typeface="Nimbus Mono PS"/>
                <a:ea typeface="Nimbus Mono PS"/>
                <a:cs typeface="Nimbus Mono PS"/>
              </a:defRPr>
            </a:lvl5pPr>
            <a:lvl6pPr>
              <a:defRPr sz="1800" b="1" i="0">
                <a:solidFill>
                  <a:srgbClr val="B9502E"/>
                </a:solidFill>
                <a:latin typeface="Nimbus Mono PS"/>
                <a:ea typeface="Nimbus Mono PS"/>
                <a:cs typeface="Nimbus Mono PS"/>
              </a:defRPr>
            </a:lvl6pPr>
            <a:lvl7pPr>
              <a:defRPr sz="1800" b="1" i="0">
                <a:solidFill>
                  <a:srgbClr val="B9502E"/>
                </a:solidFill>
                <a:latin typeface="Nimbus Mono PS"/>
                <a:ea typeface="Nimbus Mono PS"/>
                <a:cs typeface="Nimbus Mono PS"/>
              </a:defRPr>
            </a:lvl7pPr>
            <a:lvl8pPr>
              <a:defRPr sz="1800" b="1" i="0">
                <a:solidFill>
                  <a:srgbClr val="B9502E"/>
                </a:solidFill>
                <a:latin typeface="Nimbus Mono PS"/>
                <a:ea typeface="Nimbus Mono PS"/>
                <a:cs typeface="Nimbus Mono PS"/>
              </a:defRPr>
            </a:lvl8pPr>
            <a:lvl9pPr>
              <a:defRPr sz="1800" b="1" i="0">
                <a:solidFill>
                  <a:srgbClr val="B9502E"/>
                </a:solidFill>
                <a:latin typeface="Nimbus Mono PS"/>
                <a:ea typeface="Nimbus Mono PS"/>
                <a:cs typeface="Nimbus Mono PS"/>
              </a:defRPr>
            </a:lvl9pPr>
          </a:lstStyle>
          <a:p xmlns:a="http://schemas.openxmlformats.org/drawingml/2006/main">
            <a:pPr>
              <a:defRPr sz="1800" b="1" i="0">
                <a:solidFill>
                  <a:srgbClr val="B9502E"/>
                </a:solidFill>
                <a:latin typeface="Nimbus Mono PS"/>
                <a:ea typeface="Nimbus Mono PS"/>
                <a:cs typeface="Nimbus Mono PS"/>
              </a:defRPr>
            </a:pPr>
            <a:r>
              <a:rPr sz="1800" b="1" i="0">
                <a:solidFill>
                  <a:srgbClr val="B9502E"/>
                </a:solidFill>
                <a:latin typeface="Nimbus Mono PS"/>
                <a:ea typeface="Nimbus Mono PS"/>
                <a:cs typeface="Nimbus Mono PS"/>
              </a:rPr>
              <a:t>09</a:t>
            </a:r>
          </a:p>
        </p:txBody>
      </p:sp>
      <p:sp>
        <p:nvSpPr>
          <p:cNvPr id="6" name="text-4">
            <a:extLst xmlns:a="http://schemas.openxmlformats.org/drawingml/2006/main">
              <a:ext uri="{FF2B5EF4-FFF2-40B4-BE49-F238E27FC236}">
                <a16:creationId xmlns:a16="http://schemas.microsoft.com/office/drawing/2014/main" id="{96397CCB-95D4-4EC1-A42E-46496C8AE7BB}"/>
              </a:ext>
            </a:extLst>
          </p:cNvPr>
          <p:cNvSpPr>
            <a:spLocks xmlns:a="http://schemas.openxmlformats.org/drawingml/2006/main" noGrp="1"/>
          </p:cNvSpPr>
          <p:nvPr/>
        </p:nvSpPr>
        <p:spPr>
          <a:xfrm xmlns:a="http://schemas.openxmlformats.org/drawingml/2006/main">
            <a:off x="762000" y="2314575"/>
            <a:ext cx="666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000" b="1" i="0">
                <a:solidFill>
                  <a:srgbClr val="B9502E"/>
                </a:solidFill>
                <a:latin typeface="Nimbus Mono PS"/>
                <a:ea typeface="Nimbus Mono PS"/>
                <a:cs typeface="Nimbus Mono PS"/>
              </a:defRPr>
            </a:defPPr>
            <a:lvl1pPr>
              <a:defRPr sz="3000" b="1" i="0">
                <a:solidFill>
                  <a:srgbClr val="B9502E"/>
                </a:solidFill>
                <a:latin typeface="Nimbus Mono PS"/>
                <a:ea typeface="Nimbus Mono PS"/>
                <a:cs typeface="Nimbus Mono PS"/>
              </a:defRPr>
            </a:lvl1pPr>
            <a:lvl2pPr>
              <a:defRPr sz="3000" b="1" i="0">
                <a:solidFill>
                  <a:srgbClr val="B9502E"/>
                </a:solidFill>
                <a:latin typeface="Nimbus Mono PS"/>
                <a:ea typeface="Nimbus Mono PS"/>
                <a:cs typeface="Nimbus Mono PS"/>
              </a:defRPr>
            </a:lvl2pPr>
            <a:lvl3pPr>
              <a:defRPr sz="3000" b="1" i="0">
                <a:solidFill>
                  <a:srgbClr val="B9502E"/>
                </a:solidFill>
                <a:latin typeface="Nimbus Mono PS"/>
                <a:ea typeface="Nimbus Mono PS"/>
                <a:cs typeface="Nimbus Mono PS"/>
              </a:defRPr>
            </a:lvl3pPr>
            <a:lvl4pPr>
              <a:defRPr sz="3000" b="1" i="0">
                <a:solidFill>
                  <a:srgbClr val="B9502E"/>
                </a:solidFill>
                <a:latin typeface="Nimbus Mono PS"/>
                <a:ea typeface="Nimbus Mono PS"/>
                <a:cs typeface="Nimbus Mono PS"/>
              </a:defRPr>
            </a:lvl4pPr>
            <a:lvl5pPr>
              <a:defRPr sz="3000" b="1" i="0">
                <a:solidFill>
                  <a:srgbClr val="B9502E"/>
                </a:solidFill>
                <a:latin typeface="Nimbus Mono PS"/>
                <a:ea typeface="Nimbus Mono PS"/>
                <a:cs typeface="Nimbus Mono PS"/>
              </a:defRPr>
            </a:lvl5pPr>
            <a:lvl6pPr>
              <a:defRPr sz="3000" b="1" i="0">
                <a:solidFill>
                  <a:srgbClr val="B9502E"/>
                </a:solidFill>
                <a:latin typeface="Nimbus Mono PS"/>
                <a:ea typeface="Nimbus Mono PS"/>
                <a:cs typeface="Nimbus Mono PS"/>
              </a:defRPr>
            </a:lvl6pPr>
            <a:lvl7pPr>
              <a:defRPr sz="3000" b="1" i="0">
                <a:solidFill>
                  <a:srgbClr val="B9502E"/>
                </a:solidFill>
                <a:latin typeface="Nimbus Mono PS"/>
                <a:ea typeface="Nimbus Mono PS"/>
                <a:cs typeface="Nimbus Mono PS"/>
              </a:defRPr>
            </a:lvl7pPr>
            <a:lvl8pPr>
              <a:defRPr sz="3000" b="1" i="0">
                <a:solidFill>
                  <a:srgbClr val="B9502E"/>
                </a:solidFill>
                <a:latin typeface="Nimbus Mono PS"/>
                <a:ea typeface="Nimbus Mono PS"/>
                <a:cs typeface="Nimbus Mono PS"/>
              </a:defRPr>
            </a:lvl8pPr>
            <a:lvl9pPr>
              <a:defRPr sz="3000" b="1" i="0">
                <a:solidFill>
                  <a:srgbClr val="B9502E"/>
                </a:solidFill>
                <a:latin typeface="Nimbus Mono PS"/>
                <a:ea typeface="Nimbus Mono PS"/>
                <a:cs typeface="Nimbus Mono PS"/>
              </a:defRPr>
            </a:lvl9pPr>
          </a:lstStyle>
          <a:p xmlns:a="http://schemas.openxmlformats.org/drawingml/2006/main">
            <a:pPr>
              <a:defRPr sz="3000" b="1" i="0">
                <a:solidFill>
                  <a:srgbClr val="B9502E"/>
                </a:solidFill>
                <a:latin typeface="Nimbus Mono PS"/>
                <a:ea typeface="Nimbus Mono PS"/>
                <a:cs typeface="Nimbus Mono PS"/>
              </a:defRPr>
            </a:pPr>
            <a:r>
              <a:rPr sz="3000" b="1" i="0">
                <a:solidFill>
                  <a:srgbClr val="B9502E"/>
                </a:solidFill>
                <a:latin typeface="Nimbus Mono PS"/>
                <a:ea typeface="Nimbus Mono PS"/>
                <a:cs typeface="Nimbus Mono PS"/>
              </a:rPr>
              <a:t>01</a:t>
            </a:r>
          </a:p>
        </p:txBody>
      </p:sp>
      <p:sp>
        <p:nvSpPr>
          <p:cNvPr id="7" name="text-5">
            <a:extLst xmlns:a="http://schemas.openxmlformats.org/drawingml/2006/main">
              <a:ext uri="{FF2B5EF4-FFF2-40B4-BE49-F238E27FC236}">
                <a16:creationId xmlns:a16="http://schemas.microsoft.com/office/drawing/2014/main" id="{C604258D-A75F-472C-9AD2-13966B652328}"/>
              </a:ext>
            </a:extLst>
          </p:cNvPr>
          <p:cNvSpPr>
            <a:spLocks xmlns:a="http://schemas.openxmlformats.org/drawingml/2006/main" noGrp="1"/>
          </p:cNvSpPr>
          <p:nvPr/>
        </p:nvSpPr>
        <p:spPr>
          <a:xfrm xmlns:a="http://schemas.openxmlformats.org/drawingml/2006/main">
            <a:off x="1562100" y="2333625"/>
            <a:ext cx="58674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325" b="1" i="0">
                <a:solidFill>
                  <a:srgbClr val="193244"/>
                </a:solidFill>
                <a:latin typeface="Nimbus Sans"/>
                <a:ea typeface="Nimbus Sans"/>
                <a:cs typeface="Nimbus Sans"/>
              </a:defRPr>
            </a:defPPr>
            <a:lvl1pPr>
              <a:defRPr sz="2325" b="1" i="0">
                <a:solidFill>
                  <a:srgbClr val="193244"/>
                </a:solidFill>
                <a:latin typeface="Nimbus Sans"/>
                <a:ea typeface="Nimbus Sans"/>
                <a:cs typeface="Nimbus Sans"/>
              </a:defRPr>
            </a:lvl1pPr>
            <a:lvl2pPr>
              <a:defRPr sz="2325" b="1" i="0">
                <a:solidFill>
                  <a:srgbClr val="193244"/>
                </a:solidFill>
                <a:latin typeface="Nimbus Sans"/>
                <a:ea typeface="Nimbus Sans"/>
                <a:cs typeface="Nimbus Sans"/>
              </a:defRPr>
            </a:lvl2pPr>
            <a:lvl3pPr>
              <a:defRPr sz="2325" b="1" i="0">
                <a:solidFill>
                  <a:srgbClr val="193244"/>
                </a:solidFill>
                <a:latin typeface="Nimbus Sans"/>
                <a:ea typeface="Nimbus Sans"/>
                <a:cs typeface="Nimbus Sans"/>
              </a:defRPr>
            </a:lvl3pPr>
            <a:lvl4pPr>
              <a:defRPr sz="2325" b="1" i="0">
                <a:solidFill>
                  <a:srgbClr val="193244"/>
                </a:solidFill>
                <a:latin typeface="Nimbus Sans"/>
                <a:ea typeface="Nimbus Sans"/>
                <a:cs typeface="Nimbus Sans"/>
              </a:defRPr>
            </a:lvl4pPr>
            <a:lvl5pPr>
              <a:defRPr sz="2325" b="1" i="0">
                <a:solidFill>
                  <a:srgbClr val="193244"/>
                </a:solidFill>
                <a:latin typeface="Nimbus Sans"/>
                <a:ea typeface="Nimbus Sans"/>
                <a:cs typeface="Nimbus Sans"/>
              </a:defRPr>
            </a:lvl5pPr>
            <a:lvl6pPr>
              <a:defRPr sz="2325" b="1" i="0">
                <a:solidFill>
                  <a:srgbClr val="193244"/>
                </a:solidFill>
                <a:latin typeface="Nimbus Sans"/>
                <a:ea typeface="Nimbus Sans"/>
                <a:cs typeface="Nimbus Sans"/>
              </a:defRPr>
            </a:lvl6pPr>
            <a:lvl7pPr>
              <a:defRPr sz="2325" b="1" i="0">
                <a:solidFill>
                  <a:srgbClr val="193244"/>
                </a:solidFill>
                <a:latin typeface="Nimbus Sans"/>
                <a:ea typeface="Nimbus Sans"/>
                <a:cs typeface="Nimbus Sans"/>
              </a:defRPr>
            </a:lvl7pPr>
            <a:lvl8pPr>
              <a:defRPr sz="2325" b="1" i="0">
                <a:solidFill>
                  <a:srgbClr val="193244"/>
                </a:solidFill>
                <a:latin typeface="Nimbus Sans"/>
                <a:ea typeface="Nimbus Sans"/>
                <a:cs typeface="Nimbus Sans"/>
              </a:defRPr>
            </a:lvl8pPr>
            <a:lvl9pPr>
              <a:defRPr sz="2325" b="1" i="0">
                <a:solidFill>
                  <a:srgbClr val="193244"/>
                </a:solidFill>
                <a:latin typeface="Nimbus Sans"/>
                <a:ea typeface="Nimbus Sans"/>
                <a:cs typeface="Nimbus Sans"/>
              </a:defRPr>
            </a:lvl9pPr>
          </a:lstStyle>
          <a:p xmlns:a="http://schemas.openxmlformats.org/drawingml/2006/main">
            <a:pPr>
              <a:defRPr sz="2325" b="1" i="0">
                <a:solidFill>
                  <a:srgbClr val="193244"/>
                </a:solidFill>
                <a:latin typeface="Nimbus Sans"/>
                <a:ea typeface="Nimbus Sans"/>
                <a:cs typeface="Nimbus Sans"/>
              </a:defRPr>
            </a:pPr>
            <a:r>
              <a:rPr sz="2325" b="1" i="0">
                <a:solidFill>
                  <a:srgbClr val="193244"/>
                </a:solidFill>
                <a:latin typeface="Nimbus Sans"/>
                <a:ea typeface="Nimbus Sans"/>
                <a:cs typeface="Nimbus Sans"/>
              </a:rPr>
              <a:t>Copiar os três arquivos</a:t>
            </a:r>
          </a:p>
        </p:txBody>
      </p:sp>
      <p:sp>
        <p:nvSpPr>
          <p:cNvPr id="8" name="text-6">
            <a:extLst xmlns:a="http://schemas.openxmlformats.org/drawingml/2006/main">
              <a:ext uri="{FF2B5EF4-FFF2-40B4-BE49-F238E27FC236}">
                <a16:creationId xmlns:a16="http://schemas.microsoft.com/office/drawing/2014/main" id="{3A0BD266-0305-4FB0-B357-032A7E58F9B7}"/>
              </a:ext>
            </a:extLst>
          </p:cNvPr>
          <p:cNvSpPr>
            <a:spLocks xmlns:a="http://schemas.openxmlformats.org/drawingml/2006/main" noGrp="1"/>
          </p:cNvSpPr>
          <p:nvPr/>
        </p:nvSpPr>
        <p:spPr>
          <a:xfrm xmlns:a="http://schemas.openxmlformats.org/drawingml/2006/main">
            <a:off x="1562100" y="2867025"/>
            <a:ext cx="5867400" cy="1285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00" b="0" i="0">
                <a:solidFill>
                  <a:srgbClr val="193244"/>
                </a:solidFill>
                <a:latin typeface="Nimbus Sans"/>
                <a:ea typeface="Nimbus Sans"/>
                <a:cs typeface="Nimbus Sans"/>
              </a:defRPr>
            </a:defPPr>
            <a:lvl1pPr>
              <a:defRPr sz="2100" b="0" i="0">
                <a:solidFill>
                  <a:srgbClr val="193244"/>
                </a:solidFill>
                <a:latin typeface="Nimbus Sans"/>
                <a:ea typeface="Nimbus Sans"/>
                <a:cs typeface="Nimbus Sans"/>
              </a:defRPr>
            </a:lvl1pPr>
            <a:lvl2pPr>
              <a:defRPr sz="2100" b="0" i="0">
                <a:solidFill>
                  <a:srgbClr val="193244"/>
                </a:solidFill>
                <a:latin typeface="Nimbus Sans"/>
                <a:ea typeface="Nimbus Sans"/>
                <a:cs typeface="Nimbus Sans"/>
              </a:defRPr>
            </a:lvl2pPr>
            <a:lvl3pPr>
              <a:defRPr sz="2100" b="0" i="0">
                <a:solidFill>
                  <a:srgbClr val="193244"/>
                </a:solidFill>
                <a:latin typeface="Nimbus Sans"/>
                <a:ea typeface="Nimbus Sans"/>
                <a:cs typeface="Nimbus Sans"/>
              </a:defRPr>
            </a:lvl3pPr>
            <a:lvl4pPr>
              <a:defRPr sz="2100" b="0" i="0">
                <a:solidFill>
                  <a:srgbClr val="193244"/>
                </a:solidFill>
                <a:latin typeface="Nimbus Sans"/>
                <a:ea typeface="Nimbus Sans"/>
                <a:cs typeface="Nimbus Sans"/>
              </a:defRPr>
            </a:lvl4pPr>
            <a:lvl5pPr>
              <a:defRPr sz="2100" b="0" i="0">
                <a:solidFill>
                  <a:srgbClr val="193244"/>
                </a:solidFill>
                <a:latin typeface="Nimbus Sans"/>
                <a:ea typeface="Nimbus Sans"/>
                <a:cs typeface="Nimbus Sans"/>
              </a:defRPr>
            </a:lvl5pPr>
            <a:lvl6pPr>
              <a:defRPr sz="2100" b="0" i="0">
                <a:solidFill>
                  <a:srgbClr val="193244"/>
                </a:solidFill>
                <a:latin typeface="Nimbus Sans"/>
                <a:ea typeface="Nimbus Sans"/>
                <a:cs typeface="Nimbus Sans"/>
              </a:defRPr>
            </a:lvl6pPr>
            <a:lvl7pPr>
              <a:defRPr sz="2100" b="0" i="0">
                <a:solidFill>
                  <a:srgbClr val="193244"/>
                </a:solidFill>
                <a:latin typeface="Nimbus Sans"/>
                <a:ea typeface="Nimbus Sans"/>
                <a:cs typeface="Nimbus Sans"/>
              </a:defRPr>
            </a:lvl7pPr>
            <a:lvl8pPr>
              <a:defRPr sz="2100" b="0" i="0">
                <a:solidFill>
                  <a:srgbClr val="193244"/>
                </a:solidFill>
                <a:latin typeface="Nimbus Sans"/>
                <a:ea typeface="Nimbus Sans"/>
                <a:cs typeface="Nimbus Sans"/>
              </a:defRPr>
            </a:lvl8pPr>
            <a:lvl9pPr>
              <a:defRPr sz="2100" b="0" i="0">
                <a:solidFill>
                  <a:srgbClr val="193244"/>
                </a:solidFill>
                <a:latin typeface="Nimbus Sans"/>
                <a:ea typeface="Nimbus Sans"/>
                <a:cs typeface="Nimbus Sans"/>
              </a:defRPr>
            </a:lvl9pPr>
          </a:lstStyle>
          <a:p xmlns:a="http://schemas.openxmlformats.org/drawingml/2006/main">
            <a:pPr>
              <a:defRPr sz="2100" b="0" i="0">
                <a:solidFill>
                  <a:srgbClr val="193244"/>
                </a:solidFill>
                <a:latin typeface="Nimbus Sans"/>
                <a:ea typeface="Nimbus Sans"/>
                <a:cs typeface="Nimbus Sans"/>
              </a:defRPr>
            </a:pPr>
            <a:r>
              <a:rPr sz="2100" b="0" i="0">
                <a:solidFill>
                  <a:srgbClr val="193244"/>
                </a:solidFill>
                <a:latin typeface="Nimbus Sans"/>
                <a:ea typeface="Nimbus Sans"/>
                <a:cs typeface="Nimbus Sans"/>
              </a:rPr>
              <a:t>AGENTS.md, CURRENT_TASK.md e FUTURE_TASKS.md na raiz do projeto.</a:t>
            </a:r>
          </a:p>
        </p:txBody>
      </p:sp>
      <p:sp>
        <p:nvSpPr>
          <p:cNvPr id="9" name="text-7">
            <a:extLst xmlns:a="http://schemas.openxmlformats.org/drawingml/2006/main">
              <a:ext uri="{FF2B5EF4-FFF2-40B4-BE49-F238E27FC236}">
                <a16:creationId xmlns:a16="http://schemas.microsoft.com/office/drawing/2014/main" id="{CF0E25CC-F49C-45E2-9E13-F42DBD1BCBAB}"/>
              </a:ext>
            </a:extLst>
          </p:cNvPr>
          <p:cNvSpPr>
            <a:spLocks xmlns:a="http://schemas.openxmlformats.org/drawingml/2006/main" noGrp="1"/>
          </p:cNvSpPr>
          <p:nvPr/>
        </p:nvSpPr>
        <p:spPr>
          <a:xfrm xmlns:a="http://schemas.openxmlformats.org/drawingml/2006/main">
            <a:off x="762000" y="4105275"/>
            <a:ext cx="666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000" b="1" i="0">
                <a:solidFill>
                  <a:srgbClr val="B9502E"/>
                </a:solidFill>
                <a:latin typeface="Nimbus Mono PS"/>
                <a:ea typeface="Nimbus Mono PS"/>
                <a:cs typeface="Nimbus Mono PS"/>
              </a:defRPr>
            </a:defPPr>
            <a:lvl1pPr>
              <a:defRPr sz="3000" b="1" i="0">
                <a:solidFill>
                  <a:srgbClr val="B9502E"/>
                </a:solidFill>
                <a:latin typeface="Nimbus Mono PS"/>
                <a:ea typeface="Nimbus Mono PS"/>
                <a:cs typeface="Nimbus Mono PS"/>
              </a:defRPr>
            </a:lvl1pPr>
            <a:lvl2pPr>
              <a:defRPr sz="3000" b="1" i="0">
                <a:solidFill>
                  <a:srgbClr val="B9502E"/>
                </a:solidFill>
                <a:latin typeface="Nimbus Mono PS"/>
                <a:ea typeface="Nimbus Mono PS"/>
                <a:cs typeface="Nimbus Mono PS"/>
              </a:defRPr>
            </a:lvl2pPr>
            <a:lvl3pPr>
              <a:defRPr sz="3000" b="1" i="0">
                <a:solidFill>
                  <a:srgbClr val="B9502E"/>
                </a:solidFill>
                <a:latin typeface="Nimbus Mono PS"/>
                <a:ea typeface="Nimbus Mono PS"/>
                <a:cs typeface="Nimbus Mono PS"/>
              </a:defRPr>
            </a:lvl3pPr>
            <a:lvl4pPr>
              <a:defRPr sz="3000" b="1" i="0">
                <a:solidFill>
                  <a:srgbClr val="B9502E"/>
                </a:solidFill>
                <a:latin typeface="Nimbus Mono PS"/>
                <a:ea typeface="Nimbus Mono PS"/>
                <a:cs typeface="Nimbus Mono PS"/>
              </a:defRPr>
            </a:lvl4pPr>
            <a:lvl5pPr>
              <a:defRPr sz="3000" b="1" i="0">
                <a:solidFill>
                  <a:srgbClr val="B9502E"/>
                </a:solidFill>
                <a:latin typeface="Nimbus Mono PS"/>
                <a:ea typeface="Nimbus Mono PS"/>
                <a:cs typeface="Nimbus Mono PS"/>
              </a:defRPr>
            </a:lvl5pPr>
            <a:lvl6pPr>
              <a:defRPr sz="3000" b="1" i="0">
                <a:solidFill>
                  <a:srgbClr val="B9502E"/>
                </a:solidFill>
                <a:latin typeface="Nimbus Mono PS"/>
                <a:ea typeface="Nimbus Mono PS"/>
                <a:cs typeface="Nimbus Mono PS"/>
              </a:defRPr>
            </a:lvl6pPr>
            <a:lvl7pPr>
              <a:defRPr sz="3000" b="1" i="0">
                <a:solidFill>
                  <a:srgbClr val="B9502E"/>
                </a:solidFill>
                <a:latin typeface="Nimbus Mono PS"/>
                <a:ea typeface="Nimbus Mono PS"/>
                <a:cs typeface="Nimbus Mono PS"/>
              </a:defRPr>
            </a:lvl7pPr>
            <a:lvl8pPr>
              <a:defRPr sz="3000" b="1" i="0">
                <a:solidFill>
                  <a:srgbClr val="B9502E"/>
                </a:solidFill>
                <a:latin typeface="Nimbus Mono PS"/>
                <a:ea typeface="Nimbus Mono PS"/>
                <a:cs typeface="Nimbus Mono PS"/>
              </a:defRPr>
            </a:lvl8pPr>
            <a:lvl9pPr>
              <a:defRPr sz="3000" b="1" i="0">
                <a:solidFill>
                  <a:srgbClr val="B9502E"/>
                </a:solidFill>
                <a:latin typeface="Nimbus Mono PS"/>
                <a:ea typeface="Nimbus Mono PS"/>
                <a:cs typeface="Nimbus Mono PS"/>
              </a:defRPr>
            </a:lvl9pPr>
          </a:lstStyle>
          <a:p xmlns:a="http://schemas.openxmlformats.org/drawingml/2006/main">
            <a:pPr>
              <a:defRPr sz="3000" b="1" i="0">
                <a:solidFill>
                  <a:srgbClr val="B9502E"/>
                </a:solidFill>
                <a:latin typeface="Nimbus Mono PS"/>
                <a:ea typeface="Nimbus Mono PS"/>
                <a:cs typeface="Nimbus Mono PS"/>
              </a:defRPr>
            </a:pPr>
            <a:r>
              <a:rPr sz="3000" b="1" i="0">
                <a:solidFill>
                  <a:srgbClr val="B9502E"/>
                </a:solidFill>
                <a:latin typeface="Nimbus Mono PS"/>
                <a:ea typeface="Nimbus Mono PS"/>
                <a:cs typeface="Nimbus Mono PS"/>
              </a:rPr>
              <a:t>02</a:t>
            </a:r>
          </a:p>
        </p:txBody>
      </p:sp>
      <p:sp>
        <p:nvSpPr>
          <p:cNvPr id="10" name="text-8">
            <a:extLst xmlns:a="http://schemas.openxmlformats.org/drawingml/2006/main">
              <a:ext uri="{FF2B5EF4-FFF2-40B4-BE49-F238E27FC236}">
                <a16:creationId xmlns:a16="http://schemas.microsoft.com/office/drawing/2014/main" id="{46465359-0C9F-4D2D-B4F8-8CBF4EDEF76F}"/>
              </a:ext>
            </a:extLst>
          </p:cNvPr>
          <p:cNvSpPr>
            <a:spLocks xmlns:a="http://schemas.openxmlformats.org/drawingml/2006/main" noGrp="1"/>
          </p:cNvSpPr>
          <p:nvPr/>
        </p:nvSpPr>
        <p:spPr>
          <a:xfrm xmlns:a="http://schemas.openxmlformats.org/drawingml/2006/main">
            <a:off x="1562100" y="4124325"/>
            <a:ext cx="58674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325" b="1" i="0">
                <a:solidFill>
                  <a:srgbClr val="193244"/>
                </a:solidFill>
                <a:latin typeface="Nimbus Sans"/>
                <a:ea typeface="Nimbus Sans"/>
                <a:cs typeface="Nimbus Sans"/>
              </a:defRPr>
            </a:defPPr>
            <a:lvl1pPr>
              <a:defRPr sz="2325" b="1" i="0">
                <a:solidFill>
                  <a:srgbClr val="193244"/>
                </a:solidFill>
                <a:latin typeface="Nimbus Sans"/>
                <a:ea typeface="Nimbus Sans"/>
                <a:cs typeface="Nimbus Sans"/>
              </a:defRPr>
            </a:lvl1pPr>
            <a:lvl2pPr>
              <a:defRPr sz="2325" b="1" i="0">
                <a:solidFill>
                  <a:srgbClr val="193244"/>
                </a:solidFill>
                <a:latin typeface="Nimbus Sans"/>
                <a:ea typeface="Nimbus Sans"/>
                <a:cs typeface="Nimbus Sans"/>
              </a:defRPr>
            </a:lvl2pPr>
            <a:lvl3pPr>
              <a:defRPr sz="2325" b="1" i="0">
                <a:solidFill>
                  <a:srgbClr val="193244"/>
                </a:solidFill>
                <a:latin typeface="Nimbus Sans"/>
                <a:ea typeface="Nimbus Sans"/>
                <a:cs typeface="Nimbus Sans"/>
              </a:defRPr>
            </a:lvl3pPr>
            <a:lvl4pPr>
              <a:defRPr sz="2325" b="1" i="0">
                <a:solidFill>
                  <a:srgbClr val="193244"/>
                </a:solidFill>
                <a:latin typeface="Nimbus Sans"/>
                <a:ea typeface="Nimbus Sans"/>
                <a:cs typeface="Nimbus Sans"/>
              </a:defRPr>
            </a:lvl4pPr>
            <a:lvl5pPr>
              <a:defRPr sz="2325" b="1" i="0">
                <a:solidFill>
                  <a:srgbClr val="193244"/>
                </a:solidFill>
                <a:latin typeface="Nimbus Sans"/>
                <a:ea typeface="Nimbus Sans"/>
                <a:cs typeface="Nimbus Sans"/>
              </a:defRPr>
            </a:lvl5pPr>
            <a:lvl6pPr>
              <a:defRPr sz="2325" b="1" i="0">
                <a:solidFill>
                  <a:srgbClr val="193244"/>
                </a:solidFill>
                <a:latin typeface="Nimbus Sans"/>
                <a:ea typeface="Nimbus Sans"/>
                <a:cs typeface="Nimbus Sans"/>
              </a:defRPr>
            </a:lvl6pPr>
            <a:lvl7pPr>
              <a:defRPr sz="2325" b="1" i="0">
                <a:solidFill>
                  <a:srgbClr val="193244"/>
                </a:solidFill>
                <a:latin typeface="Nimbus Sans"/>
                <a:ea typeface="Nimbus Sans"/>
                <a:cs typeface="Nimbus Sans"/>
              </a:defRPr>
            </a:lvl7pPr>
            <a:lvl8pPr>
              <a:defRPr sz="2325" b="1" i="0">
                <a:solidFill>
                  <a:srgbClr val="193244"/>
                </a:solidFill>
                <a:latin typeface="Nimbus Sans"/>
                <a:ea typeface="Nimbus Sans"/>
                <a:cs typeface="Nimbus Sans"/>
              </a:defRPr>
            </a:lvl8pPr>
            <a:lvl9pPr>
              <a:defRPr sz="2325" b="1" i="0">
                <a:solidFill>
                  <a:srgbClr val="193244"/>
                </a:solidFill>
                <a:latin typeface="Nimbus Sans"/>
                <a:ea typeface="Nimbus Sans"/>
                <a:cs typeface="Nimbus Sans"/>
              </a:defRPr>
            </a:lvl9pPr>
          </a:lstStyle>
          <a:p xmlns:a="http://schemas.openxmlformats.org/drawingml/2006/main">
            <a:pPr>
              <a:defRPr sz="2325" b="1" i="0">
                <a:solidFill>
                  <a:srgbClr val="193244"/>
                </a:solidFill>
                <a:latin typeface="Nimbus Sans"/>
                <a:ea typeface="Nimbus Sans"/>
                <a:cs typeface="Nimbus Sans"/>
              </a:defRPr>
            </a:pPr>
            <a:r>
              <a:rPr sz="2325" b="1" i="0">
                <a:solidFill>
                  <a:srgbClr val="193244"/>
                </a:solidFill>
                <a:latin typeface="Nimbus Sans"/>
                <a:ea typeface="Nimbus Sans"/>
                <a:cs typeface="Nimbus Sans"/>
              </a:rPr>
              <a:t>Preencher o contrato</a:t>
            </a:r>
          </a:p>
        </p:txBody>
      </p:sp>
      <p:sp>
        <p:nvSpPr>
          <p:cNvPr id="11" name="text-9">
            <a:extLst xmlns:a="http://schemas.openxmlformats.org/drawingml/2006/main">
              <a:ext uri="{FF2B5EF4-FFF2-40B4-BE49-F238E27FC236}">
                <a16:creationId xmlns:a16="http://schemas.microsoft.com/office/drawing/2014/main" id="{8A42FF2B-499C-4E6E-A417-AEF9A5776AD3}"/>
              </a:ext>
            </a:extLst>
          </p:cNvPr>
          <p:cNvSpPr>
            <a:spLocks xmlns:a="http://schemas.openxmlformats.org/drawingml/2006/main" noGrp="1"/>
          </p:cNvSpPr>
          <p:nvPr/>
        </p:nvSpPr>
        <p:spPr>
          <a:xfrm xmlns:a="http://schemas.openxmlformats.org/drawingml/2006/main">
            <a:off x="1562100" y="4657725"/>
            <a:ext cx="5867400" cy="1285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00" b="0" i="0">
                <a:solidFill>
                  <a:srgbClr val="193244"/>
                </a:solidFill>
                <a:latin typeface="Nimbus Sans"/>
                <a:ea typeface="Nimbus Sans"/>
                <a:cs typeface="Nimbus Sans"/>
              </a:defRPr>
            </a:defPPr>
            <a:lvl1pPr>
              <a:defRPr sz="2100" b="0" i="0">
                <a:solidFill>
                  <a:srgbClr val="193244"/>
                </a:solidFill>
                <a:latin typeface="Nimbus Sans"/>
                <a:ea typeface="Nimbus Sans"/>
                <a:cs typeface="Nimbus Sans"/>
              </a:defRPr>
            </a:lvl1pPr>
            <a:lvl2pPr>
              <a:defRPr sz="2100" b="0" i="0">
                <a:solidFill>
                  <a:srgbClr val="193244"/>
                </a:solidFill>
                <a:latin typeface="Nimbus Sans"/>
                <a:ea typeface="Nimbus Sans"/>
                <a:cs typeface="Nimbus Sans"/>
              </a:defRPr>
            </a:lvl2pPr>
            <a:lvl3pPr>
              <a:defRPr sz="2100" b="0" i="0">
                <a:solidFill>
                  <a:srgbClr val="193244"/>
                </a:solidFill>
                <a:latin typeface="Nimbus Sans"/>
                <a:ea typeface="Nimbus Sans"/>
                <a:cs typeface="Nimbus Sans"/>
              </a:defRPr>
            </a:lvl3pPr>
            <a:lvl4pPr>
              <a:defRPr sz="2100" b="0" i="0">
                <a:solidFill>
                  <a:srgbClr val="193244"/>
                </a:solidFill>
                <a:latin typeface="Nimbus Sans"/>
                <a:ea typeface="Nimbus Sans"/>
                <a:cs typeface="Nimbus Sans"/>
              </a:defRPr>
            </a:lvl4pPr>
            <a:lvl5pPr>
              <a:defRPr sz="2100" b="0" i="0">
                <a:solidFill>
                  <a:srgbClr val="193244"/>
                </a:solidFill>
                <a:latin typeface="Nimbus Sans"/>
                <a:ea typeface="Nimbus Sans"/>
                <a:cs typeface="Nimbus Sans"/>
              </a:defRPr>
            </a:lvl5pPr>
            <a:lvl6pPr>
              <a:defRPr sz="2100" b="0" i="0">
                <a:solidFill>
                  <a:srgbClr val="193244"/>
                </a:solidFill>
                <a:latin typeface="Nimbus Sans"/>
                <a:ea typeface="Nimbus Sans"/>
                <a:cs typeface="Nimbus Sans"/>
              </a:defRPr>
            </a:lvl6pPr>
            <a:lvl7pPr>
              <a:defRPr sz="2100" b="0" i="0">
                <a:solidFill>
                  <a:srgbClr val="193244"/>
                </a:solidFill>
                <a:latin typeface="Nimbus Sans"/>
                <a:ea typeface="Nimbus Sans"/>
                <a:cs typeface="Nimbus Sans"/>
              </a:defRPr>
            </a:lvl7pPr>
            <a:lvl8pPr>
              <a:defRPr sz="2100" b="0" i="0">
                <a:solidFill>
                  <a:srgbClr val="193244"/>
                </a:solidFill>
                <a:latin typeface="Nimbus Sans"/>
                <a:ea typeface="Nimbus Sans"/>
                <a:cs typeface="Nimbus Sans"/>
              </a:defRPr>
            </a:lvl8pPr>
            <a:lvl9pPr>
              <a:defRPr sz="2100" b="0" i="0">
                <a:solidFill>
                  <a:srgbClr val="193244"/>
                </a:solidFill>
                <a:latin typeface="Nimbus Sans"/>
                <a:ea typeface="Nimbus Sans"/>
                <a:cs typeface="Nimbus Sans"/>
              </a:defRPr>
            </a:lvl9pPr>
          </a:lstStyle>
          <a:p xmlns:a="http://schemas.openxmlformats.org/drawingml/2006/main">
            <a:pPr>
              <a:defRPr sz="2100" b="0" i="0">
                <a:solidFill>
                  <a:srgbClr val="193244"/>
                </a:solidFill>
                <a:latin typeface="Nimbus Sans"/>
                <a:ea typeface="Nimbus Sans"/>
                <a:cs typeface="Nimbus Sans"/>
              </a:defRPr>
            </a:pPr>
            <a:r>
              <a:rPr sz="2100" b="0" i="0">
                <a:solidFill>
                  <a:srgbClr val="193244"/>
                </a:solidFill>
                <a:latin typeface="Nimbus Sans"/>
                <a:ea typeface="Nimbus Sans"/>
                <a:cs typeface="Nimbus Sans"/>
              </a:rPr>
              <a:t>Editar somente Contrato do projeto e Comandos em AGENTS.md. Preservar as demais regras.</a:t>
            </a:r>
          </a:p>
        </p:txBody>
      </p:sp>
      <p:sp>
        <p:nvSpPr>
          <p:cNvPr id="12" name="text-10">
            <a:extLst xmlns:a="http://schemas.openxmlformats.org/drawingml/2006/main">
              <a:ext uri="{FF2B5EF4-FFF2-40B4-BE49-F238E27FC236}">
                <a16:creationId xmlns:a16="http://schemas.microsoft.com/office/drawing/2014/main" id="{B1F6FF72-2491-4171-B378-E5F70CC9B897}"/>
              </a:ext>
            </a:extLst>
          </p:cNvPr>
          <p:cNvSpPr>
            <a:spLocks xmlns:a="http://schemas.openxmlformats.org/drawingml/2006/main" noGrp="1"/>
          </p:cNvSpPr>
          <p:nvPr/>
        </p:nvSpPr>
        <p:spPr>
          <a:xfrm xmlns:a="http://schemas.openxmlformats.org/drawingml/2006/main">
            <a:off x="762000" y="5895975"/>
            <a:ext cx="666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000" b="1" i="0">
                <a:solidFill>
                  <a:srgbClr val="B9502E"/>
                </a:solidFill>
                <a:latin typeface="Nimbus Mono PS"/>
                <a:ea typeface="Nimbus Mono PS"/>
                <a:cs typeface="Nimbus Mono PS"/>
              </a:defRPr>
            </a:defPPr>
            <a:lvl1pPr>
              <a:defRPr sz="3000" b="1" i="0">
                <a:solidFill>
                  <a:srgbClr val="B9502E"/>
                </a:solidFill>
                <a:latin typeface="Nimbus Mono PS"/>
                <a:ea typeface="Nimbus Mono PS"/>
                <a:cs typeface="Nimbus Mono PS"/>
              </a:defRPr>
            </a:lvl1pPr>
            <a:lvl2pPr>
              <a:defRPr sz="3000" b="1" i="0">
                <a:solidFill>
                  <a:srgbClr val="B9502E"/>
                </a:solidFill>
                <a:latin typeface="Nimbus Mono PS"/>
                <a:ea typeface="Nimbus Mono PS"/>
                <a:cs typeface="Nimbus Mono PS"/>
              </a:defRPr>
            </a:lvl2pPr>
            <a:lvl3pPr>
              <a:defRPr sz="3000" b="1" i="0">
                <a:solidFill>
                  <a:srgbClr val="B9502E"/>
                </a:solidFill>
                <a:latin typeface="Nimbus Mono PS"/>
                <a:ea typeface="Nimbus Mono PS"/>
                <a:cs typeface="Nimbus Mono PS"/>
              </a:defRPr>
            </a:lvl3pPr>
            <a:lvl4pPr>
              <a:defRPr sz="3000" b="1" i="0">
                <a:solidFill>
                  <a:srgbClr val="B9502E"/>
                </a:solidFill>
                <a:latin typeface="Nimbus Mono PS"/>
                <a:ea typeface="Nimbus Mono PS"/>
                <a:cs typeface="Nimbus Mono PS"/>
              </a:defRPr>
            </a:lvl4pPr>
            <a:lvl5pPr>
              <a:defRPr sz="3000" b="1" i="0">
                <a:solidFill>
                  <a:srgbClr val="B9502E"/>
                </a:solidFill>
                <a:latin typeface="Nimbus Mono PS"/>
                <a:ea typeface="Nimbus Mono PS"/>
                <a:cs typeface="Nimbus Mono PS"/>
              </a:defRPr>
            </a:lvl5pPr>
            <a:lvl6pPr>
              <a:defRPr sz="3000" b="1" i="0">
                <a:solidFill>
                  <a:srgbClr val="B9502E"/>
                </a:solidFill>
                <a:latin typeface="Nimbus Mono PS"/>
                <a:ea typeface="Nimbus Mono PS"/>
                <a:cs typeface="Nimbus Mono PS"/>
              </a:defRPr>
            </a:lvl6pPr>
            <a:lvl7pPr>
              <a:defRPr sz="3000" b="1" i="0">
                <a:solidFill>
                  <a:srgbClr val="B9502E"/>
                </a:solidFill>
                <a:latin typeface="Nimbus Mono PS"/>
                <a:ea typeface="Nimbus Mono PS"/>
                <a:cs typeface="Nimbus Mono PS"/>
              </a:defRPr>
            </a:lvl7pPr>
            <a:lvl8pPr>
              <a:defRPr sz="3000" b="1" i="0">
                <a:solidFill>
                  <a:srgbClr val="B9502E"/>
                </a:solidFill>
                <a:latin typeface="Nimbus Mono PS"/>
                <a:ea typeface="Nimbus Mono PS"/>
                <a:cs typeface="Nimbus Mono PS"/>
              </a:defRPr>
            </a:lvl8pPr>
            <a:lvl9pPr>
              <a:defRPr sz="3000" b="1" i="0">
                <a:solidFill>
                  <a:srgbClr val="B9502E"/>
                </a:solidFill>
                <a:latin typeface="Nimbus Mono PS"/>
                <a:ea typeface="Nimbus Mono PS"/>
                <a:cs typeface="Nimbus Mono PS"/>
              </a:defRPr>
            </a:lvl9pPr>
          </a:lstStyle>
          <a:p xmlns:a="http://schemas.openxmlformats.org/drawingml/2006/main">
            <a:pPr>
              <a:defRPr sz="3000" b="1" i="0">
                <a:solidFill>
                  <a:srgbClr val="B9502E"/>
                </a:solidFill>
                <a:latin typeface="Nimbus Mono PS"/>
                <a:ea typeface="Nimbus Mono PS"/>
                <a:cs typeface="Nimbus Mono PS"/>
              </a:defRPr>
            </a:pPr>
            <a:r>
              <a:rPr sz="3000" b="1" i="0">
                <a:solidFill>
                  <a:srgbClr val="B9502E"/>
                </a:solidFill>
                <a:latin typeface="Nimbus Mono PS"/>
                <a:ea typeface="Nimbus Mono PS"/>
                <a:cs typeface="Nimbus Mono PS"/>
              </a:rPr>
              <a:t>03</a:t>
            </a:r>
          </a:p>
        </p:txBody>
      </p:sp>
      <p:sp>
        <p:nvSpPr>
          <p:cNvPr id="13" name="text-11">
            <a:extLst xmlns:a="http://schemas.openxmlformats.org/drawingml/2006/main">
              <a:ext uri="{FF2B5EF4-FFF2-40B4-BE49-F238E27FC236}">
                <a16:creationId xmlns:a16="http://schemas.microsoft.com/office/drawing/2014/main" id="{0C817157-EFAE-45C5-B8B6-F96102C7A730}"/>
              </a:ext>
            </a:extLst>
          </p:cNvPr>
          <p:cNvSpPr>
            <a:spLocks xmlns:a="http://schemas.openxmlformats.org/drawingml/2006/main" noGrp="1"/>
          </p:cNvSpPr>
          <p:nvPr/>
        </p:nvSpPr>
        <p:spPr>
          <a:xfrm xmlns:a="http://schemas.openxmlformats.org/drawingml/2006/main">
            <a:off x="1562100" y="5915025"/>
            <a:ext cx="58674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325" b="1" i="0">
                <a:solidFill>
                  <a:srgbClr val="193244"/>
                </a:solidFill>
                <a:latin typeface="Nimbus Sans"/>
                <a:ea typeface="Nimbus Sans"/>
                <a:cs typeface="Nimbus Sans"/>
              </a:defRPr>
            </a:defPPr>
            <a:lvl1pPr>
              <a:defRPr sz="2325" b="1" i="0">
                <a:solidFill>
                  <a:srgbClr val="193244"/>
                </a:solidFill>
                <a:latin typeface="Nimbus Sans"/>
                <a:ea typeface="Nimbus Sans"/>
                <a:cs typeface="Nimbus Sans"/>
              </a:defRPr>
            </a:lvl1pPr>
            <a:lvl2pPr>
              <a:defRPr sz="2325" b="1" i="0">
                <a:solidFill>
                  <a:srgbClr val="193244"/>
                </a:solidFill>
                <a:latin typeface="Nimbus Sans"/>
                <a:ea typeface="Nimbus Sans"/>
                <a:cs typeface="Nimbus Sans"/>
              </a:defRPr>
            </a:lvl2pPr>
            <a:lvl3pPr>
              <a:defRPr sz="2325" b="1" i="0">
                <a:solidFill>
                  <a:srgbClr val="193244"/>
                </a:solidFill>
                <a:latin typeface="Nimbus Sans"/>
                <a:ea typeface="Nimbus Sans"/>
                <a:cs typeface="Nimbus Sans"/>
              </a:defRPr>
            </a:lvl3pPr>
            <a:lvl4pPr>
              <a:defRPr sz="2325" b="1" i="0">
                <a:solidFill>
                  <a:srgbClr val="193244"/>
                </a:solidFill>
                <a:latin typeface="Nimbus Sans"/>
                <a:ea typeface="Nimbus Sans"/>
                <a:cs typeface="Nimbus Sans"/>
              </a:defRPr>
            </a:lvl4pPr>
            <a:lvl5pPr>
              <a:defRPr sz="2325" b="1" i="0">
                <a:solidFill>
                  <a:srgbClr val="193244"/>
                </a:solidFill>
                <a:latin typeface="Nimbus Sans"/>
                <a:ea typeface="Nimbus Sans"/>
                <a:cs typeface="Nimbus Sans"/>
              </a:defRPr>
            </a:lvl5pPr>
            <a:lvl6pPr>
              <a:defRPr sz="2325" b="1" i="0">
                <a:solidFill>
                  <a:srgbClr val="193244"/>
                </a:solidFill>
                <a:latin typeface="Nimbus Sans"/>
                <a:ea typeface="Nimbus Sans"/>
                <a:cs typeface="Nimbus Sans"/>
              </a:defRPr>
            </a:lvl6pPr>
            <a:lvl7pPr>
              <a:defRPr sz="2325" b="1" i="0">
                <a:solidFill>
                  <a:srgbClr val="193244"/>
                </a:solidFill>
                <a:latin typeface="Nimbus Sans"/>
                <a:ea typeface="Nimbus Sans"/>
                <a:cs typeface="Nimbus Sans"/>
              </a:defRPr>
            </a:lvl7pPr>
            <a:lvl8pPr>
              <a:defRPr sz="2325" b="1" i="0">
                <a:solidFill>
                  <a:srgbClr val="193244"/>
                </a:solidFill>
                <a:latin typeface="Nimbus Sans"/>
                <a:ea typeface="Nimbus Sans"/>
                <a:cs typeface="Nimbus Sans"/>
              </a:defRPr>
            </a:lvl8pPr>
            <a:lvl9pPr>
              <a:defRPr sz="2325" b="1" i="0">
                <a:solidFill>
                  <a:srgbClr val="193244"/>
                </a:solidFill>
                <a:latin typeface="Nimbus Sans"/>
                <a:ea typeface="Nimbus Sans"/>
                <a:cs typeface="Nimbus Sans"/>
              </a:defRPr>
            </a:lvl9pPr>
          </a:lstStyle>
          <a:p xmlns:a="http://schemas.openxmlformats.org/drawingml/2006/main">
            <a:pPr>
              <a:defRPr sz="2325" b="1" i="0">
                <a:solidFill>
                  <a:srgbClr val="193244"/>
                </a:solidFill>
                <a:latin typeface="Nimbus Sans"/>
                <a:ea typeface="Nimbus Sans"/>
                <a:cs typeface="Nimbus Sans"/>
              </a:defRPr>
            </a:pPr>
            <a:r>
              <a:rPr sz="2325" b="1" i="0">
                <a:solidFill>
                  <a:srgbClr val="193244"/>
                </a:solidFill>
                <a:latin typeface="Nimbus Sans"/>
                <a:ea typeface="Nimbus Sans"/>
                <a:cs typeface="Nimbus Sans"/>
              </a:rPr>
              <a:t>Escolher a primeira entrega</a:t>
            </a:r>
          </a:p>
        </p:txBody>
      </p:sp>
      <p:sp>
        <p:nvSpPr>
          <p:cNvPr id="14" name="text-12">
            <a:extLst xmlns:a="http://schemas.openxmlformats.org/drawingml/2006/main">
              <a:ext uri="{FF2B5EF4-FFF2-40B4-BE49-F238E27FC236}">
                <a16:creationId xmlns:a16="http://schemas.microsoft.com/office/drawing/2014/main" id="{45942348-F3D8-4667-A2E7-105C8D5D2E31}"/>
              </a:ext>
            </a:extLst>
          </p:cNvPr>
          <p:cNvSpPr>
            <a:spLocks xmlns:a="http://schemas.openxmlformats.org/drawingml/2006/main" noGrp="1"/>
          </p:cNvSpPr>
          <p:nvPr/>
        </p:nvSpPr>
        <p:spPr>
          <a:xfrm xmlns:a="http://schemas.openxmlformats.org/drawingml/2006/main">
            <a:off x="1562100" y="6448425"/>
            <a:ext cx="5867400" cy="1285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00" b="0" i="0">
                <a:solidFill>
                  <a:srgbClr val="193244"/>
                </a:solidFill>
                <a:latin typeface="Nimbus Sans"/>
                <a:ea typeface="Nimbus Sans"/>
                <a:cs typeface="Nimbus Sans"/>
              </a:defRPr>
            </a:defPPr>
            <a:lvl1pPr>
              <a:defRPr sz="2100" b="0" i="0">
                <a:solidFill>
                  <a:srgbClr val="193244"/>
                </a:solidFill>
                <a:latin typeface="Nimbus Sans"/>
                <a:ea typeface="Nimbus Sans"/>
                <a:cs typeface="Nimbus Sans"/>
              </a:defRPr>
            </a:lvl1pPr>
            <a:lvl2pPr>
              <a:defRPr sz="2100" b="0" i="0">
                <a:solidFill>
                  <a:srgbClr val="193244"/>
                </a:solidFill>
                <a:latin typeface="Nimbus Sans"/>
                <a:ea typeface="Nimbus Sans"/>
                <a:cs typeface="Nimbus Sans"/>
              </a:defRPr>
            </a:lvl2pPr>
            <a:lvl3pPr>
              <a:defRPr sz="2100" b="0" i="0">
                <a:solidFill>
                  <a:srgbClr val="193244"/>
                </a:solidFill>
                <a:latin typeface="Nimbus Sans"/>
                <a:ea typeface="Nimbus Sans"/>
                <a:cs typeface="Nimbus Sans"/>
              </a:defRPr>
            </a:lvl3pPr>
            <a:lvl4pPr>
              <a:defRPr sz="2100" b="0" i="0">
                <a:solidFill>
                  <a:srgbClr val="193244"/>
                </a:solidFill>
                <a:latin typeface="Nimbus Sans"/>
                <a:ea typeface="Nimbus Sans"/>
                <a:cs typeface="Nimbus Sans"/>
              </a:defRPr>
            </a:lvl4pPr>
            <a:lvl5pPr>
              <a:defRPr sz="2100" b="0" i="0">
                <a:solidFill>
                  <a:srgbClr val="193244"/>
                </a:solidFill>
                <a:latin typeface="Nimbus Sans"/>
                <a:ea typeface="Nimbus Sans"/>
                <a:cs typeface="Nimbus Sans"/>
              </a:defRPr>
            </a:lvl5pPr>
            <a:lvl6pPr>
              <a:defRPr sz="2100" b="0" i="0">
                <a:solidFill>
                  <a:srgbClr val="193244"/>
                </a:solidFill>
                <a:latin typeface="Nimbus Sans"/>
                <a:ea typeface="Nimbus Sans"/>
                <a:cs typeface="Nimbus Sans"/>
              </a:defRPr>
            </a:lvl6pPr>
            <a:lvl7pPr>
              <a:defRPr sz="2100" b="0" i="0">
                <a:solidFill>
                  <a:srgbClr val="193244"/>
                </a:solidFill>
                <a:latin typeface="Nimbus Sans"/>
                <a:ea typeface="Nimbus Sans"/>
                <a:cs typeface="Nimbus Sans"/>
              </a:defRPr>
            </a:lvl7pPr>
            <a:lvl8pPr>
              <a:defRPr sz="2100" b="0" i="0">
                <a:solidFill>
                  <a:srgbClr val="193244"/>
                </a:solidFill>
                <a:latin typeface="Nimbus Sans"/>
                <a:ea typeface="Nimbus Sans"/>
                <a:cs typeface="Nimbus Sans"/>
              </a:defRPr>
            </a:lvl8pPr>
            <a:lvl9pPr>
              <a:defRPr sz="2100" b="0" i="0">
                <a:solidFill>
                  <a:srgbClr val="193244"/>
                </a:solidFill>
                <a:latin typeface="Nimbus Sans"/>
                <a:ea typeface="Nimbus Sans"/>
                <a:cs typeface="Nimbus Sans"/>
              </a:defRPr>
            </a:lvl9pPr>
          </a:lstStyle>
          <a:p xmlns:a="http://schemas.openxmlformats.org/drawingml/2006/main">
            <a:pPr>
              <a:defRPr sz="2100" b="0" i="0">
                <a:solidFill>
                  <a:srgbClr val="193244"/>
                </a:solidFill>
                <a:latin typeface="Nimbus Sans"/>
                <a:ea typeface="Nimbus Sans"/>
                <a:cs typeface="Nimbus Sans"/>
              </a:defRPr>
            </a:pPr>
            <a:r>
              <a:rPr sz="2100" b="0" i="0">
                <a:solidFill>
                  <a:srgbClr val="193244"/>
                </a:solidFill>
                <a:latin typeface="Nimbus Sans"/>
                <a:ea typeface="Nimbus Sans"/>
                <a:cs typeface="Nimbus Sans"/>
              </a:rPr>
              <a:t>Preencher o que fazer, o que não fazer e como validar. Revisar antes de implementar.</a:t>
            </a:r>
          </a:p>
        </p:txBody>
      </p:sp>
      <p:sp>
        <p:nvSpPr>
          <p:cNvPr id="15" name="text-13">
            <a:extLst xmlns:a="http://schemas.openxmlformats.org/drawingml/2006/main">
              <a:ext uri="{FF2B5EF4-FFF2-40B4-BE49-F238E27FC236}">
                <a16:creationId xmlns:a16="http://schemas.microsoft.com/office/drawing/2014/main" id="{C56B0C98-C987-470E-994F-8E784E763D8B}"/>
              </a:ext>
            </a:extLst>
          </p:cNvPr>
          <p:cNvSpPr>
            <a:spLocks xmlns:a="http://schemas.openxmlformats.org/drawingml/2006/main" noGrp="1"/>
          </p:cNvSpPr>
          <p:nvPr/>
        </p:nvSpPr>
        <p:spPr>
          <a:xfrm xmlns:a="http://schemas.openxmlformats.org/drawingml/2006/main">
            <a:off x="8620125" y="241935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325" b="1" i="0">
                <a:solidFill>
                  <a:srgbClr val="193244"/>
                </a:solidFill>
                <a:latin typeface="Nimbus Mono PS"/>
                <a:ea typeface="Nimbus Mono PS"/>
                <a:cs typeface="Nimbus Mono PS"/>
              </a:defRPr>
            </a:defPPr>
            <a:lvl1pPr>
              <a:defRPr sz="2325" b="1" i="0">
                <a:solidFill>
                  <a:srgbClr val="193244"/>
                </a:solidFill>
                <a:latin typeface="Nimbus Mono PS"/>
                <a:ea typeface="Nimbus Mono PS"/>
                <a:cs typeface="Nimbus Mono PS"/>
              </a:defRPr>
            </a:lvl1pPr>
            <a:lvl2pPr>
              <a:defRPr sz="2325" b="1" i="0">
                <a:solidFill>
                  <a:srgbClr val="193244"/>
                </a:solidFill>
                <a:latin typeface="Nimbus Mono PS"/>
                <a:ea typeface="Nimbus Mono PS"/>
                <a:cs typeface="Nimbus Mono PS"/>
              </a:defRPr>
            </a:lvl2pPr>
            <a:lvl3pPr>
              <a:defRPr sz="2325" b="1" i="0">
                <a:solidFill>
                  <a:srgbClr val="193244"/>
                </a:solidFill>
                <a:latin typeface="Nimbus Mono PS"/>
                <a:ea typeface="Nimbus Mono PS"/>
                <a:cs typeface="Nimbus Mono PS"/>
              </a:defRPr>
            </a:lvl3pPr>
            <a:lvl4pPr>
              <a:defRPr sz="2325" b="1" i="0">
                <a:solidFill>
                  <a:srgbClr val="193244"/>
                </a:solidFill>
                <a:latin typeface="Nimbus Mono PS"/>
                <a:ea typeface="Nimbus Mono PS"/>
                <a:cs typeface="Nimbus Mono PS"/>
              </a:defRPr>
            </a:lvl4pPr>
            <a:lvl5pPr>
              <a:defRPr sz="2325" b="1" i="0">
                <a:solidFill>
                  <a:srgbClr val="193244"/>
                </a:solidFill>
                <a:latin typeface="Nimbus Mono PS"/>
                <a:ea typeface="Nimbus Mono PS"/>
                <a:cs typeface="Nimbus Mono PS"/>
              </a:defRPr>
            </a:lvl5pPr>
            <a:lvl6pPr>
              <a:defRPr sz="2325" b="1" i="0">
                <a:solidFill>
                  <a:srgbClr val="193244"/>
                </a:solidFill>
                <a:latin typeface="Nimbus Mono PS"/>
                <a:ea typeface="Nimbus Mono PS"/>
                <a:cs typeface="Nimbus Mono PS"/>
              </a:defRPr>
            </a:lvl6pPr>
            <a:lvl7pPr>
              <a:defRPr sz="2325" b="1" i="0">
                <a:solidFill>
                  <a:srgbClr val="193244"/>
                </a:solidFill>
                <a:latin typeface="Nimbus Mono PS"/>
                <a:ea typeface="Nimbus Mono PS"/>
                <a:cs typeface="Nimbus Mono PS"/>
              </a:defRPr>
            </a:lvl7pPr>
            <a:lvl8pPr>
              <a:defRPr sz="2325" b="1" i="0">
                <a:solidFill>
                  <a:srgbClr val="193244"/>
                </a:solidFill>
                <a:latin typeface="Nimbus Mono PS"/>
                <a:ea typeface="Nimbus Mono PS"/>
                <a:cs typeface="Nimbus Mono PS"/>
              </a:defRPr>
            </a:lvl8pPr>
            <a:lvl9pPr>
              <a:defRPr sz="2325" b="1" i="0">
                <a:solidFill>
                  <a:srgbClr val="193244"/>
                </a:solidFill>
                <a:latin typeface="Nimbus Mono PS"/>
                <a:ea typeface="Nimbus Mono PS"/>
                <a:cs typeface="Nimbus Mono PS"/>
              </a:defRPr>
            </a:lvl9pPr>
          </a:lstStyle>
          <a:p xmlns:a="http://schemas.openxmlformats.org/drawingml/2006/main">
            <a:pPr>
              <a:defRPr sz="2325" b="1" i="0">
                <a:solidFill>
                  <a:srgbClr val="193244"/>
                </a:solidFill>
                <a:latin typeface="Nimbus Mono PS"/>
                <a:ea typeface="Nimbus Mono PS"/>
                <a:cs typeface="Nimbus Mono PS"/>
              </a:defRPr>
            </a:pPr>
            <a:r>
              <a:rPr sz="2325" b="1" i="0">
                <a:solidFill>
                  <a:srgbClr val="193244"/>
                </a:solidFill>
                <a:latin typeface="Nimbus Mono PS"/>
                <a:ea typeface="Nimbus Mono PS"/>
                <a:cs typeface="Nimbus Mono PS"/>
              </a:rPr>
              <a:t>Exemplo de contrato</a:t>
            </a:r>
          </a:p>
        </p:txBody>
      </p:sp>
      <p:sp>
        <p:nvSpPr>
          <p:cNvPr id="16" name="text-14">
            <a:extLst xmlns:a="http://schemas.openxmlformats.org/drawingml/2006/main">
              <a:ext uri="{FF2B5EF4-FFF2-40B4-BE49-F238E27FC236}">
                <a16:creationId xmlns:a16="http://schemas.microsoft.com/office/drawing/2014/main" id="{3A257261-94B8-4B54-9E7D-C1E9102BC71C}"/>
              </a:ext>
            </a:extLst>
          </p:cNvPr>
          <p:cNvSpPr>
            <a:spLocks xmlns:a="http://schemas.openxmlformats.org/drawingml/2006/main" noGrp="1"/>
          </p:cNvSpPr>
          <p:nvPr/>
        </p:nvSpPr>
        <p:spPr>
          <a:xfrm xmlns:a="http://schemas.openxmlformats.org/drawingml/2006/main">
            <a:off x="8620125" y="2990850"/>
            <a:ext cx="5905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75" b="0" i="0">
                <a:solidFill>
                  <a:srgbClr val="193244"/>
                </a:solidFill>
                <a:latin typeface="Nimbus Sans"/>
                <a:ea typeface="Nimbus Sans"/>
                <a:cs typeface="Nimbus Sans"/>
              </a:defRPr>
            </a:defPPr>
            <a:lvl1pPr>
              <a:defRPr sz="2175" b="0" i="0">
                <a:solidFill>
                  <a:srgbClr val="193244"/>
                </a:solidFill>
                <a:latin typeface="Nimbus Sans"/>
                <a:ea typeface="Nimbus Sans"/>
                <a:cs typeface="Nimbus Sans"/>
              </a:defRPr>
            </a:lvl1pPr>
            <a:lvl2pPr>
              <a:defRPr sz="2175" b="0" i="0">
                <a:solidFill>
                  <a:srgbClr val="193244"/>
                </a:solidFill>
                <a:latin typeface="Nimbus Sans"/>
                <a:ea typeface="Nimbus Sans"/>
                <a:cs typeface="Nimbus Sans"/>
              </a:defRPr>
            </a:lvl2pPr>
            <a:lvl3pPr>
              <a:defRPr sz="2175" b="0" i="0">
                <a:solidFill>
                  <a:srgbClr val="193244"/>
                </a:solidFill>
                <a:latin typeface="Nimbus Sans"/>
                <a:ea typeface="Nimbus Sans"/>
                <a:cs typeface="Nimbus Sans"/>
              </a:defRPr>
            </a:lvl3pPr>
            <a:lvl4pPr>
              <a:defRPr sz="2175" b="0" i="0">
                <a:solidFill>
                  <a:srgbClr val="193244"/>
                </a:solidFill>
                <a:latin typeface="Nimbus Sans"/>
                <a:ea typeface="Nimbus Sans"/>
                <a:cs typeface="Nimbus Sans"/>
              </a:defRPr>
            </a:lvl4pPr>
            <a:lvl5pPr>
              <a:defRPr sz="2175" b="0" i="0">
                <a:solidFill>
                  <a:srgbClr val="193244"/>
                </a:solidFill>
                <a:latin typeface="Nimbus Sans"/>
                <a:ea typeface="Nimbus Sans"/>
                <a:cs typeface="Nimbus Sans"/>
              </a:defRPr>
            </a:lvl5pPr>
            <a:lvl6pPr>
              <a:defRPr sz="2175" b="0" i="0">
                <a:solidFill>
                  <a:srgbClr val="193244"/>
                </a:solidFill>
                <a:latin typeface="Nimbus Sans"/>
                <a:ea typeface="Nimbus Sans"/>
                <a:cs typeface="Nimbus Sans"/>
              </a:defRPr>
            </a:lvl6pPr>
            <a:lvl7pPr>
              <a:defRPr sz="2175" b="0" i="0">
                <a:solidFill>
                  <a:srgbClr val="193244"/>
                </a:solidFill>
                <a:latin typeface="Nimbus Sans"/>
                <a:ea typeface="Nimbus Sans"/>
                <a:cs typeface="Nimbus Sans"/>
              </a:defRPr>
            </a:lvl7pPr>
            <a:lvl8pPr>
              <a:defRPr sz="2175" b="0" i="0">
                <a:solidFill>
                  <a:srgbClr val="193244"/>
                </a:solidFill>
                <a:latin typeface="Nimbus Sans"/>
                <a:ea typeface="Nimbus Sans"/>
                <a:cs typeface="Nimbus Sans"/>
              </a:defRPr>
            </a:lvl8pPr>
            <a:lvl9pPr>
              <a:defRPr sz="2175" b="0" i="0">
                <a:solidFill>
                  <a:srgbClr val="193244"/>
                </a:solidFill>
                <a:latin typeface="Nimbus Sans"/>
                <a:ea typeface="Nimbus Sans"/>
                <a:cs typeface="Nimbus Sans"/>
              </a:defRPr>
            </a:lvl9pPr>
          </a:lstStyle>
          <a:p xmlns:a="http://schemas.openxmlformats.org/drawingml/2006/main">
            <a:pPr>
              <a:defRPr sz="2175" b="0" i="0">
                <a:solidFill>
                  <a:srgbClr val="193244"/>
                </a:solidFill>
                <a:latin typeface="Nimbus Sans"/>
                <a:ea typeface="Nimbus Sans"/>
                <a:cs typeface="Nimbus Sans"/>
              </a:defRPr>
            </a:pPr>
            <a:r>
              <a:rPr sz="2175" b="0" i="0">
                <a:solidFill>
                  <a:srgbClr val="193244"/>
                </a:solidFill>
                <a:latin typeface="Nimbus Sans"/>
                <a:ea typeface="Nimbus Sans"/>
                <a:cs typeface="Nimbus Sans"/>
              </a:rPr>
              <a:t>Objetivo: priorizar suspeitos de RCA.</a:t>
            </a:r>
          </a:p>
          <a:p xmlns:a="http://schemas.openxmlformats.org/drawingml/2006/main">
            <a:pPr>
              <a:defRPr sz="2175" b="0" i="0">
                <a:solidFill>
                  <a:srgbClr val="193244"/>
                </a:solidFill>
                <a:latin typeface="Nimbus Sans"/>
                <a:ea typeface="Nimbus Sans"/>
                <a:cs typeface="Nimbus Sans"/>
              </a:defRPr>
            </a:pPr>
            <a:r>
              <a:rPr sz="2175" b="0" i="0">
                <a:solidFill>
                  <a:srgbClr val="193244"/>
                </a:solidFill>
                <a:latin typeface="Nimbus Sans"/>
                <a:ea typeface="Nimbus Sans"/>
                <a:cs typeface="Nimbus Sans"/>
              </a:rPr>
              <a:t>Usuário: cientista que investiga incidentes.</a:t>
            </a:r>
          </a:p>
          <a:p xmlns:a="http://schemas.openxmlformats.org/drawingml/2006/main">
            <a:pPr>
              <a:defRPr sz="2175" b="0" i="0">
                <a:solidFill>
                  <a:srgbClr val="193244"/>
                </a:solidFill>
                <a:latin typeface="Nimbus Sans"/>
                <a:ea typeface="Nimbus Sans"/>
                <a:cs typeface="Nimbus Sans"/>
              </a:defRPr>
            </a:pPr>
            <a:r>
              <a:rPr sz="2175" b="0" i="0">
                <a:solidFill>
                  <a:srgbClr val="193244"/>
                </a:solidFill>
                <a:latin typeface="Nimbus Sans"/>
                <a:ea typeface="Nimbus Sans"/>
                <a:cs typeface="Nimbus Sans"/>
              </a:rPr>
              <a:t>Entrega: ranking por serviço e operação.</a:t>
            </a:r>
          </a:p>
        </p:txBody>
      </p:sp>
      <p:sp>
        <p:nvSpPr>
          <p:cNvPr id="17" name="text-15">
            <a:extLst xmlns:a="http://schemas.openxmlformats.org/drawingml/2006/main">
              <a:ext uri="{FF2B5EF4-FFF2-40B4-BE49-F238E27FC236}">
                <a16:creationId xmlns:a16="http://schemas.microsoft.com/office/drawing/2014/main" id="{F37C4133-8B54-4697-BC3C-B4A3BCDE4846}"/>
              </a:ext>
            </a:extLst>
          </p:cNvPr>
          <p:cNvSpPr>
            <a:spLocks xmlns:a="http://schemas.openxmlformats.org/drawingml/2006/main" noGrp="1"/>
          </p:cNvSpPr>
          <p:nvPr/>
        </p:nvSpPr>
        <p:spPr>
          <a:xfrm xmlns:a="http://schemas.openxmlformats.org/drawingml/2006/main">
            <a:off x="8620125" y="5057775"/>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325" b="1" i="0">
                <a:solidFill>
                  <a:srgbClr val="193244"/>
                </a:solidFill>
                <a:latin typeface="Nimbus Mono PS"/>
                <a:ea typeface="Nimbus Mono PS"/>
                <a:cs typeface="Nimbus Mono PS"/>
              </a:defRPr>
            </a:defPPr>
            <a:lvl1pPr>
              <a:defRPr sz="2325" b="1" i="0">
                <a:solidFill>
                  <a:srgbClr val="193244"/>
                </a:solidFill>
                <a:latin typeface="Nimbus Mono PS"/>
                <a:ea typeface="Nimbus Mono PS"/>
                <a:cs typeface="Nimbus Mono PS"/>
              </a:defRPr>
            </a:lvl1pPr>
            <a:lvl2pPr>
              <a:defRPr sz="2325" b="1" i="0">
                <a:solidFill>
                  <a:srgbClr val="193244"/>
                </a:solidFill>
                <a:latin typeface="Nimbus Mono PS"/>
                <a:ea typeface="Nimbus Mono PS"/>
                <a:cs typeface="Nimbus Mono PS"/>
              </a:defRPr>
            </a:lvl2pPr>
            <a:lvl3pPr>
              <a:defRPr sz="2325" b="1" i="0">
                <a:solidFill>
                  <a:srgbClr val="193244"/>
                </a:solidFill>
                <a:latin typeface="Nimbus Mono PS"/>
                <a:ea typeface="Nimbus Mono PS"/>
                <a:cs typeface="Nimbus Mono PS"/>
              </a:defRPr>
            </a:lvl3pPr>
            <a:lvl4pPr>
              <a:defRPr sz="2325" b="1" i="0">
                <a:solidFill>
                  <a:srgbClr val="193244"/>
                </a:solidFill>
                <a:latin typeface="Nimbus Mono PS"/>
                <a:ea typeface="Nimbus Mono PS"/>
                <a:cs typeface="Nimbus Mono PS"/>
              </a:defRPr>
            </a:lvl4pPr>
            <a:lvl5pPr>
              <a:defRPr sz="2325" b="1" i="0">
                <a:solidFill>
                  <a:srgbClr val="193244"/>
                </a:solidFill>
                <a:latin typeface="Nimbus Mono PS"/>
                <a:ea typeface="Nimbus Mono PS"/>
                <a:cs typeface="Nimbus Mono PS"/>
              </a:defRPr>
            </a:lvl5pPr>
            <a:lvl6pPr>
              <a:defRPr sz="2325" b="1" i="0">
                <a:solidFill>
                  <a:srgbClr val="193244"/>
                </a:solidFill>
                <a:latin typeface="Nimbus Mono PS"/>
                <a:ea typeface="Nimbus Mono PS"/>
                <a:cs typeface="Nimbus Mono PS"/>
              </a:defRPr>
            </a:lvl6pPr>
            <a:lvl7pPr>
              <a:defRPr sz="2325" b="1" i="0">
                <a:solidFill>
                  <a:srgbClr val="193244"/>
                </a:solidFill>
                <a:latin typeface="Nimbus Mono PS"/>
                <a:ea typeface="Nimbus Mono PS"/>
                <a:cs typeface="Nimbus Mono PS"/>
              </a:defRPr>
            </a:lvl7pPr>
            <a:lvl8pPr>
              <a:defRPr sz="2325" b="1" i="0">
                <a:solidFill>
                  <a:srgbClr val="193244"/>
                </a:solidFill>
                <a:latin typeface="Nimbus Mono PS"/>
                <a:ea typeface="Nimbus Mono PS"/>
                <a:cs typeface="Nimbus Mono PS"/>
              </a:defRPr>
            </a:lvl8pPr>
            <a:lvl9pPr>
              <a:defRPr sz="2325" b="1" i="0">
                <a:solidFill>
                  <a:srgbClr val="193244"/>
                </a:solidFill>
                <a:latin typeface="Nimbus Mono PS"/>
                <a:ea typeface="Nimbus Mono PS"/>
                <a:cs typeface="Nimbus Mono PS"/>
              </a:defRPr>
            </a:lvl9pPr>
          </a:lstStyle>
          <a:p xmlns:a="http://schemas.openxmlformats.org/drawingml/2006/main">
            <a:pPr>
              <a:defRPr sz="2325" b="1" i="0">
                <a:solidFill>
                  <a:srgbClr val="193244"/>
                </a:solidFill>
                <a:latin typeface="Nimbus Mono PS"/>
                <a:ea typeface="Nimbus Mono PS"/>
                <a:cs typeface="Nimbus Mono PS"/>
              </a:defRPr>
            </a:pPr>
            <a:r>
              <a:rPr sz="2325" b="1" i="0">
                <a:solidFill>
                  <a:srgbClr val="193244"/>
                </a:solidFill>
                <a:latin typeface="Nimbus Mono PS"/>
                <a:ea typeface="Nimbus Mono PS"/>
                <a:cs typeface="Nimbus Mono PS"/>
              </a:rPr>
              <a:t>Limites e execução</a:t>
            </a:r>
          </a:p>
        </p:txBody>
      </p:sp>
      <p:sp>
        <p:nvSpPr>
          <p:cNvPr id="18" name="text-16">
            <a:extLst xmlns:a="http://schemas.openxmlformats.org/drawingml/2006/main">
              <a:ext uri="{FF2B5EF4-FFF2-40B4-BE49-F238E27FC236}">
                <a16:creationId xmlns:a16="http://schemas.microsoft.com/office/drawing/2014/main" id="{ABE65366-FDCD-4210-A79C-8518A27823B6}"/>
              </a:ext>
            </a:extLst>
          </p:cNvPr>
          <p:cNvSpPr>
            <a:spLocks xmlns:a="http://schemas.openxmlformats.org/drawingml/2006/main" noGrp="1"/>
          </p:cNvSpPr>
          <p:nvPr/>
        </p:nvSpPr>
        <p:spPr>
          <a:xfrm xmlns:a="http://schemas.openxmlformats.org/drawingml/2006/main">
            <a:off x="8620125" y="5629275"/>
            <a:ext cx="5905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00" b="0" i="0">
                <a:solidFill>
                  <a:srgbClr val="193244"/>
                </a:solidFill>
                <a:latin typeface="Nimbus Sans"/>
                <a:ea typeface="Nimbus Sans"/>
                <a:cs typeface="Nimbus Sans"/>
              </a:defRPr>
            </a:defPPr>
            <a:lvl1pPr>
              <a:defRPr sz="2100" b="0" i="0">
                <a:solidFill>
                  <a:srgbClr val="193244"/>
                </a:solidFill>
                <a:latin typeface="Nimbus Sans"/>
                <a:ea typeface="Nimbus Sans"/>
                <a:cs typeface="Nimbus Sans"/>
              </a:defRPr>
            </a:lvl1pPr>
            <a:lvl2pPr>
              <a:defRPr sz="2100" b="0" i="0">
                <a:solidFill>
                  <a:srgbClr val="193244"/>
                </a:solidFill>
                <a:latin typeface="Nimbus Sans"/>
                <a:ea typeface="Nimbus Sans"/>
                <a:cs typeface="Nimbus Sans"/>
              </a:defRPr>
            </a:lvl2pPr>
            <a:lvl3pPr>
              <a:defRPr sz="2100" b="0" i="0">
                <a:solidFill>
                  <a:srgbClr val="193244"/>
                </a:solidFill>
                <a:latin typeface="Nimbus Sans"/>
                <a:ea typeface="Nimbus Sans"/>
                <a:cs typeface="Nimbus Sans"/>
              </a:defRPr>
            </a:lvl3pPr>
            <a:lvl4pPr>
              <a:defRPr sz="2100" b="0" i="0">
                <a:solidFill>
                  <a:srgbClr val="193244"/>
                </a:solidFill>
                <a:latin typeface="Nimbus Sans"/>
                <a:ea typeface="Nimbus Sans"/>
                <a:cs typeface="Nimbus Sans"/>
              </a:defRPr>
            </a:lvl4pPr>
            <a:lvl5pPr>
              <a:defRPr sz="2100" b="0" i="0">
                <a:solidFill>
                  <a:srgbClr val="193244"/>
                </a:solidFill>
                <a:latin typeface="Nimbus Sans"/>
                <a:ea typeface="Nimbus Sans"/>
                <a:cs typeface="Nimbus Sans"/>
              </a:defRPr>
            </a:lvl5pPr>
            <a:lvl6pPr>
              <a:defRPr sz="2100" b="0" i="0">
                <a:solidFill>
                  <a:srgbClr val="193244"/>
                </a:solidFill>
                <a:latin typeface="Nimbus Sans"/>
                <a:ea typeface="Nimbus Sans"/>
                <a:cs typeface="Nimbus Sans"/>
              </a:defRPr>
            </a:lvl6pPr>
            <a:lvl7pPr>
              <a:defRPr sz="2100" b="0" i="0">
                <a:solidFill>
                  <a:srgbClr val="193244"/>
                </a:solidFill>
                <a:latin typeface="Nimbus Sans"/>
                <a:ea typeface="Nimbus Sans"/>
                <a:cs typeface="Nimbus Sans"/>
              </a:defRPr>
            </a:lvl7pPr>
            <a:lvl8pPr>
              <a:defRPr sz="2100" b="0" i="0">
                <a:solidFill>
                  <a:srgbClr val="193244"/>
                </a:solidFill>
                <a:latin typeface="Nimbus Sans"/>
                <a:ea typeface="Nimbus Sans"/>
                <a:cs typeface="Nimbus Sans"/>
              </a:defRPr>
            </a:lvl8pPr>
            <a:lvl9pPr>
              <a:defRPr sz="2100" b="0" i="0">
                <a:solidFill>
                  <a:srgbClr val="193244"/>
                </a:solidFill>
                <a:latin typeface="Nimbus Sans"/>
                <a:ea typeface="Nimbus Sans"/>
                <a:cs typeface="Nimbus Sans"/>
              </a:defRPr>
            </a:lvl9pPr>
          </a:lstStyle>
          <a:p xmlns:a="http://schemas.openxmlformats.org/drawingml/2006/main">
            <a:pPr>
              <a:defRPr sz="2100" b="0" i="0">
                <a:solidFill>
                  <a:srgbClr val="193244"/>
                </a:solidFill>
                <a:latin typeface="Nimbus Sans"/>
                <a:ea typeface="Nimbus Sans"/>
                <a:cs typeface="Nimbus Sans"/>
              </a:defRPr>
            </a:pPr>
            <a:r>
              <a:rPr sz="2100" b="0" i="0">
                <a:solidFill>
                  <a:srgbClr val="193244"/>
                </a:solidFill>
                <a:latin typeface="Nimbus Sans"/>
                <a:ea typeface="Nimbus Sans"/>
                <a:cs typeface="Nimbus Sans"/>
              </a:rPr>
              <a:t>Exemplo de invariante: ausência de span não representa latência medida igual a zero.</a:t>
            </a:r>
          </a:p>
          <a:p xmlns:a="http://schemas.openxmlformats.org/drawingml/2006/main">
            <a:r>
              <a:t/>
            </a:r>
          </a:p>
          <a:p xmlns:a="http://schemas.openxmlformats.org/drawingml/2006/main">
            <a:pPr>
              <a:defRPr sz="2100" b="0" i="0">
                <a:solidFill>
                  <a:srgbClr val="193244"/>
                </a:solidFill>
                <a:latin typeface="Nimbus Sans"/>
                <a:ea typeface="Nimbus Sans"/>
                <a:cs typeface="Nimbus Sans"/>
              </a:defRPr>
            </a:pPr>
            <a:r>
              <a:rPr sz="2100" b="0" i="0">
                <a:solidFill>
                  <a:srgbClr val="193244"/>
                </a:solidFill>
                <a:latin typeface="Nimbus Sans"/>
                <a:ea typeface="Nimbus Sans"/>
                <a:cs typeface="Nimbus Sans"/>
              </a:rPr>
              <a:t>uv run python main.py</a:t>
            </a:r>
          </a:p>
        </p:txBody>
      </p:sp>
    </p:spTree>
    <p:extLst>
      <p:ext uri="{BB962C8B-B14F-4D97-AF65-F5344CB8AC3E}">
        <p14:creationId xmlns:p14="http://schemas.microsoft.com/office/powerpoint/2010/main" val="815293983"/>
      </p:ext>
    </p:extLst>
  </p:cSld>
</p:sld>
</file>

<file path=ppt/slides/slide10.xml><?xml version="1.0" encoding="utf-8"?>
<p:sld xmlns:p="http://schemas.openxmlformats.org/presentationml/2006/main">
  <p:cSld>
    <p:bg>
      <p:bgPr>
        <a:solidFill xmlns:a="http://schemas.openxmlformats.org/drawingml/2006/main">
          <a:srgbClr val="FCFAF5"/>
        </a:solidFill>
      </p:bgPr>
    </p:bg>
    <p:spTree>
      <p:nvGrpSpPr>
        <p:cNvPr id="1" name=""/>
        <p:cNvGrpSpPr/>
        <p:nvPr/>
      </p:nvGrpSpPr>
      <p:grpSpPr>
        <a:xfrm xmlns:a="http://schemas.openxmlformats.org/drawingml/2006/main"/>
      </p:grpSpPr>
      <p:pic>
        <p:nvPicPr>
          <p:cNvPr id="24" name="">
            <a:extLst xmlns:a="http://schemas.openxmlformats.org/drawingml/2006/main">
              <a:ext uri="{FF2B5EF4-FFF2-40B4-BE49-F238E27FC236}">
                <a16:creationId xmlns:a16="http://schemas.microsoft.com/office/drawing/2014/main" id="{E816CE6C-16D3-4265-A06D-EA508E561AC2}"/>
              </a:ext>
            </a:extLst>
          </p:cNvPr>
          <p:cNvPicPr>
            <a:picLocks xmlns:a="http://schemas.openxmlformats.org/drawingml/2006/main" noChangeAspect="1"/>
          </p:cNvPicPr>
          <p:nvPr/>
        </p:nvPicPr>
        <p:blipFill>
          <a:blip xmlns:r="http://schemas.openxmlformats.org/officeDocument/2006/relationships" xmlns:a="http://schemas.openxmlformats.org/drawingml/2006/main" r:embed="R95a23ed9ad544464"/>
          <a:srcRect xmlns:a="http://schemas.openxmlformats.org/drawingml/2006/main" l="0" t="27" r="0" b="27"/>
          <a:stretch xmlns:a="http://schemas.openxmlformats.org/drawingml/2006/main">
            <a:fillRect l="0" t="0" r="0" b="0"/>
          </a:stretch>
        </p:blipFill>
        <p:spPr>
          <a:xfrm xmlns:a="http://schemas.openxmlformats.org/drawingml/2006/main">
            <a:off x="0" y="0"/>
            <a:ext cx="15240000" cy="8572500"/>
          </a:xfrm>
          <a:prstGeom xmlns:a="http://schemas.openxmlformats.org/drawingml/2006/main" prst="rect">
            <a:avLst/>
          </a:prstGeom>
        </p:spPr>
      </p:pic>
      <p:sp>
        <p:nvSpPr>
          <p:cNvPr id="2" name="text-0">
            <a:extLst xmlns:a="http://schemas.openxmlformats.org/drawingml/2006/main">
              <a:ext uri="{FF2B5EF4-FFF2-40B4-BE49-F238E27FC236}">
                <a16:creationId xmlns:a16="http://schemas.microsoft.com/office/drawing/2014/main" id="{9AFAD4D9-6A6D-48C1-9287-EB5106479585}"/>
              </a:ext>
            </a:extLst>
          </p:cNvPr>
          <p:cNvSpPr>
            <a:spLocks xmlns:a="http://schemas.openxmlformats.org/drawingml/2006/main" noGrp="1"/>
          </p:cNvSpPr>
          <p:nvPr/>
        </p:nvSpPr>
        <p:spPr>
          <a:xfrm xmlns:a="http://schemas.openxmlformats.org/drawingml/2006/main">
            <a:off x="723900" y="523875"/>
            <a:ext cx="137922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75" b="1" i="0">
                <a:solidFill>
                  <a:srgbClr val="193244"/>
                </a:solidFill>
                <a:latin typeface="Nimbus Mono PS"/>
                <a:ea typeface="Nimbus Mono PS"/>
                <a:cs typeface="Nimbus Mono PS"/>
              </a:defRPr>
            </a:defPPr>
            <a:lvl1pPr>
              <a:defRPr sz="3375" b="1" i="0">
                <a:solidFill>
                  <a:srgbClr val="193244"/>
                </a:solidFill>
                <a:latin typeface="Nimbus Mono PS"/>
                <a:ea typeface="Nimbus Mono PS"/>
                <a:cs typeface="Nimbus Mono PS"/>
              </a:defRPr>
            </a:lvl1pPr>
            <a:lvl2pPr>
              <a:defRPr sz="3375" b="1" i="0">
                <a:solidFill>
                  <a:srgbClr val="193244"/>
                </a:solidFill>
                <a:latin typeface="Nimbus Mono PS"/>
                <a:ea typeface="Nimbus Mono PS"/>
                <a:cs typeface="Nimbus Mono PS"/>
              </a:defRPr>
            </a:lvl2pPr>
            <a:lvl3pPr>
              <a:defRPr sz="3375" b="1" i="0">
                <a:solidFill>
                  <a:srgbClr val="193244"/>
                </a:solidFill>
                <a:latin typeface="Nimbus Mono PS"/>
                <a:ea typeface="Nimbus Mono PS"/>
                <a:cs typeface="Nimbus Mono PS"/>
              </a:defRPr>
            </a:lvl3pPr>
            <a:lvl4pPr>
              <a:defRPr sz="3375" b="1" i="0">
                <a:solidFill>
                  <a:srgbClr val="193244"/>
                </a:solidFill>
                <a:latin typeface="Nimbus Mono PS"/>
                <a:ea typeface="Nimbus Mono PS"/>
                <a:cs typeface="Nimbus Mono PS"/>
              </a:defRPr>
            </a:lvl4pPr>
            <a:lvl5pPr>
              <a:defRPr sz="3375" b="1" i="0">
                <a:solidFill>
                  <a:srgbClr val="193244"/>
                </a:solidFill>
                <a:latin typeface="Nimbus Mono PS"/>
                <a:ea typeface="Nimbus Mono PS"/>
                <a:cs typeface="Nimbus Mono PS"/>
              </a:defRPr>
            </a:lvl5pPr>
            <a:lvl6pPr>
              <a:defRPr sz="3375" b="1" i="0">
                <a:solidFill>
                  <a:srgbClr val="193244"/>
                </a:solidFill>
                <a:latin typeface="Nimbus Mono PS"/>
                <a:ea typeface="Nimbus Mono PS"/>
                <a:cs typeface="Nimbus Mono PS"/>
              </a:defRPr>
            </a:lvl6pPr>
            <a:lvl7pPr>
              <a:defRPr sz="3375" b="1" i="0">
                <a:solidFill>
                  <a:srgbClr val="193244"/>
                </a:solidFill>
                <a:latin typeface="Nimbus Mono PS"/>
                <a:ea typeface="Nimbus Mono PS"/>
                <a:cs typeface="Nimbus Mono PS"/>
              </a:defRPr>
            </a:lvl7pPr>
            <a:lvl8pPr>
              <a:defRPr sz="3375" b="1" i="0">
                <a:solidFill>
                  <a:srgbClr val="193244"/>
                </a:solidFill>
                <a:latin typeface="Nimbus Mono PS"/>
                <a:ea typeface="Nimbus Mono PS"/>
                <a:cs typeface="Nimbus Mono PS"/>
              </a:defRPr>
            </a:lvl8pPr>
            <a:lvl9pPr>
              <a:defRPr sz="3375" b="1" i="0">
                <a:solidFill>
                  <a:srgbClr val="193244"/>
                </a:solidFill>
                <a:latin typeface="Nimbus Mono PS"/>
                <a:ea typeface="Nimbus Mono PS"/>
                <a:cs typeface="Nimbus Mono PS"/>
              </a:defRPr>
            </a:lvl9pPr>
          </a:lstStyle>
          <a:p xmlns:a="http://schemas.openxmlformats.org/drawingml/2006/main">
            <a:pPr>
              <a:defRPr sz="3375" b="1" i="0">
                <a:solidFill>
                  <a:srgbClr val="193244"/>
                </a:solidFill>
                <a:latin typeface="Nimbus Mono PS"/>
                <a:ea typeface="Nimbus Mono PS"/>
                <a:cs typeface="Nimbus Mono PS"/>
              </a:defRPr>
            </a:pPr>
            <a:r>
              <a:rPr sz="3375" b="1" i="0">
                <a:solidFill>
                  <a:srgbClr val="193244"/>
                </a:solidFill>
                <a:latin typeface="Nimbus Mono PS"/>
                <a:ea typeface="Nimbus Mono PS"/>
                <a:cs typeface="Nimbus Mono PS"/>
              </a:rPr>
              <a:t>O ciclo de uma tarefa</a:t>
            </a:r>
          </a:p>
        </p:txBody>
      </p:sp>
      <p:sp>
        <p:nvSpPr>
          <p:cNvPr id="3" name="text-1">
            <a:extLst xmlns:a="http://schemas.openxmlformats.org/drawingml/2006/main">
              <a:ext uri="{FF2B5EF4-FFF2-40B4-BE49-F238E27FC236}">
                <a16:creationId xmlns:a16="http://schemas.microsoft.com/office/drawing/2014/main" id="{529CF3FC-8BB3-4236-ACB2-6BD617C9C2FA}"/>
              </a:ext>
            </a:extLst>
          </p:cNvPr>
          <p:cNvSpPr>
            <a:spLocks xmlns:a="http://schemas.openxmlformats.org/drawingml/2006/main" noGrp="1"/>
          </p:cNvSpPr>
          <p:nvPr/>
        </p:nvSpPr>
        <p:spPr>
          <a:xfrm xmlns:a="http://schemas.openxmlformats.org/drawingml/2006/main">
            <a:off x="742950" y="1428750"/>
            <a:ext cx="13620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0" i="0">
                <a:solidFill>
                  <a:srgbClr val="54656D"/>
                </a:solidFill>
                <a:latin typeface="Nimbus Sans"/>
                <a:ea typeface="Nimbus Sans"/>
                <a:cs typeface="Nimbus Sans"/>
              </a:defRPr>
            </a:defPPr>
            <a:lvl1pPr>
              <a:defRPr sz="2025" b="0" i="0">
                <a:solidFill>
                  <a:srgbClr val="54656D"/>
                </a:solidFill>
                <a:latin typeface="Nimbus Sans"/>
                <a:ea typeface="Nimbus Sans"/>
                <a:cs typeface="Nimbus Sans"/>
              </a:defRPr>
            </a:lvl1pPr>
            <a:lvl2pPr>
              <a:defRPr sz="2025" b="0" i="0">
                <a:solidFill>
                  <a:srgbClr val="54656D"/>
                </a:solidFill>
                <a:latin typeface="Nimbus Sans"/>
                <a:ea typeface="Nimbus Sans"/>
                <a:cs typeface="Nimbus Sans"/>
              </a:defRPr>
            </a:lvl2pPr>
            <a:lvl3pPr>
              <a:defRPr sz="2025" b="0" i="0">
                <a:solidFill>
                  <a:srgbClr val="54656D"/>
                </a:solidFill>
                <a:latin typeface="Nimbus Sans"/>
                <a:ea typeface="Nimbus Sans"/>
                <a:cs typeface="Nimbus Sans"/>
              </a:defRPr>
            </a:lvl3pPr>
            <a:lvl4pPr>
              <a:defRPr sz="2025" b="0" i="0">
                <a:solidFill>
                  <a:srgbClr val="54656D"/>
                </a:solidFill>
                <a:latin typeface="Nimbus Sans"/>
                <a:ea typeface="Nimbus Sans"/>
                <a:cs typeface="Nimbus Sans"/>
              </a:defRPr>
            </a:lvl4pPr>
            <a:lvl5pPr>
              <a:defRPr sz="2025" b="0" i="0">
                <a:solidFill>
                  <a:srgbClr val="54656D"/>
                </a:solidFill>
                <a:latin typeface="Nimbus Sans"/>
                <a:ea typeface="Nimbus Sans"/>
                <a:cs typeface="Nimbus Sans"/>
              </a:defRPr>
            </a:lvl5pPr>
            <a:lvl6pPr>
              <a:defRPr sz="2025" b="0" i="0">
                <a:solidFill>
                  <a:srgbClr val="54656D"/>
                </a:solidFill>
                <a:latin typeface="Nimbus Sans"/>
                <a:ea typeface="Nimbus Sans"/>
                <a:cs typeface="Nimbus Sans"/>
              </a:defRPr>
            </a:lvl6pPr>
            <a:lvl7pPr>
              <a:defRPr sz="2025" b="0" i="0">
                <a:solidFill>
                  <a:srgbClr val="54656D"/>
                </a:solidFill>
                <a:latin typeface="Nimbus Sans"/>
                <a:ea typeface="Nimbus Sans"/>
                <a:cs typeface="Nimbus Sans"/>
              </a:defRPr>
            </a:lvl7pPr>
            <a:lvl8pPr>
              <a:defRPr sz="2025" b="0" i="0">
                <a:solidFill>
                  <a:srgbClr val="54656D"/>
                </a:solidFill>
                <a:latin typeface="Nimbus Sans"/>
                <a:ea typeface="Nimbus Sans"/>
                <a:cs typeface="Nimbus Sans"/>
              </a:defRPr>
            </a:lvl8pPr>
            <a:lvl9pPr>
              <a:defRPr sz="2025" b="0" i="0">
                <a:solidFill>
                  <a:srgbClr val="54656D"/>
                </a:solidFill>
                <a:latin typeface="Nimbus Sans"/>
                <a:ea typeface="Nimbus Sans"/>
                <a:cs typeface="Nimbus Sans"/>
              </a:defRPr>
            </a:lvl9pPr>
          </a:lstStyle>
          <a:p xmlns:a="http://schemas.openxmlformats.org/drawingml/2006/main">
            <a:pPr>
              <a:defRPr sz="2025" b="0" i="0">
                <a:solidFill>
                  <a:srgbClr val="54656D"/>
                </a:solidFill>
                <a:latin typeface="Nimbus Sans"/>
                <a:ea typeface="Nimbus Sans"/>
                <a:cs typeface="Nimbus Sans"/>
              </a:defRPr>
            </a:pPr>
            <a:r>
              <a:rPr sz="2025" b="0" i="0">
                <a:solidFill>
                  <a:srgbClr val="54656D"/>
                </a:solidFill>
                <a:latin typeface="Nimbus Sans"/>
                <a:ea typeface="Nimbus Sans"/>
                <a:cs typeface="Nimbus Sans"/>
              </a:rPr>
              <a:t>Aprovação humana abre a execução e fecha a entrega.</a:t>
            </a:r>
          </a:p>
        </p:txBody>
      </p:sp>
      <p:sp>
        <p:nvSpPr>
          <p:cNvPr id="4" name="text-2">
            <a:extLst xmlns:a="http://schemas.openxmlformats.org/drawingml/2006/main">
              <a:ext uri="{FF2B5EF4-FFF2-40B4-BE49-F238E27FC236}">
                <a16:creationId xmlns:a16="http://schemas.microsoft.com/office/drawing/2014/main" id="{5A020C17-3DED-4DC5-9742-52FF98B56BED}"/>
              </a:ext>
            </a:extLst>
          </p:cNvPr>
          <p:cNvSpPr>
            <a:spLocks xmlns:a="http://schemas.openxmlformats.org/drawingml/2006/main" noGrp="1"/>
          </p:cNvSpPr>
          <p:nvPr/>
        </p:nvSpPr>
        <p:spPr>
          <a:xfrm xmlns:a="http://schemas.openxmlformats.org/drawingml/2006/main">
            <a:off x="742950" y="8096250"/>
            <a:ext cx="12573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00" b="0" i="0">
                <a:solidFill>
                  <a:srgbClr val="54656D"/>
                </a:solidFill>
                <a:latin typeface="Nimbus Mono PS"/>
                <a:ea typeface="Nimbus Mono PS"/>
                <a:cs typeface="Nimbus Mono PS"/>
              </a:defRPr>
            </a:defPPr>
            <a:lvl1pPr>
              <a:defRPr sz="1200" b="0" i="0">
                <a:solidFill>
                  <a:srgbClr val="54656D"/>
                </a:solidFill>
                <a:latin typeface="Nimbus Mono PS"/>
                <a:ea typeface="Nimbus Mono PS"/>
                <a:cs typeface="Nimbus Mono PS"/>
              </a:defRPr>
            </a:lvl1pPr>
            <a:lvl2pPr>
              <a:defRPr sz="1200" b="0" i="0">
                <a:solidFill>
                  <a:srgbClr val="54656D"/>
                </a:solidFill>
                <a:latin typeface="Nimbus Mono PS"/>
                <a:ea typeface="Nimbus Mono PS"/>
                <a:cs typeface="Nimbus Mono PS"/>
              </a:defRPr>
            </a:lvl2pPr>
            <a:lvl3pPr>
              <a:defRPr sz="1200" b="0" i="0">
                <a:solidFill>
                  <a:srgbClr val="54656D"/>
                </a:solidFill>
                <a:latin typeface="Nimbus Mono PS"/>
                <a:ea typeface="Nimbus Mono PS"/>
                <a:cs typeface="Nimbus Mono PS"/>
              </a:defRPr>
            </a:lvl3pPr>
            <a:lvl4pPr>
              <a:defRPr sz="1200" b="0" i="0">
                <a:solidFill>
                  <a:srgbClr val="54656D"/>
                </a:solidFill>
                <a:latin typeface="Nimbus Mono PS"/>
                <a:ea typeface="Nimbus Mono PS"/>
                <a:cs typeface="Nimbus Mono PS"/>
              </a:defRPr>
            </a:lvl4pPr>
            <a:lvl5pPr>
              <a:defRPr sz="1200" b="0" i="0">
                <a:solidFill>
                  <a:srgbClr val="54656D"/>
                </a:solidFill>
                <a:latin typeface="Nimbus Mono PS"/>
                <a:ea typeface="Nimbus Mono PS"/>
                <a:cs typeface="Nimbus Mono PS"/>
              </a:defRPr>
            </a:lvl5pPr>
            <a:lvl6pPr>
              <a:defRPr sz="1200" b="0" i="0">
                <a:solidFill>
                  <a:srgbClr val="54656D"/>
                </a:solidFill>
                <a:latin typeface="Nimbus Mono PS"/>
                <a:ea typeface="Nimbus Mono PS"/>
                <a:cs typeface="Nimbus Mono PS"/>
              </a:defRPr>
            </a:lvl6pPr>
            <a:lvl7pPr>
              <a:defRPr sz="1200" b="0" i="0">
                <a:solidFill>
                  <a:srgbClr val="54656D"/>
                </a:solidFill>
                <a:latin typeface="Nimbus Mono PS"/>
                <a:ea typeface="Nimbus Mono PS"/>
                <a:cs typeface="Nimbus Mono PS"/>
              </a:defRPr>
            </a:lvl7pPr>
            <a:lvl8pPr>
              <a:defRPr sz="1200" b="0" i="0">
                <a:solidFill>
                  <a:srgbClr val="54656D"/>
                </a:solidFill>
                <a:latin typeface="Nimbus Mono PS"/>
                <a:ea typeface="Nimbus Mono PS"/>
                <a:cs typeface="Nimbus Mono PS"/>
              </a:defRPr>
            </a:lvl8pPr>
            <a:lvl9pPr>
              <a:defRPr sz="1200" b="0" i="0">
                <a:solidFill>
                  <a:srgbClr val="54656D"/>
                </a:solidFill>
                <a:latin typeface="Nimbus Mono PS"/>
                <a:ea typeface="Nimbus Mono PS"/>
                <a:cs typeface="Nimbus Mono PS"/>
              </a:defRPr>
            </a:lvl9pPr>
          </a:lstStyle>
          <a:p xmlns:a="http://schemas.openxmlformats.org/drawingml/2006/main">
            <a:pPr>
              <a:defRPr sz="1200" b="0" i="0">
                <a:solidFill>
                  <a:srgbClr val="54656D"/>
                </a:solidFill>
                <a:latin typeface="Nimbus Mono PS"/>
                <a:ea typeface="Nimbus Mono PS"/>
                <a:cs typeface="Nimbus Mono PS"/>
              </a:defRPr>
            </a:pPr>
            <a:r>
              <a:rPr sz="1200" b="0" i="0">
                <a:solidFill>
                  <a:srgbClr val="54656D"/>
                </a:solidFill>
                <a:latin typeface="Nimbus Mono PS"/>
                <a:ea typeface="Nimbus Mono PS"/>
                <a:cs typeface="Nimbus Mono PS"/>
              </a:rPr>
              <a:t>GUIA  /  ROTINA</a:t>
            </a:r>
          </a:p>
        </p:txBody>
      </p:sp>
      <p:sp>
        <p:nvSpPr>
          <p:cNvPr id="5" name="text-3">
            <a:extLst xmlns:a="http://schemas.openxmlformats.org/drawingml/2006/main">
              <a:ext uri="{FF2B5EF4-FFF2-40B4-BE49-F238E27FC236}">
                <a16:creationId xmlns:a16="http://schemas.microsoft.com/office/drawing/2014/main" id="{4E1F10AE-644E-4936-8DF3-737FA320F3C6}"/>
              </a:ext>
            </a:extLst>
          </p:cNvPr>
          <p:cNvSpPr>
            <a:spLocks xmlns:a="http://schemas.openxmlformats.org/drawingml/2006/main" noGrp="1"/>
          </p:cNvSpPr>
          <p:nvPr/>
        </p:nvSpPr>
        <p:spPr>
          <a:xfrm xmlns:a="http://schemas.openxmlformats.org/drawingml/2006/main">
            <a:off x="13944600" y="8048625"/>
            <a:ext cx="609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1" i="0">
                <a:solidFill>
                  <a:srgbClr val="B9502E"/>
                </a:solidFill>
                <a:latin typeface="Nimbus Mono PS"/>
                <a:ea typeface="Nimbus Mono PS"/>
                <a:cs typeface="Nimbus Mono PS"/>
              </a:defRPr>
            </a:defPPr>
            <a:lvl1pPr>
              <a:defRPr sz="1800" b="1" i="0">
                <a:solidFill>
                  <a:srgbClr val="B9502E"/>
                </a:solidFill>
                <a:latin typeface="Nimbus Mono PS"/>
                <a:ea typeface="Nimbus Mono PS"/>
                <a:cs typeface="Nimbus Mono PS"/>
              </a:defRPr>
            </a:lvl1pPr>
            <a:lvl2pPr>
              <a:defRPr sz="1800" b="1" i="0">
                <a:solidFill>
                  <a:srgbClr val="B9502E"/>
                </a:solidFill>
                <a:latin typeface="Nimbus Mono PS"/>
                <a:ea typeface="Nimbus Mono PS"/>
                <a:cs typeface="Nimbus Mono PS"/>
              </a:defRPr>
            </a:lvl2pPr>
            <a:lvl3pPr>
              <a:defRPr sz="1800" b="1" i="0">
                <a:solidFill>
                  <a:srgbClr val="B9502E"/>
                </a:solidFill>
                <a:latin typeface="Nimbus Mono PS"/>
                <a:ea typeface="Nimbus Mono PS"/>
                <a:cs typeface="Nimbus Mono PS"/>
              </a:defRPr>
            </a:lvl3pPr>
            <a:lvl4pPr>
              <a:defRPr sz="1800" b="1" i="0">
                <a:solidFill>
                  <a:srgbClr val="B9502E"/>
                </a:solidFill>
                <a:latin typeface="Nimbus Mono PS"/>
                <a:ea typeface="Nimbus Mono PS"/>
                <a:cs typeface="Nimbus Mono PS"/>
              </a:defRPr>
            </a:lvl4pPr>
            <a:lvl5pPr>
              <a:defRPr sz="1800" b="1" i="0">
                <a:solidFill>
                  <a:srgbClr val="B9502E"/>
                </a:solidFill>
                <a:latin typeface="Nimbus Mono PS"/>
                <a:ea typeface="Nimbus Mono PS"/>
                <a:cs typeface="Nimbus Mono PS"/>
              </a:defRPr>
            </a:lvl5pPr>
            <a:lvl6pPr>
              <a:defRPr sz="1800" b="1" i="0">
                <a:solidFill>
                  <a:srgbClr val="B9502E"/>
                </a:solidFill>
                <a:latin typeface="Nimbus Mono PS"/>
                <a:ea typeface="Nimbus Mono PS"/>
                <a:cs typeface="Nimbus Mono PS"/>
              </a:defRPr>
            </a:lvl6pPr>
            <a:lvl7pPr>
              <a:defRPr sz="1800" b="1" i="0">
                <a:solidFill>
                  <a:srgbClr val="B9502E"/>
                </a:solidFill>
                <a:latin typeface="Nimbus Mono PS"/>
                <a:ea typeface="Nimbus Mono PS"/>
                <a:cs typeface="Nimbus Mono PS"/>
              </a:defRPr>
            </a:lvl7pPr>
            <a:lvl8pPr>
              <a:defRPr sz="1800" b="1" i="0">
                <a:solidFill>
                  <a:srgbClr val="B9502E"/>
                </a:solidFill>
                <a:latin typeface="Nimbus Mono PS"/>
                <a:ea typeface="Nimbus Mono PS"/>
                <a:cs typeface="Nimbus Mono PS"/>
              </a:defRPr>
            </a:lvl8pPr>
            <a:lvl9pPr>
              <a:defRPr sz="1800" b="1" i="0">
                <a:solidFill>
                  <a:srgbClr val="B9502E"/>
                </a:solidFill>
                <a:latin typeface="Nimbus Mono PS"/>
                <a:ea typeface="Nimbus Mono PS"/>
                <a:cs typeface="Nimbus Mono PS"/>
              </a:defRPr>
            </a:lvl9pPr>
          </a:lstStyle>
          <a:p xmlns:a="http://schemas.openxmlformats.org/drawingml/2006/main">
            <a:pPr>
              <a:defRPr sz="1800" b="1" i="0">
                <a:solidFill>
                  <a:srgbClr val="B9502E"/>
                </a:solidFill>
                <a:latin typeface="Nimbus Mono PS"/>
                <a:ea typeface="Nimbus Mono PS"/>
                <a:cs typeface="Nimbus Mono PS"/>
              </a:defRPr>
            </a:pPr>
            <a:r>
              <a:rPr sz="1800" b="1" i="0">
                <a:solidFill>
                  <a:srgbClr val="B9502E"/>
                </a:solidFill>
                <a:latin typeface="Nimbus Mono PS"/>
                <a:ea typeface="Nimbus Mono PS"/>
                <a:cs typeface="Nimbus Mono PS"/>
              </a:rPr>
              <a:t>10</a:t>
            </a:r>
          </a:p>
        </p:txBody>
      </p:sp>
      <p:sp>
        <p:nvSpPr>
          <p:cNvPr id="6" name="text-4">
            <a:extLst xmlns:a="http://schemas.openxmlformats.org/drawingml/2006/main">
              <a:ext uri="{FF2B5EF4-FFF2-40B4-BE49-F238E27FC236}">
                <a16:creationId xmlns:a16="http://schemas.microsoft.com/office/drawing/2014/main" id="{693A268D-E245-49C6-96BF-BBE25B54EB59}"/>
              </a:ext>
            </a:extLst>
          </p:cNvPr>
          <p:cNvSpPr>
            <a:spLocks xmlns:a="http://schemas.openxmlformats.org/drawingml/2006/main" noGrp="1"/>
          </p:cNvSpPr>
          <p:nvPr/>
        </p:nvSpPr>
        <p:spPr>
          <a:xfrm xmlns:a="http://schemas.openxmlformats.org/drawingml/2006/main">
            <a:off x="762000" y="2286000"/>
            <a:ext cx="666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000" b="1" i="0">
                <a:solidFill>
                  <a:srgbClr val="B9502E"/>
                </a:solidFill>
                <a:latin typeface="Nimbus Mono PS"/>
                <a:ea typeface="Nimbus Mono PS"/>
                <a:cs typeface="Nimbus Mono PS"/>
              </a:defRPr>
            </a:defPPr>
            <a:lvl1pPr>
              <a:defRPr sz="3000" b="1" i="0">
                <a:solidFill>
                  <a:srgbClr val="B9502E"/>
                </a:solidFill>
                <a:latin typeface="Nimbus Mono PS"/>
                <a:ea typeface="Nimbus Mono PS"/>
                <a:cs typeface="Nimbus Mono PS"/>
              </a:defRPr>
            </a:lvl1pPr>
            <a:lvl2pPr>
              <a:defRPr sz="3000" b="1" i="0">
                <a:solidFill>
                  <a:srgbClr val="B9502E"/>
                </a:solidFill>
                <a:latin typeface="Nimbus Mono PS"/>
                <a:ea typeface="Nimbus Mono PS"/>
                <a:cs typeface="Nimbus Mono PS"/>
              </a:defRPr>
            </a:lvl2pPr>
            <a:lvl3pPr>
              <a:defRPr sz="3000" b="1" i="0">
                <a:solidFill>
                  <a:srgbClr val="B9502E"/>
                </a:solidFill>
                <a:latin typeface="Nimbus Mono PS"/>
                <a:ea typeface="Nimbus Mono PS"/>
                <a:cs typeface="Nimbus Mono PS"/>
              </a:defRPr>
            </a:lvl3pPr>
            <a:lvl4pPr>
              <a:defRPr sz="3000" b="1" i="0">
                <a:solidFill>
                  <a:srgbClr val="B9502E"/>
                </a:solidFill>
                <a:latin typeface="Nimbus Mono PS"/>
                <a:ea typeface="Nimbus Mono PS"/>
                <a:cs typeface="Nimbus Mono PS"/>
              </a:defRPr>
            </a:lvl4pPr>
            <a:lvl5pPr>
              <a:defRPr sz="3000" b="1" i="0">
                <a:solidFill>
                  <a:srgbClr val="B9502E"/>
                </a:solidFill>
                <a:latin typeface="Nimbus Mono PS"/>
                <a:ea typeface="Nimbus Mono PS"/>
                <a:cs typeface="Nimbus Mono PS"/>
              </a:defRPr>
            </a:lvl5pPr>
            <a:lvl6pPr>
              <a:defRPr sz="3000" b="1" i="0">
                <a:solidFill>
                  <a:srgbClr val="B9502E"/>
                </a:solidFill>
                <a:latin typeface="Nimbus Mono PS"/>
                <a:ea typeface="Nimbus Mono PS"/>
                <a:cs typeface="Nimbus Mono PS"/>
              </a:defRPr>
            </a:lvl6pPr>
            <a:lvl7pPr>
              <a:defRPr sz="3000" b="1" i="0">
                <a:solidFill>
                  <a:srgbClr val="B9502E"/>
                </a:solidFill>
                <a:latin typeface="Nimbus Mono PS"/>
                <a:ea typeface="Nimbus Mono PS"/>
                <a:cs typeface="Nimbus Mono PS"/>
              </a:defRPr>
            </a:lvl7pPr>
            <a:lvl8pPr>
              <a:defRPr sz="3000" b="1" i="0">
                <a:solidFill>
                  <a:srgbClr val="B9502E"/>
                </a:solidFill>
                <a:latin typeface="Nimbus Mono PS"/>
                <a:ea typeface="Nimbus Mono PS"/>
                <a:cs typeface="Nimbus Mono PS"/>
              </a:defRPr>
            </a:lvl8pPr>
            <a:lvl9pPr>
              <a:defRPr sz="3000" b="1" i="0">
                <a:solidFill>
                  <a:srgbClr val="B9502E"/>
                </a:solidFill>
                <a:latin typeface="Nimbus Mono PS"/>
                <a:ea typeface="Nimbus Mono PS"/>
                <a:cs typeface="Nimbus Mono PS"/>
              </a:defRPr>
            </a:lvl9pPr>
          </a:lstStyle>
          <a:p xmlns:a="http://schemas.openxmlformats.org/drawingml/2006/main">
            <a:pPr>
              <a:defRPr sz="3000" b="1" i="0">
                <a:solidFill>
                  <a:srgbClr val="B9502E"/>
                </a:solidFill>
                <a:latin typeface="Nimbus Mono PS"/>
                <a:ea typeface="Nimbus Mono PS"/>
                <a:cs typeface="Nimbus Mono PS"/>
              </a:defRPr>
            </a:pPr>
            <a:r>
              <a:rPr sz="3000" b="1" i="0">
                <a:solidFill>
                  <a:srgbClr val="B9502E"/>
                </a:solidFill>
                <a:latin typeface="Nimbus Mono PS"/>
                <a:ea typeface="Nimbus Mono PS"/>
                <a:cs typeface="Nimbus Mono PS"/>
              </a:rPr>
              <a:t>01</a:t>
            </a:r>
          </a:p>
        </p:txBody>
      </p:sp>
      <p:sp>
        <p:nvSpPr>
          <p:cNvPr id="7" name="text-5">
            <a:extLst xmlns:a="http://schemas.openxmlformats.org/drawingml/2006/main">
              <a:ext uri="{FF2B5EF4-FFF2-40B4-BE49-F238E27FC236}">
                <a16:creationId xmlns:a16="http://schemas.microsoft.com/office/drawing/2014/main" id="{661E57D5-09D9-4F0B-846E-83CAD2384017}"/>
              </a:ext>
            </a:extLst>
          </p:cNvPr>
          <p:cNvSpPr>
            <a:spLocks xmlns:a="http://schemas.openxmlformats.org/drawingml/2006/main" noGrp="1"/>
          </p:cNvSpPr>
          <p:nvPr/>
        </p:nvSpPr>
        <p:spPr>
          <a:xfrm xmlns:a="http://schemas.openxmlformats.org/drawingml/2006/main">
            <a:off x="1562100" y="2305050"/>
            <a:ext cx="56769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325" b="1" i="0">
                <a:solidFill>
                  <a:srgbClr val="193244"/>
                </a:solidFill>
                <a:latin typeface="Nimbus Sans"/>
                <a:ea typeface="Nimbus Sans"/>
                <a:cs typeface="Nimbus Sans"/>
              </a:defRPr>
            </a:defPPr>
            <a:lvl1pPr>
              <a:defRPr sz="2325" b="1" i="0">
                <a:solidFill>
                  <a:srgbClr val="193244"/>
                </a:solidFill>
                <a:latin typeface="Nimbus Sans"/>
                <a:ea typeface="Nimbus Sans"/>
                <a:cs typeface="Nimbus Sans"/>
              </a:defRPr>
            </a:lvl1pPr>
            <a:lvl2pPr>
              <a:defRPr sz="2325" b="1" i="0">
                <a:solidFill>
                  <a:srgbClr val="193244"/>
                </a:solidFill>
                <a:latin typeface="Nimbus Sans"/>
                <a:ea typeface="Nimbus Sans"/>
                <a:cs typeface="Nimbus Sans"/>
              </a:defRPr>
            </a:lvl2pPr>
            <a:lvl3pPr>
              <a:defRPr sz="2325" b="1" i="0">
                <a:solidFill>
                  <a:srgbClr val="193244"/>
                </a:solidFill>
                <a:latin typeface="Nimbus Sans"/>
                <a:ea typeface="Nimbus Sans"/>
                <a:cs typeface="Nimbus Sans"/>
              </a:defRPr>
            </a:lvl3pPr>
            <a:lvl4pPr>
              <a:defRPr sz="2325" b="1" i="0">
                <a:solidFill>
                  <a:srgbClr val="193244"/>
                </a:solidFill>
                <a:latin typeface="Nimbus Sans"/>
                <a:ea typeface="Nimbus Sans"/>
                <a:cs typeface="Nimbus Sans"/>
              </a:defRPr>
            </a:lvl4pPr>
            <a:lvl5pPr>
              <a:defRPr sz="2325" b="1" i="0">
                <a:solidFill>
                  <a:srgbClr val="193244"/>
                </a:solidFill>
                <a:latin typeface="Nimbus Sans"/>
                <a:ea typeface="Nimbus Sans"/>
                <a:cs typeface="Nimbus Sans"/>
              </a:defRPr>
            </a:lvl5pPr>
            <a:lvl6pPr>
              <a:defRPr sz="2325" b="1" i="0">
                <a:solidFill>
                  <a:srgbClr val="193244"/>
                </a:solidFill>
                <a:latin typeface="Nimbus Sans"/>
                <a:ea typeface="Nimbus Sans"/>
                <a:cs typeface="Nimbus Sans"/>
              </a:defRPr>
            </a:lvl6pPr>
            <a:lvl7pPr>
              <a:defRPr sz="2325" b="1" i="0">
                <a:solidFill>
                  <a:srgbClr val="193244"/>
                </a:solidFill>
                <a:latin typeface="Nimbus Sans"/>
                <a:ea typeface="Nimbus Sans"/>
                <a:cs typeface="Nimbus Sans"/>
              </a:defRPr>
            </a:lvl7pPr>
            <a:lvl8pPr>
              <a:defRPr sz="2325" b="1" i="0">
                <a:solidFill>
                  <a:srgbClr val="193244"/>
                </a:solidFill>
                <a:latin typeface="Nimbus Sans"/>
                <a:ea typeface="Nimbus Sans"/>
                <a:cs typeface="Nimbus Sans"/>
              </a:defRPr>
            </a:lvl8pPr>
            <a:lvl9pPr>
              <a:defRPr sz="2325" b="1" i="0">
                <a:solidFill>
                  <a:srgbClr val="193244"/>
                </a:solidFill>
                <a:latin typeface="Nimbus Sans"/>
                <a:ea typeface="Nimbus Sans"/>
                <a:cs typeface="Nimbus Sans"/>
              </a:defRPr>
            </a:lvl9pPr>
          </a:lstStyle>
          <a:p xmlns:a="http://schemas.openxmlformats.org/drawingml/2006/main">
            <a:pPr>
              <a:defRPr sz="2325" b="1" i="0">
                <a:solidFill>
                  <a:srgbClr val="193244"/>
                </a:solidFill>
                <a:latin typeface="Nimbus Sans"/>
                <a:ea typeface="Nimbus Sans"/>
                <a:cs typeface="Nimbus Sans"/>
              </a:defRPr>
            </a:pPr>
            <a:r>
              <a:rPr sz="2325" b="1" i="0">
                <a:solidFill>
                  <a:srgbClr val="193244"/>
                </a:solidFill>
                <a:latin typeface="Nimbus Sans"/>
                <a:ea typeface="Nimbus Sans"/>
                <a:cs typeface="Nimbus Sans"/>
              </a:rPr>
              <a:t>Alinhar</a:t>
            </a:r>
          </a:p>
        </p:txBody>
      </p:sp>
      <p:sp>
        <p:nvSpPr>
          <p:cNvPr id="8" name="text-6">
            <a:extLst xmlns:a="http://schemas.openxmlformats.org/drawingml/2006/main">
              <a:ext uri="{FF2B5EF4-FFF2-40B4-BE49-F238E27FC236}">
                <a16:creationId xmlns:a16="http://schemas.microsoft.com/office/drawing/2014/main" id="{C2C418D9-F5C8-4E3E-9446-BA2F1519DEC9}"/>
              </a:ext>
            </a:extLst>
          </p:cNvPr>
          <p:cNvSpPr>
            <a:spLocks xmlns:a="http://schemas.openxmlformats.org/drawingml/2006/main" noGrp="1"/>
          </p:cNvSpPr>
          <p:nvPr/>
        </p:nvSpPr>
        <p:spPr>
          <a:xfrm xmlns:a="http://schemas.openxmlformats.org/drawingml/2006/main">
            <a:off x="1562100" y="2838450"/>
            <a:ext cx="5676900" cy="1285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00" b="0" i="0">
                <a:solidFill>
                  <a:srgbClr val="193244"/>
                </a:solidFill>
                <a:latin typeface="Nimbus Sans"/>
                <a:ea typeface="Nimbus Sans"/>
                <a:cs typeface="Nimbus Sans"/>
              </a:defRPr>
            </a:defPPr>
            <a:lvl1pPr>
              <a:defRPr sz="2100" b="0" i="0">
                <a:solidFill>
                  <a:srgbClr val="193244"/>
                </a:solidFill>
                <a:latin typeface="Nimbus Sans"/>
                <a:ea typeface="Nimbus Sans"/>
                <a:cs typeface="Nimbus Sans"/>
              </a:defRPr>
            </a:lvl1pPr>
            <a:lvl2pPr>
              <a:defRPr sz="2100" b="0" i="0">
                <a:solidFill>
                  <a:srgbClr val="193244"/>
                </a:solidFill>
                <a:latin typeface="Nimbus Sans"/>
                <a:ea typeface="Nimbus Sans"/>
                <a:cs typeface="Nimbus Sans"/>
              </a:defRPr>
            </a:lvl2pPr>
            <a:lvl3pPr>
              <a:defRPr sz="2100" b="0" i="0">
                <a:solidFill>
                  <a:srgbClr val="193244"/>
                </a:solidFill>
                <a:latin typeface="Nimbus Sans"/>
                <a:ea typeface="Nimbus Sans"/>
                <a:cs typeface="Nimbus Sans"/>
              </a:defRPr>
            </a:lvl3pPr>
            <a:lvl4pPr>
              <a:defRPr sz="2100" b="0" i="0">
                <a:solidFill>
                  <a:srgbClr val="193244"/>
                </a:solidFill>
                <a:latin typeface="Nimbus Sans"/>
                <a:ea typeface="Nimbus Sans"/>
                <a:cs typeface="Nimbus Sans"/>
              </a:defRPr>
            </a:lvl4pPr>
            <a:lvl5pPr>
              <a:defRPr sz="2100" b="0" i="0">
                <a:solidFill>
                  <a:srgbClr val="193244"/>
                </a:solidFill>
                <a:latin typeface="Nimbus Sans"/>
                <a:ea typeface="Nimbus Sans"/>
                <a:cs typeface="Nimbus Sans"/>
              </a:defRPr>
            </a:lvl5pPr>
            <a:lvl6pPr>
              <a:defRPr sz="2100" b="0" i="0">
                <a:solidFill>
                  <a:srgbClr val="193244"/>
                </a:solidFill>
                <a:latin typeface="Nimbus Sans"/>
                <a:ea typeface="Nimbus Sans"/>
                <a:cs typeface="Nimbus Sans"/>
              </a:defRPr>
            </a:lvl6pPr>
            <a:lvl7pPr>
              <a:defRPr sz="2100" b="0" i="0">
                <a:solidFill>
                  <a:srgbClr val="193244"/>
                </a:solidFill>
                <a:latin typeface="Nimbus Sans"/>
                <a:ea typeface="Nimbus Sans"/>
                <a:cs typeface="Nimbus Sans"/>
              </a:defRPr>
            </a:lvl7pPr>
            <a:lvl8pPr>
              <a:defRPr sz="2100" b="0" i="0">
                <a:solidFill>
                  <a:srgbClr val="193244"/>
                </a:solidFill>
                <a:latin typeface="Nimbus Sans"/>
                <a:ea typeface="Nimbus Sans"/>
                <a:cs typeface="Nimbus Sans"/>
              </a:defRPr>
            </a:lvl8pPr>
            <a:lvl9pPr>
              <a:defRPr sz="2100" b="0" i="0">
                <a:solidFill>
                  <a:srgbClr val="193244"/>
                </a:solidFill>
                <a:latin typeface="Nimbus Sans"/>
                <a:ea typeface="Nimbus Sans"/>
                <a:cs typeface="Nimbus Sans"/>
              </a:defRPr>
            </a:lvl9pPr>
          </a:lstStyle>
          <a:p xmlns:a="http://schemas.openxmlformats.org/drawingml/2006/main">
            <a:pPr>
              <a:defRPr sz="2100" b="0" i="0">
                <a:solidFill>
                  <a:srgbClr val="193244"/>
                </a:solidFill>
                <a:latin typeface="Nimbus Sans"/>
                <a:ea typeface="Nimbus Sans"/>
                <a:cs typeface="Nimbus Sans"/>
              </a:defRPr>
            </a:pPr>
            <a:r>
              <a:rPr sz="2100" b="0" i="0">
                <a:solidFill>
                  <a:srgbClr val="193244"/>
                </a:solidFill>
                <a:latin typeface="Nimbus Sans"/>
                <a:ea typeface="Nimbus Sans"/>
                <a:cs typeface="Nimbus Sans"/>
              </a:rPr>
              <a:t>Humano aprova a tarefa. Agente lê AGENTS, CURRENT, FUTURE e o código relacionado.</a:t>
            </a:r>
          </a:p>
        </p:txBody>
      </p:sp>
      <p:sp>
        <p:nvSpPr>
          <p:cNvPr id="9" name="text-7">
            <a:extLst xmlns:a="http://schemas.openxmlformats.org/drawingml/2006/main">
              <a:ext uri="{FF2B5EF4-FFF2-40B4-BE49-F238E27FC236}">
                <a16:creationId xmlns:a16="http://schemas.microsoft.com/office/drawing/2014/main" id="{7ED67A80-74FB-4D08-B17D-1513346F77DF}"/>
              </a:ext>
            </a:extLst>
          </p:cNvPr>
          <p:cNvSpPr>
            <a:spLocks xmlns:a="http://schemas.openxmlformats.org/drawingml/2006/main" noGrp="1"/>
          </p:cNvSpPr>
          <p:nvPr/>
        </p:nvSpPr>
        <p:spPr>
          <a:xfrm xmlns:a="http://schemas.openxmlformats.org/drawingml/2006/main">
            <a:off x="762000" y="4048125"/>
            <a:ext cx="666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000" b="1" i="0">
                <a:solidFill>
                  <a:srgbClr val="B9502E"/>
                </a:solidFill>
                <a:latin typeface="Nimbus Mono PS"/>
                <a:ea typeface="Nimbus Mono PS"/>
                <a:cs typeface="Nimbus Mono PS"/>
              </a:defRPr>
            </a:defPPr>
            <a:lvl1pPr>
              <a:defRPr sz="3000" b="1" i="0">
                <a:solidFill>
                  <a:srgbClr val="B9502E"/>
                </a:solidFill>
                <a:latin typeface="Nimbus Mono PS"/>
                <a:ea typeface="Nimbus Mono PS"/>
                <a:cs typeface="Nimbus Mono PS"/>
              </a:defRPr>
            </a:lvl1pPr>
            <a:lvl2pPr>
              <a:defRPr sz="3000" b="1" i="0">
                <a:solidFill>
                  <a:srgbClr val="B9502E"/>
                </a:solidFill>
                <a:latin typeface="Nimbus Mono PS"/>
                <a:ea typeface="Nimbus Mono PS"/>
                <a:cs typeface="Nimbus Mono PS"/>
              </a:defRPr>
            </a:lvl2pPr>
            <a:lvl3pPr>
              <a:defRPr sz="3000" b="1" i="0">
                <a:solidFill>
                  <a:srgbClr val="B9502E"/>
                </a:solidFill>
                <a:latin typeface="Nimbus Mono PS"/>
                <a:ea typeface="Nimbus Mono PS"/>
                <a:cs typeface="Nimbus Mono PS"/>
              </a:defRPr>
            </a:lvl3pPr>
            <a:lvl4pPr>
              <a:defRPr sz="3000" b="1" i="0">
                <a:solidFill>
                  <a:srgbClr val="B9502E"/>
                </a:solidFill>
                <a:latin typeface="Nimbus Mono PS"/>
                <a:ea typeface="Nimbus Mono PS"/>
                <a:cs typeface="Nimbus Mono PS"/>
              </a:defRPr>
            </a:lvl4pPr>
            <a:lvl5pPr>
              <a:defRPr sz="3000" b="1" i="0">
                <a:solidFill>
                  <a:srgbClr val="B9502E"/>
                </a:solidFill>
                <a:latin typeface="Nimbus Mono PS"/>
                <a:ea typeface="Nimbus Mono PS"/>
                <a:cs typeface="Nimbus Mono PS"/>
              </a:defRPr>
            </a:lvl5pPr>
            <a:lvl6pPr>
              <a:defRPr sz="3000" b="1" i="0">
                <a:solidFill>
                  <a:srgbClr val="B9502E"/>
                </a:solidFill>
                <a:latin typeface="Nimbus Mono PS"/>
                <a:ea typeface="Nimbus Mono PS"/>
                <a:cs typeface="Nimbus Mono PS"/>
              </a:defRPr>
            </a:lvl6pPr>
            <a:lvl7pPr>
              <a:defRPr sz="3000" b="1" i="0">
                <a:solidFill>
                  <a:srgbClr val="B9502E"/>
                </a:solidFill>
                <a:latin typeface="Nimbus Mono PS"/>
                <a:ea typeface="Nimbus Mono PS"/>
                <a:cs typeface="Nimbus Mono PS"/>
              </a:defRPr>
            </a:lvl7pPr>
            <a:lvl8pPr>
              <a:defRPr sz="3000" b="1" i="0">
                <a:solidFill>
                  <a:srgbClr val="B9502E"/>
                </a:solidFill>
                <a:latin typeface="Nimbus Mono PS"/>
                <a:ea typeface="Nimbus Mono PS"/>
                <a:cs typeface="Nimbus Mono PS"/>
              </a:defRPr>
            </a:lvl8pPr>
            <a:lvl9pPr>
              <a:defRPr sz="3000" b="1" i="0">
                <a:solidFill>
                  <a:srgbClr val="B9502E"/>
                </a:solidFill>
                <a:latin typeface="Nimbus Mono PS"/>
                <a:ea typeface="Nimbus Mono PS"/>
                <a:cs typeface="Nimbus Mono PS"/>
              </a:defRPr>
            </a:lvl9pPr>
          </a:lstStyle>
          <a:p xmlns:a="http://schemas.openxmlformats.org/drawingml/2006/main">
            <a:pPr>
              <a:defRPr sz="3000" b="1" i="0">
                <a:solidFill>
                  <a:srgbClr val="B9502E"/>
                </a:solidFill>
                <a:latin typeface="Nimbus Mono PS"/>
                <a:ea typeface="Nimbus Mono PS"/>
                <a:cs typeface="Nimbus Mono PS"/>
              </a:defRPr>
            </a:pPr>
            <a:r>
              <a:rPr sz="3000" b="1" i="0">
                <a:solidFill>
                  <a:srgbClr val="B9502E"/>
                </a:solidFill>
                <a:latin typeface="Nimbus Mono PS"/>
                <a:ea typeface="Nimbus Mono PS"/>
                <a:cs typeface="Nimbus Mono PS"/>
              </a:rPr>
              <a:t>02</a:t>
            </a:r>
          </a:p>
        </p:txBody>
      </p:sp>
      <p:sp>
        <p:nvSpPr>
          <p:cNvPr id="10" name="text-8">
            <a:extLst xmlns:a="http://schemas.openxmlformats.org/drawingml/2006/main">
              <a:ext uri="{FF2B5EF4-FFF2-40B4-BE49-F238E27FC236}">
                <a16:creationId xmlns:a16="http://schemas.microsoft.com/office/drawing/2014/main" id="{4B958EA9-390C-4CCC-8375-C6AC163914E6}"/>
              </a:ext>
            </a:extLst>
          </p:cNvPr>
          <p:cNvSpPr>
            <a:spLocks xmlns:a="http://schemas.openxmlformats.org/drawingml/2006/main" noGrp="1"/>
          </p:cNvSpPr>
          <p:nvPr/>
        </p:nvSpPr>
        <p:spPr>
          <a:xfrm xmlns:a="http://schemas.openxmlformats.org/drawingml/2006/main">
            <a:off x="1562100" y="4067175"/>
            <a:ext cx="56769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325" b="1" i="0">
                <a:solidFill>
                  <a:srgbClr val="193244"/>
                </a:solidFill>
                <a:latin typeface="Nimbus Sans"/>
                <a:ea typeface="Nimbus Sans"/>
                <a:cs typeface="Nimbus Sans"/>
              </a:defRPr>
            </a:defPPr>
            <a:lvl1pPr>
              <a:defRPr sz="2325" b="1" i="0">
                <a:solidFill>
                  <a:srgbClr val="193244"/>
                </a:solidFill>
                <a:latin typeface="Nimbus Sans"/>
                <a:ea typeface="Nimbus Sans"/>
                <a:cs typeface="Nimbus Sans"/>
              </a:defRPr>
            </a:lvl1pPr>
            <a:lvl2pPr>
              <a:defRPr sz="2325" b="1" i="0">
                <a:solidFill>
                  <a:srgbClr val="193244"/>
                </a:solidFill>
                <a:latin typeface="Nimbus Sans"/>
                <a:ea typeface="Nimbus Sans"/>
                <a:cs typeface="Nimbus Sans"/>
              </a:defRPr>
            </a:lvl2pPr>
            <a:lvl3pPr>
              <a:defRPr sz="2325" b="1" i="0">
                <a:solidFill>
                  <a:srgbClr val="193244"/>
                </a:solidFill>
                <a:latin typeface="Nimbus Sans"/>
                <a:ea typeface="Nimbus Sans"/>
                <a:cs typeface="Nimbus Sans"/>
              </a:defRPr>
            </a:lvl3pPr>
            <a:lvl4pPr>
              <a:defRPr sz="2325" b="1" i="0">
                <a:solidFill>
                  <a:srgbClr val="193244"/>
                </a:solidFill>
                <a:latin typeface="Nimbus Sans"/>
                <a:ea typeface="Nimbus Sans"/>
                <a:cs typeface="Nimbus Sans"/>
              </a:defRPr>
            </a:lvl4pPr>
            <a:lvl5pPr>
              <a:defRPr sz="2325" b="1" i="0">
                <a:solidFill>
                  <a:srgbClr val="193244"/>
                </a:solidFill>
                <a:latin typeface="Nimbus Sans"/>
                <a:ea typeface="Nimbus Sans"/>
                <a:cs typeface="Nimbus Sans"/>
              </a:defRPr>
            </a:lvl5pPr>
            <a:lvl6pPr>
              <a:defRPr sz="2325" b="1" i="0">
                <a:solidFill>
                  <a:srgbClr val="193244"/>
                </a:solidFill>
                <a:latin typeface="Nimbus Sans"/>
                <a:ea typeface="Nimbus Sans"/>
                <a:cs typeface="Nimbus Sans"/>
              </a:defRPr>
            </a:lvl6pPr>
            <a:lvl7pPr>
              <a:defRPr sz="2325" b="1" i="0">
                <a:solidFill>
                  <a:srgbClr val="193244"/>
                </a:solidFill>
                <a:latin typeface="Nimbus Sans"/>
                <a:ea typeface="Nimbus Sans"/>
                <a:cs typeface="Nimbus Sans"/>
              </a:defRPr>
            </a:lvl7pPr>
            <a:lvl8pPr>
              <a:defRPr sz="2325" b="1" i="0">
                <a:solidFill>
                  <a:srgbClr val="193244"/>
                </a:solidFill>
                <a:latin typeface="Nimbus Sans"/>
                <a:ea typeface="Nimbus Sans"/>
                <a:cs typeface="Nimbus Sans"/>
              </a:defRPr>
            </a:lvl8pPr>
            <a:lvl9pPr>
              <a:defRPr sz="2325" b="1" i="0">
                <a:solidFill>
                  <a:srgbClr val="193244"/>
                </a:solidFill>
                <a:latin typeface="Nimbus Sans"/>
                <a:ea typeface="Nimbus Sans"/>
                <a:cs typeface="Nimbus Sans"/>
              </a:defRPr>
            </a:lvl9pPr>
          </a:lstStyle>
          <a:p xmlns:a="http://schemas.openxmlformats.org/drawingml/2006/main">
            <a:pPr>
              <a:defRPr sz="2325" b="1" i="0">
                <a:solidFill>
                  <a:srgbClr val="193244"/>
                </a:solidFill>
                <a:latin typeface="Nimbus Sans"/>
                <a:ea typeface="Nimbus Sans"/>
                <a:cs typeface="Nimbus Sans"/>
              </a:defRPr>
            </a:pPr>
            <a:r>
              <a:rPr sz="2325" b="1" i="0">
                <a:solidFill>
                  <a:srgbClr val="193244"/>
                </a:solidFill>
                <a:latin typeface="Nimbus Sans"/>
                <a:ea typeface="Nimbus Sans"/>
                <a:cs typeface="Nimbus Sans"/>
              </a:rPr>
              <a:t>Construir</a:t>
            </a:r>
          </a:p>
        </p:txBody>
      </p:sp>
      <p:sp>
        <p:nvSpPr>
          <p:cNvPr id="11" name="text-9">
            <a:extLst xmlns:a="http://schemas.openxmlformats.org/drawingml/2006/main">
              <a:ext uri="{FF2B5EF4-FFF2-40B4-BE49-F238E27FC236}">
                <a16:creationId xmlns:a16="http://schemas.microsoft.com/office/drawing/2014/main" id="{621088D3-9FE3-451E-BCA3-E58390D8FC64}"/>
              </a:ext>
            </a:extLst>
          </p:cNvPr>
          <p:cNvSpPr>
            <a:spLocks xmlns:a="http://schemas.openxmlformats.org/drawingml/2006/main" noGrp="1"/>
          </p:cNvSpPr>
          <p:nvPr/>
        </p:nvSpPr>
        <p:spPr>
          <a:xfrm xmlns:a="http://schemas.openxmlformats.org/drawingml/2006/main">
            <a:off x="1562100" y="4600575"/>
            <a:ext cx="5676900" cy="1285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00" b="0" i="0">
                <a:solidFill>
                  <a:srgbClr val="193244"/>
                </a:solidFill>
                <a:latin typeface="Nimbus Sans"/>
                <a:ea typeface="Nimbus Sans"/>
                <a:cs typeface="Nimbus Sans"/>
              </a:defRPr>
            </a:defPPr>
            <a:lvl1pPr>
              <a:defRPr sz="2100" b="0" i="0">
                <a:solidFill>
                  <a:srgbClr val="193244"/>
                </a:solidFill>
                <a:latin typeface="Nimbus Sans"/>
                <a:ea typeface="Nimbus Sans"/>
                <a:cs typeface="Nimbus Sans"/>
              </a:defRPr>
            </a:lvl1pPr>
            <a:lvl2pPr>
              <a:defRPr sz="2100" b="0" i="0">
                <a:solidFill>
                  <a:srgbClr val="193244"/>
                </a:solidFill>
                <a:latin typeface="Nimbus Sans"/>
                <a:ea typeface="Nimbus Sans"/>
                <a:cs typeface="Nimbus Sans"/>
              </a:defRPr>
            </a:lvl2pPr>
            <a:lvl3pPr>
              <a:defRPr sz="2100" b="0" i="0">
                <a:solidFill>
                  <a:srgbClr val="193244"/>
                </a:solidFill>
                <a:latin typeface="Nimbus Sans"/>
                <a:ea typeface="Nimbus Sans"/>
                <a:cs typeface="Nimbus Sans"/>
              </a:defRPr>
            </a:lvl3pPr>
            <a:lvl4pPr>
              <a:defRPr sz="2100" b="0" i="0">
                <a:solidFill>
                  <a:srgbClr val="193244"/>
                </a:solidFill>
                <a:latin typeface="Nimbus Sans"/>
                <a:ea typeface="Nimbus Sans"/>
                <a:cs typeface="Nimbus Sans"/>
              </a:defRPr>
            </a:lvl4pPr>
            <a:lvl5pPr>
              <a:defRPr sz="2100" b="0" i="0">
                <a:solidFill>
                  <a:srgbClr val="193244"/>
                </a:solidFill>
                <a:latin typeface="Nimbus Sans"/>
                <a:ea typeface="Nimbus Sans"/>
                <a:cs typeface="Nimbus Sans"/>
              </a:defRPr>
            </a:lvl5pPr>
            <a:lvl6pPr>
              <a:defRPr sz="2100" b="0" i="0">
                <a:solidFill>
                  <a:srgbClr val="193244"/>
                </a:solidFill>
                <a:latin typeface="Nimbus Sans"/>
                <a:ea typeface="Nimbus Sans"/>
                <a:cs typeface="Nimbus Sans"/>
              </a:defRPr>
            </a:lvl6pPr>
            <a:lvl7pPr>
              <a:defRPr sz="2100" b="0" i="0">
                <a:solidFill>
                  <a:srgbClr val="193244"/>
                </a:solidFill>
                <a:latin typeface="Nimbus Sans"/>
                <a:ea typeface="Nimbus Sans"/>
                <a:cs typeface="Nimbus Sans"/>
              </a:defRPr>
            </a:lvl7pPr>
            <a:lvl8pPr>
              <a:defRPr sz="2100" b="0" i="0">
                <a:solidFill>
                  <a:srgbClr val="193244"/>
                </a:solidFill>
                <a:latin typeface="Nimbus Sans"/>
                <a:ea typeface="Nimbus Sans"/>
                <a:cs typeface="Nimbus Sans"/>
              </a:defRPr>
            </a:lvl8pPr>
            <a:lvl9pPr>
              <a:defRPr sz="2100" b="0" i="0">
                <a:solidFill>
                  <a:srgbClr val="193244"/>
                </a:solidFill>
                <a:latin typeface="Nimbus Sans"/>
                <a:ea typeface="Nimbus Sans"/>
                <a:cs typeface="Nimbus Sans"/>
              </a:defRPr>
            </a:lvl9pPr>
          </a:lstStyle>
          <a:p xmlns:a="http://schemas.openxmlformats.org/drawingml/2006/main">
            <a:pPr>
              <a:defRPr sz="2100" b="0" i="0">
                <a:solidFill>
                  <a:srgbClr val="193244"/>
                </a:solidFill>
                <a:latin typeface="Nimbus Sans"/>
                <a:ea typeface="Nimbus Sans"/>
                <a:cs typeface="Nimbus Sans"/>
              </a:defRPr>
            </a:pPr>
            <a:r>
              <a:rPr sz="2100" b="0" i="0">
                <a:solidFill>
                  <a:srgbClr val="193244"/>
                </a:solidFill>
                <a:latin typeface="Nimbus Sans"/>
                <a:ea typeface="Nimbus Sans"/>
                <a:cs typeface="Nimbus Sans"/>
              </a:rPr>
              <a:t>Agente implementa a menor mudança coerente com o comportamento e os limites.</a:t>
            </a:r>
          </a:p>
        </p:txBody>
      </p:sp>
      <p:sp>
        <p:nvSpPr>
          <p:cNvPr id="12" name="text-10">
            <a:extLst xmlns:a="http://schemas.openxmlformats.org/drawingml/2006/main">
              <a:ext uri="{FF2B5EF4-FFF2-40B4-BE49-F238E27FC236}">
                <a16:creationId xmlns:a16="http://schemas.microsoft.com/office/drawing/2014/main" id="{526F9661-C689-4F79-9BBE-617940F517E4}"/>
              </a:ext>
            </a:extLst>
          </p:cNvPr>
          <p:cNvSpPr>
            <a:spLocks xmlns:a="http://schemas.openxmlformats.org/drawingml/2006/main" noGrp="1"/>
          </p:cNvSpPr>
          <p:nvPr/>
        </p:nvSpPr>
        <p:spPr>
          <a:xfrm xmlns:a="http://schemas.openxmlformats.org/drawingml/2006/main">
            <a:off x="762000" y="5810250"/>
            <a:ext cx="666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000" b="1" i="0">
                <a:solidFill>
                  <a:srgbClr val="B9502E"/>
                </a:solidFill>
                <a:latin typeface="Nimbus Mono PS"/>
                <a:ea typeface="Nimbus Mono PS"/>
                <a:cs typeface="Nimbus Mono PS"/>
              </a:defRPr>
            </a:defPPr>
            <a:lvl1pPr>
              <a:defRPr sz="3000" b="1" i="0">
                <a:solidFill>
                  <a:srgbClr val="B9502E"/>
                </a:solidFill>
                <a:latin typeface="Nimbus Mono PS"/>
                <a:ea typeface="Nimbus Mono PS"/>
                <a:cs typeface="Nimbus Mono PS"/>
              </a:defRPr>
            </a:lvl1pPr>
            <a:lvl2pPr>
              <a:defRPr sz="3000" b="1" i="0">
                <a:solidFill>
                  <a:srgbClr val="B9502E"/>
                </a:solidFill>
                <a:latin typeface="Nimbus Mono PS"/>
                <a:ea typeface="Nimbus Mono PS"/>
                <a:cs typeface="Nimbus Mono PS"/>
              </a:defRPr>
            </a:lvl2pPr>
            <a:lvl3pPr>
              <a:defRPr sz="3000" b="1" i="0">
                <a:solidFill>
                  <a:srgbClr val="B9502E"/>
                </a:solidFill>
                <a:latin typeface="Nimbus Mono PS"/>
                <a:ea typeface="Nimbus Mono PS"/>
                <a:cs typeface="Nimbus Mono PS"/>
              </a:defRPr>
            </a:lvl3pPr>
            <a:lvl4pPr>
              <a:defRPr sz="3000" b="1" i="0">
                <a:solidFill>
                  <a:srgbClr val="B9502E"/>
                </a:solidFill>
                <a:latin typeface="Nimbus Mono PS"/>
                <a:ea typeface="Nimbus Mono PS"/>
                <a:cs typeface="Nimbus Mono PS"/>
              </a:defRPr>
            </a:lvl4pPr>
            <a:lvl5pPr>
              <a:defRPr sz="3000" b="1" i="0">
                <a:solidFill>
                  <a:srgbClr val="B9502E"/>
                </a:solidFill>
                <a:latin typeface="Nimbus Mono PS"/>
                <a:ea typeface="Nimbus Mono PS"/>
                <a:cs typeface="Nimbus Mono PS"/>
              </a:defRPr>
            </a:lvl5pPr>
            <a:lvl6pPr>
              <a:defRPr sz="3000" b="1" i="0">
                <a:solidFill>
                  <a:srgbClr val="B9502E"/>
                </a:solidFill>
                <a:latin typeface="Nimbus Mono PS"/>
                <a:ea typeface="Nimbus Mono PS"/>
                <a:cs typeface="Nimbus Mono PS"/>
              </a:defRPr>
            </a:lvl6pPr>
            <a:lvl7pPr>
              <a:defRPr sz="3000" b="1" i="0">
                <a:solidFill>
                  <a:srgbClr val="B9502E"/>
                </a:solidFill>
                <a:latin typeface="Nimbus Mono PS"/>
                <a:ea typeface="Nimbus Mono PS"/>
                <a:cs typeface="Nimbus Mono PS"/>
              </a:defRPr>
            </a:lvl7pPr>
            <a:lvl8pPr>
              <a:defRPr sz="3000" b="1" i="0">
                <a:solidFill>
                  <a:srgbClr val="B9502E"/>
                </a:solidFill>
                <a:latin typeface="Nimbus Mono PS"/>
                <a:ea typeface="Nimbus Mono PS"/>
                <a:cs typeface="Nimbus Mono PS"/>
              </a:defRPr>
            </a:lvl8pPr>
            <a:lvl9pPr>
              <a:defRPr sz="3000" b="1" i="0">
                <a:solidFill>
                  <a:srgbClr val="B9502E"/>
                </a:solidFill>
                <a:latin typeface="Nimbus Mono PS"/>
                <a:ea typeface="Nimbus Mono PS"/>
                <a:cs typeface="Nimbus Mono PS"/>
              </a:defRPr>
            </a:lvl9pPr>
          </a:lstStyle>
          <a:p xmlns:a="http://schemas.openxmlformats.org/drawingml/2006/main">
            <a:pPr>
              <a:defRPr sz="3000" b="1" i="0">
                <a:solidFill>
                  <a:srgbClr val="B9502E"/>
                </a:solidFill>
                <a:latin typeface="Nimbus Mono PS"/>
                <a:ea typeface="Nimbus Mono PS"/>
                <a:cs typeface="Nimbus Mono PS"/>
              </a:defRPr>
            </a:pPr>
            <a:r>
              <a:rPr sz="3000" b="1" i="0">
                <a:solidFill>
                  <a:srgbClr val="B9502E"/>
                </a:solidFill>
                <a:latin typeface="Nimbus Mono PS"/>
                <a:ea typeface="Nimbus Mono PS"/>
                <a:cs typeface="Nimbus Mono PS"/>
              </a:rPr>
              <a:t>03</a:t>
            </a:r>
          </a:p>
        </p:txBody>
      </p:sp>
      <p:sp>
        <p:nvSpPr>
          <p:cNvPr id="13" name="text-11">
            <a:extLst xmlns:a="http://schemas.openxmlformats.org/drawingml/2006/main">
              <a:ext uri="{FF2B5EF4-FFF2-40B4-BE49-F238E27FC236}">
                <a16:creationId xmlns:a16="http://schemas.microsoft.com/office/drawing/2014/main" id="{4A442AAD-9440-43B8-8B91-1A15BC015C3C}"/>
              </a:ext>
            </a:extLst>
          </p:cNvPr>
          <p:cNvSpPr>
            <a:spLocks xmlns:a="http://schemas.openxmlformats.org/drawingml/2006/main" noGrp="1"/>
          </p:cNvSpPr>
          <p:nvPr/>
        </p:nvSpPr>
        <p:spPr>
          <a:xfrm xmlns:a="http://schemas.openxmlformats.org/drawingml/2006/main">
            <a:off x="1562100" y="5829300"/>
            <a:ext cx="56769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325" b="1" i="0">
                <a:solidFill>
                  <a:srgbClr val="193244"/>
                </a:solidFill>
                <a:latin typeface="Nimbus Sans"/>
                <a:ea typeface="Nimbus Sans"/>
                <a:cs typeface="Nimbus Sans"/>
              </a:defRPr>
            </a:defPPr>
            <a:lvl1pPr>
              <a:defRPr sz="2325" b="1" i="0">
                <a:solidFill>
                  <a:srgbClr val="193244"/>
                </a:solidFill>
                <a:latin typeface="Nimbus Sans"/>
                <a:ea typeface="Nimbus Sans"/>
                <a:cs typeface="Nimbus Sans"/>
              </a:defRPr>
            </a:lvl1pPr>
            <a:lvl2pPr>
              <a:defRPr sz="2325" b="1" i="0">
                <a:solidFill>
                  <a:srgbClr val="193244"/>
                </a:solidFill>
                <a:latin typeface="Nimbus Sans"/>
                <a:ea typeface="Nimbus Sans"/>
                <a:cs typeface="Nimbus Sans"/>
              </a:defRPr>
            </a:lvl2pPr>
            <a:lvl3pPr>
              <a:defRPr sz="2325" b="1" i="0">
                <a:solidFill>
                  <a:srgbClr val="193244"/>
                </a:solidFill>
                <a:latin typeface="Nimbus Sans"/>
                <a:ea typeface="Nimbus Sans"/>
                <a:cs typeface="Nimbus Sans"/>
              </a:defRPr>
            </a:lvl3pPr>
            <a:lvl4pPr>
              <a:defRPr sz="2325" b="1" i="0">
                <a:solidFill>
                  <a:srgbClr val="193244"/>
                </a:solidFill>
                <a:latin typeface="Nimbus Sans"/>
                <a:ea typeface="Nimbus Sans"/>
                <a:cs typeface="Nimbus Sans"/>
              </a:defRPr>
            </a:lvl4pPr>
            <a:lvl5pPr>
              <a:defRPr sz="2325" b="1" i="0">
                <a:solidFill>
                  <a:srgbClr val="193244"/>
                </a:solidFill>
                <a:latin typeface="Nimbus Sans"/>
                <a:ea typeface="Nimbus Sans"/>
                <a:cs typeface="Nimbus Sans"/>
              </a:defRPr>
            </a:lvl5pPr>
            <a:lvl6pPr>
              <a:defRPr sz="2325" b="1" i="0">
                <a:solidFill>
                  <a:srgbClr val="193244"/>
                </a:solidFill>
                <a:latin typeface="Nimbus Sans"/>
                <a:ea typeface="Nimbus Sans"/>
                <a:cs typeface="Nimbus Sans"/>
              </a:defRPr>
            </a:lvl6pPr>
            <a:lvl7pPr>
              <a:defRPr sz="2325" b="1" i="0">
                <a:solidFill>
                  <a:srgbClr val="193244"/>
                </a:solidFill>
                <a:latin typeface="Nimbus Sans"/>
                <a:ea typeface="Nimbus Sans"/>
                <a:cs typeface="Nimbus Sans"/>
              </a:defRPr>
            </a:lvl7pPr>
            <a:lvl8pPr>
              <a:defRPr sz="2325" b="1" i="0">
                <a:solidFill>
                  <a:srgbClr val="193244"/>
                </a:solidFill>
                <a:latin typeface="Nimbus Sans"/>
                <a:ea typeface="Nimbus Sans"/>
                <a:cs typeface="Nimbus Sans"/>
              </a:defRPr>
            </a:lvl8pPr>
            <a:lvl9pPr>
              <a:defRPr sz="2325" b="1" i="0">
                <a:solidFill>
                  <a:srgbClr val="193244"/>
                </a:solidFill>
                <a:latin typeface="Nimbus Sans"/>
                <a:ea typeface="Nimbus Sans"/>
                <a:cs typeface="Nimbus Sans"/>
              </a:defRPr>
            </a:lvl9pPr>
          </a:lstStyle>
          <a:p xmlns:a="http://schemas.openxmlformats.org/drawingml/2006/main">
            <a:pPr>
              <a:defRPr sz="2325" b="1" i="0">
                <a:solidFill>
                  <a:srgbClr val="193244"/>
                </a:solidFill>
                <a:latin typeface="Nimbus Sans"/>
                <a:ea typeface="Nimbus Sans"/>
                <a:cs typeface="Nimbus Sans"/>
              </a:defRPr>
            </a:pPr>
            <a:r>
              <a:rPr sz="2325" b="1" i="0">
                <a:solidFill>
                  <a:srgbClr val="193244"/>
                </a:solidFill>
                <a:latin typeface="Nimbus Sans"/>
                <a:ea typeface="Nimbus Sans"/>
                <a:cs typeface="Nimbus Sans"/>
              </a:rPr>
              <a:t>Validar e corrigir</a:t>
            </a:r>
          </a:p>
        </p:txBody>
      </p:sp>
      <p:sp>
        <p:nvSpPr>
          <p:cNvPr id="14" name="text-12">
            <a:extLst xmlns:a="http://schemas.openxmlformats.org/drawingml/2006/main">
              <a:ext uri="{FF2B5EF4-FFF2-40B4-BE49-F238E27FC236}">
                <a16:creationId xmlns:a16="http://schemas.microsoft.com/office/drawing/2014/main" id="{DA8BB490-EE97-461E-8A0F-8EF9F4376ADD}"/>
              </a:ext>
            </a:extLst>
          </p:cNvPr>
          <p:cNvSpPr>
            <a:spLocks xmlns:a="http://schemas.openxmlformats.org/drawingml/2006/main" noGrp="1"/>
          </p:cNvSpPr>
          <p:nvPr/>
        </p:nvSpPr>
        <p:spPr>
          <a:xfrm xmlns:a="http://schemas.openxmlformats.org/drawingml/2006/main">
            <a:off x="1562100" y="6362700"/>
            <a:ext cx="5676900" cy="1285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00" b="0" i="0">
                <a:solidFill>
                  <a:srgbClr val="193244"/>
                </a:solidFill>
                <a:latin typeface="Nimbus Sans"/>
                <a:ea typeface="Nimbus Sans"/>
                <a:cs typeface="Nimbus Sans"/>
              </a:defRPr>
            </a:defPPr>
            <a:lvl1pPr>
              <a:defRPr sz="2100" b="0" i="0">
                <a:solidFill>
                  <a:srgbClr val="193244"/>
                </a:solidFill>
                <a:latin typeface="Nimbus Sans"/>
                <a:ea typeface="Nimbus Sans"/>
                <a:cs typeface="Nimbus Sans"/>
              </a:defRPr>
            </a:lvl1pPr>
            <a:lvl2pPr>
              <a:defRPr sz="2100" b="0" i="0">
                <a:solidFill>
                  <a:srgbClr val="193244"/>
                </a:solidFill>
                <a:latin typeface="Nimbus Sans"/>
                <a:ea typeface="Nimbus Sans"/>
                <a:cs typeface="Nimbus Sans"/>
              </a:defRPr>
            </a:lvl2pPr>
            <a:lvl3pPr>
              <a:defRPr sz="2100" b="0" i="0">
                <a:solidFill>
                  <a:srgbClr val="193244"/>
                </a:solidFill>
                <a:latin typeface="Nimbus Sans"/>
                <a:ea typeface="Nimbus Sans"/>
                <a:cs typeface="Nimbus Sans"/>
              </a:defRPr>
            </a:lvl3pPr>
            <a:lvl4pPr>
              <a:defRPr sz="2100" b="0" i="0">
                <a:solidFill>
                  <a:srgbClr val="193244"/>
                </a:solidFill>
                <a:latin typeface="Nimbus Sans"/>
                <a:ea typeface="Nimbus Sans"/>
                <a:cs typeface="Nimbus Sans"/>
              </a:defRPr>
            </a:lvl4pPr>
            <a:lvl5pPr>
              <a:defRPr sz="2100" b="0" i="0">
                <a:solidFill>
                  <a:srgbClr val="193244"/>
                </a:solidFill>
                <a:latin typeface="Nimbus Sans"/>
                <a:ea typeface="Nimbus Sans"/>
                <a:cs typeface="Nimbus Sans"/>
              </a:defRPr>
            </a:lvl5pPr>
            <a:lvl6pPr>
              <a:defRPr sz="2100" b="0" i="0">
                <a:solidFill>
                  <a:srgbClr val="193244"/>
                </a:solidFill>
                <a:latin typeface="Nimbus Sans"/>
                <a:ea typeface="Nimbus Sans"/>
                <a:cs typeface="Nimbus Sans"/>
              </a:defRPr>
            </a:lvl6pPr>
            <a:lvl7pPr>
              <a:defRPr sz="2100" b="0" i="0">
                <a:solidFill>
                  <a:srgbClr val="193244"/>
                </a:solidFill>
                <a:latin typeface="Nimbus Sans"/>
                <a:ea typeface="Nimbus Sans"/>
                <a:cs typeface="Nimbus Sans"/>
              </a:defRPr>
            </a:lvl7pPr>
            <a:lvl8pPr>
              <a:defRPr sz="2100" b="0" i="0">
                <a:solidFill>
                  <a:srgbClr val="193244"/>
                </a:solidFill>
                <a:latin typeface="Nimbus Sans"/>
                <a:ea typeface="Nimbus Sans"/>
                <a:cs typeface="Nimbus Sans"/>
              </a:defRPr>
            </a:lvl8pPr>
            <a:lvl9pPr>
              <a:defRPr sz="2100" b="0" i="0">
                <a:solidFill>
                  <a:srgbClr val="193244"/>
                </a:solidFill>
                <a:latin typeface="Nimbus Sans"/>
                <a:ea typeface="Nimbus Sans"/>
                <a:cs typeface="Nimbus Sans"/>
              </a:defRPr>
            </a:lvl9pPr>
          </a:lstStyle>
          <a:p xmlns:a="http://schemas.openxmlformats.org/drawingml/2006/main">
            <a:pPr>
              <a:defRPr sz="2100" b="0" i="0">
                <a:solidFill>
                  <a:srgbClr val="193244"/>
                </a:solidFill>
                <a:latin typeface="Nimbus Sans"/>
                <a:ea typeface="Nimbus Sans"/>
                <a:cs typeface="Nimbus Sans"/>
              </a:defRPr>
            </a:pPr>
            <a:r>
              <a:rPr sz="2100" b="0" i="0">
                <a:solidFill>
                  <a:srgbClr val="193244"/>
                </a:solidFill>
                <a:latin typeface="Nimbus Sans"/>
                <a:ea typeface="Nimbus Sans"/>
                <a:cs typeface="Nimbus Sans"/>
              </a:rPr>
              <a:t>Agente demonstra os critérios e corrige falhas dentro do escopo aprovado.</a:t>
            </a:r>
          </a:p>
        </p:txBody>
      </p:sp>
      <p:sp>
        <p:nvSpPr>
          <p:cNvPr id="15" name="text-13">
            <a:extLst xmlns:a="http://schemas.openxmlformats.org/drawingml/2006/main">
              <a:ext uri="{FF2B5EF4-FFF2-40B4-BE49-F238E27FC236}">
                <a16:creationId xmlns:a16="http://schemas.microsoft.com/office/drawing/2014/main" id="{1E2613A0-3344-4BFD-AA95-C4013DE595F7}"/>
              </a:ext>
            </a:extLst>
          </p:cNvPr>
          <p:cNvSpPr>
            <a:spLocks xmlns:a="http://schemas.openxmlformats.org/drawingml/2006/main" noGrp="1"/>
          </p:cNvSpPr>
          <p:nvPr/>
        </p:nvSpPr>
        <p:spPr>
          <a:xfrm xmlns:a="http://schemas.openxmlformats.org/drawingml/2006/main">
            <a:off x="8477250" y="2286000"/>
            <a:ext cx="666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000" b="1" i="0">
                <a:solidFill>
                  <a:srgbClr val="B9502E"/>
                </a:solidFill>
                <a:latin typeface="Nimbus Mono PS"/>
                <a:ea typeface="Nimbus Mono PS"/>
                <a:cs typeface="Nimbus Mono PS"/>
              </a:defRPr>
            </a:defPPr>
            <a:lvl1pPr>
              <a:defRPr sz="3000" b="1" i="0">
                <a:solidFill>
                  <a:srgbClr val="B9502E"/>
                </a:solidFill>
                <a:latin typeface="Nimbus Mono PS"/>
                <a:ea typeface="Nimbus Mono PS"/>
                <a:cs typeface="Nimbus Mono PS"/>
              </a:defRPr>
            </a:lvl1pPr>
            <a:lvl2pPr>
              <a:defRPr sz="3000" b="1" i="0">
                <a:solidFill>
                  <a:srgbClr val="B9502E"/>
                </a:solidFill>
                <a:latin typeface="Nimbus Mono PS"/>
                <a:ea typeface="Nimbus Mono PS"/>
                <a:cs typeface="Nimbus Mono PS"/>
              </a:defRPr>
            </a:lvl2pPr>
            <a:lvl3pPr>
              <a:defRPr sz="3000" b="1" i="0">
                <a:solidFill>
                  <a:srgbClr val="B9502E"/>
                </a:solidFill>
                <a:latin typeface="Nimbus Mono PS"/>
                <a:ea typeface="Nimbus Mono PS"/>
                <a:cs typeface="Nimbus Mono PS"/>
              </a:defRPr>
            </a:lvl3pPr>
            <a:lvl4pPr>
              <a:defRPr sz="3000" b="1" i="0">
                <a:solidFill>
                  <a:srgbClr val="B9502E"/>
                </a:solidFill>
                <a:latin typeface="Nimbus Mono PS"/>
                <a:ea typeface="Nimbus Mono PS"/>
                <a:cs typeface="Nimbus Mono PS"/>
              </a:defRPr>
            </a:lvl4pPr>
            <a:lvl5pPr>
              <a:defRPr sz="3000" b="1" i="0">
                <a:solidFill>
                  <a:srgbClr val="B9502E"/>
                </a:solidFill>
                <a:latin typeface="Nimbus Mono PS"/>
                <a:ea typeface="Nimbus Mono PS"/>
                <a:cs typeface="Nimbus Mono PS"/>
              </a:defRPr>
            </a:lvl5pPr>
            <a:lvl6pPr>
              <a:defRPr sz="3000" b="1" i="0">
                <a:solidFill>
                  <a:srgbClr val="B9502E"/>
                </a:solidFill>
                <a:latin typeface="Nimbus Mono PS"/>
                <a:ea typeface="Nimbus Mono PS"/>
                <a:cs typeface="Nimbus Mono PS"/>
              </a:defRPr>
            </a:lvl6pPr>
            <a:lvl7pPr>
              <a:defRPr sz="3000" b="1" i="0">
                <a:solidFill>
                  <a:srgbClr val="B9502E"/>
                </a:solidFill>
                <a:latin typeface="Nimbus Mono PS"/>
                <a:ea typeface="Nimbus Mono PS"/>
                <a:cs typeface="Nimbus Mono PS"/>
              </a:defRPr>
            </a:lvl7pPr>
            <a:lvl8pPr>
              <a:defRPr sz="3000" b="1" i="0">
                <a:solidFill>
                  <a:srgbClr val="B9502E"/>
                </a:solidFill>
                <a:latin typeface="Nimbus Mono PS"/>
                <a:ea typeface="Nimbus Mono PS"/>
                <a:cs typeface="Nimbus Mono PS"/>
              </a:defRPr>
            </a:lvl8pPr>
            <a:lvl9pPr>
              <a:defRPr sz="3000" b="1" i="0">
                <a:solidFill>
                  <a:srgbClr val="B9502E"/>
                </a:solidFill>
                <a:latin typeface="Nimbus Mono PS"/>
                <a:ea typeface="Nimbus Mono PS"/>
                <a:cs typeface="Nimbus Mono PS"/>
              </a:defRPr>
            </a:lvl9pPr>
          </a:lstStyle>
          <a:p xmlns:a="http://schemas.openxmlformats.org/drawingml/2006/main">
            <a:pPr>
              <a:defRPr sz="3000" b="1" i="0">
                <a:solidFill>
                  <a:srgbClr val="B9502E"/>
                </a:solidFill>
                <a:latin typeface="Nimbus Mono PS"/>
                <a:ea typeface="Nimbus Mono PS"/>
                <a:cs typeface="Nimbus Mono PS"/>
              </a:defRPr>
            </a:pPr>
            <a:r>
              <a:rPr sz="3000" b="1" i="0">
                <a:solidFill>
                  <a:srgbClr val="B9502E"/>
                </a:solidFill>
                <a:latin typeface="Nimbus Mono PS"/>
                <a:ea typeface="Nimbus Mono PS"/>
                <a:cs typeface="Nimbus Mono PS"/>
              </a:rPr>
              <a:t>04</a:t>
            </a:r>
          </a:p>
        </p:txBody>
      </p:sp>
      <p:sp>
        <p:nvSpPr>
          <p:cNvPr id="16" name="text-14">
            <a:extLst xmlns:a="http://schemas.openxmlformats.org/drawingml/2006/main">
              <a:ext uri="{FF2B5EF4-FFF2-40B4-BE49-F238E27FC236}">
                <a16:creationId xmlns:a16="http://schemas.microsoft.com/office/drawing/2014/main" id="{FDF2FD86-C283-437E-9020-12C078ACD7D5}"/>
              </a:ext>
            </a:extLst>
          </p:cNvPr>
          <p:cNvSpPr>
            <a:spLocks xmlns:a="http://schemas.openxmlformats.org/drawingml/2006/main" noGrp="1"/>
          </p:cNvSpPr>
          <p:nvPr/>
        </p:nvSpPr>
        <p:spPr>
          <a:xfrm xmlns:a="http://schemas.openxmlformats.org/drawingml/2006/main">
            <a:off x="9277350" y="2305050"/>
            <a:ext cx="52959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325" b="1" i="0">
                <a:solidFill>
                  <a:srgbClr val="193244"/>
                </a:solidFill>
                <a:latin typeface="Nimbus Sans"/>
                <a:ea typeface="Nimbus Sans"/>
                <a:cs typeface="Nimbus Sans"/>
              </a:defRPr>
            </a:defPPr>
            <a:lvl1pPr>
              <a:defRPr sz="2325" b="1" i="0">
                <a:solidFill>
                  <a:srgbClr val="193244"/>
                </a:solidFill>
                <a:latin typeface="Nimbus Sans"/>
                <a:ea typeface="Nimbus Sans"/>
                <a:cs typeface="Nimbus Sans"/>
              </a:defRPr>
            </a:lvl1pPr>
            <a:lvl2pPr>
              <a:defRPr sz="2325" b="1" i="0">
                <a:solidFill>
                  <a:srgbClr val="193244"/>
                </a:solidFill>
                <a:latin typeface="Nimbus Sans"/>
                <a:ea typeface="Nimbus Sans"/>
                <a:cs typeface="Nimbus Sans"/>
              </a:defRPr>
            </a:lvl2pPr>
            <a:lvl3pPr>
              <a:defRPr sz="2325" b="1" i="0">
                <a:solidFill>
                  <a:srgbClr val="193244"/>
                </a:solidFill>
                <a:latin typeface="Nimbus Sans"/>
                <a:ea typeface="Nimbus Sans"/>
                <a:cs typeface="Nimbus Sans"/>
              </a:defRPr>
            </a:lvl3pPr>
            <a:lvl4pPr>
              <a:defRPr sz="2325" b="1" i="0">
                <a:solidFill>
                  <a:srgbClr val="193244"/>
                </a:solidFill>
                <a:latin typeface="Nimbus Sans"/>
                <a:ea typeface="Nimbus Sans"/>
                <a:cs typeface="Nimbus Sans"/>
              </a:defRPr>
            </a:lvl4pPr>
            <a:lvl5pPr>
              <a:defRPr sz="2325" b="1" i="0">
                <a:solidFill>
                  <a:srgbClr val="193244"/>
                </a:solidFill>
                <a:latin typeface="Nimbus Sans"/>
                <a:ea typeface="Nimbus Sans"/>
                <a:cs typeface="Nimbus Sans"/>
              </a:defRPr>
            </a:lvl5pPr>
            <a:lvl6pPr>
              <a:defRPr sz="2325" b="1" i="0">
                <a:solidFill>
                  <a:srgbClr val="193244"/>
                </a:solidFill>
                <a:latin typeface="Nimbus Sans"/>
                <a:ea typeface="Nimbus Sans"/>
                <a:cs typeface="Nimbus Sans"/>
              </a:defRPr>
            </a:lvl6pPr>
            <a:lvl7pPr>
              <a:defRPr sz="2325" b="1" i="0">
                <a:solidFill>
                  <a:srgbClr val="193244"/>
                </a:solidFill>
                <a:latin typeface="Nimbus Sans"/>
                <a:ea typeface="Nimbus Sans"/>
                <a:cs typeface="Nimbus Sans"/>
              </a:defRPr>
            </a:lvl7pPr>
            <a:lvl8pPr>
              <a:defRPr sz="2325" b="1" i="0">
                <a:solidFill>
                  <a:srgbClr val="193244"/>
                </a:solidFill>
                <a:latin typeface="Nimbus Sans"/>
                <a:ea typeface="Nimbus Sans"/>
                <a:cs typeface="Nimbus Sans"/>
              </a:defRPr>
            </a:lvl8pPr>
            <a:lvl9pPr>
              <a:defRPr sz="2325" b="1" i="0">
                <a:solidFill>
                  <a:srgbClr val="193244"/>
                </a:solidFill>
                <a:latin typeface="Nimbus Sans"/>
                <a:ea typeface="Nimbus Sans"/>
                <a:cs typeface="Nimbus Sans"/>
              </a:defRPr>
            </a:lvl9pPr>
          </a:lstStyle>
          <a:p xmlns:a="http://schemas.openxmlformats.org/drawingml/2006/main">
            <a:pPr>
              <a:defRPr sz="2325" b="1" i="0">
                <a:solidFill>
                  <a:srgbClr val="193244"/>
                </a:solidFill>
                <a:latin typeface="Nimbus Sans"/>
                <a:ea typeface="Nimbus Sans"/>
                <a:cs typeface="Nimbus Sans"/>
              </a:defRPr>
            </a:pPr>
            <a:r>
              <a:rPr sz="2325" b="1" i="0">
                <a:solidFill>
                  <a:srgbClr val="193244"/>
                </a:solidFill>
                <a:latin typeface="Nimbus Sans"/>
                <a:ea typeface="Nimbus Sans"/>
                <a:cs typeface="Nimbus Sans"/>
              </a:rPr>
              <a:t>Revisar</a:t>
            </a:r>
          </a:p>
        </p:txBody>
      </p:sp>
      <p:sp>
        <p:nvSpPr>
          <p:cNvPr id="17" name="text-15">
            <a:extLst xmlns:a="http://schemas.openxmlformats.org/drawingml/2006/main">
              <a:ext uri="{FF2B5EF4-FFF2-40B4-BE49-F238E27FC236}">
                <a16:creationId xmlns:a16="http://schemas.microsoft.com/office/drawing/2014/main" id="{DCF395C3-EB7B-4175-A13A-307C0276E30F}"/>
              </a:ext>
            </a:extLst>
          </p:cNvPr>
          <p:cNvSpPr>
            <a:spLocks xmlns:a="http://schemas.openxmlformats.org/drawingml/2006/main" noGrp="1"/>
          </p:cNvSpPr>
          <p:nvPr/>
        </p:nvSpPr>
        <p:spPr>
          <a:xfrm xmlns:a="http://schemas.openxmlformats.org/drawingml/2006/main">
            <a:off x="9277350" y="2838450"/>
            <a:ext cx="5295900" cy="1285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00" b="0" i="0">
                <a:solidFill>
                  <a:srgbClr val="193244"/>
                </a:solidFill>
                <a:latin typeface="Nimbus Sans"/>
                <a:ea typeface="Nimbus Sans"/>
                <a:cs typeface="Nimbus Sans"/>
              </a:defRPr>
            </a:defPPr>
            <a:lvl1pPr>
              <a:defRPr sz="2100" b="0" i="0">
                <a:solidFill>
                  <a:srgbClr val="193244"/>
                </a:solidFill>
                <a:latin typeface="Nimbus Sans"/>
                <a:ea typeface="Nimbus Sans"/>
                <a:cs typeface="Nimbus Sans"/>
              </a:defRPr>
            </a:lvl1pPr>
            <a:lvl2pPr>
              <a:defRPr sz="2100" b="0" i="0">
                <a:solidFill>
                  <a:srgbClr val="193244"/>
                </a:solidFill>
                <a:latin typeface="Nimbus Sans"/>
                <a:ea typeface="Nimbus Sans"/>
                <a:cs typeface="Nimbus Sans"/>
              </a:defRPr>
            </a:lvl2pPr>
            <a:lvl3pPr>
              <a:defRPr sz="2100" b="0" i="0">
                <a:solidFill>
                  <a:srgbClr val="193244"/>
                </a:solidFill>
                <a:latin typeface="Nimbus Sans"/>
                <a:ea typeface="Nimbus Sans"/>
                <a:cs typeface="Nimbus Sans"/>
              </a:defRPr>
            </a:lvl3pPr>
            <a:lvl4pPr>
              <a:defRPr sz="2100" b="0" i="0">
                <a:solidFill>
                  <a:srgbClr val="193244"/>
                </a:solidFill>
                <a:latin typeface="Nimbus Sans"/>
                <a:ea typeface="Nimbus Sans"/>
                <a:cs typeface="Nimbus Sans"/>
              </a:defRPr>
            </a:lvl4pPr>
            <a:lvl5pPr>
              <a:defRPr sz="2100" b="0" i="0">
                <a:solidFill>
                  <a:srgbClr val="193244"/>
                </a:solidFill>
                <a:latin typeface="Nimbus Sans"/>
                <a:ea typeface="Nimbus Sans"/>
                <a:cs typeface="Nimbus Sans"/>
              </a:defRPr>
            </a:lvl5pPr>
            <a:lvl6pPr>
              <a:defRPr sz="2100" b="0" i="0">
                <a:solidFill>
                  <a:srgbClr val="193244"/>
                </a:solidFill>
                <a:latin typeface="Nimbus Sans"/>
                <a:ea typeface="Nimbus Sans"/>
                <a:cs typeface="Nimbus Sans"/>
              </a:defRPr>
            </a:lvl6pPr>
            <a:lvl7pPr>
              <a:defRPr sz="2100" b="0" i="0">
                <a:solidFill>
                  <a:srgbClr val="193244"/>
                </a:solidFill>
                <a:latin typeface="Nimbus Sans"/>
                <a:ea typeface="Nimbus Sans"/>
                <a:cs typeface="Nimbus Sans"/>
              </a:defRPr>
            </a:lvl7pPr>
            <a:lvl8pPr>
              <a:defRPr sz="2100" b="0" i="0">
                <a:solidFill>
                  <a:srgbClr val="193244"/>
                </a:solidFill>
                <a:latin typeface="Nimbus Sans"/>
                <a:ea typeface="Nimbus Sans"/>
                <a:cs typeface="Nimbus Sans"/>
              </a:defRPr>
            </a:lvl8pPr>
            <a:lvl9pPr>
              <a:defRPr sz="2100" b="0" i="0">
                <a:solidFill>
                  <a:srgbClr val="193244"/>
                </a:solidFill>
                <a:latin typeface="Nimbus Sans"/>
                <a:ea typeface="Nimbus Sans"/>
                <a:cs typeface="Nimbus Sans"/>
              </a:defRPr>
            </a:lvl9pPr>
          </a:lstStyle>
          <a:p xmlns:a="http://schemas.openxmlformats.org/drawingml/2006/main">
            <a:pPr>
              <a:defRPr sz="2100" b="0" i="0">
                <a:solidFill>
                  <a:srgbClr val="193244"/>
                </a:solidFill>
                <a:latin typeface="Nimbus Sans"/>
                <a:ea typeface="Nimbus Sans"/>
                <a:cs typeface="Nimbus Sans"/>
              </a:defRPr>
            </a:pPr>
            <a:r>
              <a:rPr sz="2100" b="0" i="0">
                <a:solidFill>
                  <a:srgbClr val="193244"/>
                </a:solidFill>
                <a:latin typeface="Nimbus Sans"/>
                <a:ea typeface="Nimbus Sans"/>
                <a:cs typeface="Nimbus Sans"/>
              </a:rPr>
              <a:t>Humano inspeciona arquivos e evidências. Pede correções ou aceita.</a:t>
            </a:r>
          </a:p>
        </p:txBody>
      </p:sp>
      <p:sp>
        <p:nvSpPr>
          <p:cNvPr id="18" name="text-16">
            <a:extLst xmlns:a="http://schemas.openxmlformats.org/drawingml/2006/main">
              <a:ext uri="{FF2B5EF4-FFF2-40B4-BE49-F238E27FC236}">
                <a16:creationId xmlns:a16="http://schemas.microsoft.com/office/drawing/2014/main" id="{302C4598-10C0-437B-A7C6-AF3687548DF8}"/>
              </a:ext>
            </a:extLst>
          </p:cNvPr>
          <p:cNvSpPr>
            <a:spLocks xmlns:a="http://schemas.openxmlformats.org/drawingml/2006/main" noGrp="1"/>
          </p:cNvSpPr>
          <p:nvPr/>
        </p:nvSpPr>
        <p:spPr>
          <a:xfrm xmlns:a="http://schemas.openxmlformats.org/drawingml/2006/main">
            <a:off x="8477250" y="4048125"/>
            <a:ext cx="666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000" b="1" i="0">
                <a:solidFill>
                  <a:srgbClr val="B9502E"/>
                </a:solidFill>
                <a:latin typeface="Nimbus Mono PS"/>
                <a:ea typeface="Nimbus Mono PS"/>
                <a:cs typeface="Nimbus Mono PS"/>
              </a:defRPr>
            </a:defPPr>
            <a:lvl1pPr>
              <a:defRPr sz="3000" b="1" i="0">
                <a:solidFill>
                  <a:srgbClr val="B9502E"/>
                </a:solidFill>
                <a:latin typeface="Nimbus Mono PS"/>
                <a:ea typeface="Nimbus Mono PS"/>
                <a:cs typeface="Nimbus Mono PS"/>
              </a:defRPr>
            </a:lvl1pPr>
            <a:lvl2pPr>
              <a:defRPr sz="3000" b="1" i="0">
                <a:solidFill>
                  <a:srgbClr val="B9502E"/>
                </a:solidFill>
                <a:latin typeface="Nimbus Mono PS"/>
                <a:ea typeface="Nimbus Mono PS"/>
                <a:cs typeface="Nimbus Mono PS"/>
              </a:defRPr>
            </a:lvl2pPr>
            <a:lvl3pPr>
              <a:defRPr sz="3000" b="1" i="0">
                <a:solidFill>
                  <a:srgbClr val="B9502E"/>
                </a:solidFill>
                <a:latin typeface="Nimbus Mono PS"/>
                <a:ea typeface="Nimbus Mono PS"/>
                <a:cs typeface="Nimbus Mono PS"/>
              </a:defRPr>
            </a:lvl3pPr>
            <a:lvl4pPr>
              <a:defRPr sz="3000" b="1" i="0">
                <a:solidFill>
                  <a:srgbClr val="B9502E"/>
                </a:solidFill>
                <a:latin typeface="Nimbus Mono PS"/>
                <a:ea typeface="Nimbus Mono PS"/>
                <a:cs typeface="Nimbus Mono PS"/>
              </a:defRPr>
            </a:lvl4pPr>
            <a:lvl5pPr>
              <a:defRPr sz="3000" b="1" i="0">
                <a:solidFill>
                  <a:srgbClr val="B9502E"/>
                </a:solidFill>
                <a:latin typeface="Nimbus Mono PS"/>
                <a:ea typeface="Nimbus Mono PS"/>
                <a:cs typeface="Nimbus Mono PS"/>
              </a:defRPr>
            </a:lvl5pPr>
            <a:lvl6pPr>
              <a:defRPr sz="3000" b="1" i="0">
                <a:solidFill>
                  <a:srgbClr val="B9502E"/>
                </a:solidFill>
                <a:latin typeface="Nimbus Mono PS"/>
                <a:ea typeface="Nimbus Mono PS"/>
                <a:cs typeface="Nimbus Mono PS"/>
              </a:defRPr>
            </a:lvl6pPr>
            <a:lvl7pPr>
              <a:defRPr sz="3000" b="1" i="0">
                <a:solidFill>
                  <a:srgbClr val="B9502E"/>
                </a:solidFill>
                <a:latin typeface="Nimbus Mono PS"/>
                <a:ea typeface="Nimbus Mono PS"/>
                <a:cs typeface="Nimbus Mono PS"/>
              </a:defRPr>
            </a:lvl7pPr>
            <a:lvl8pPr>
              <a:defRPr sz="3000" b="1" i="0">
                <a:solidFill>
                  <a:srgbClr val="B9502E"/>
                </a:solidFill>
                <a:latin typeface="Nimbus Mono PS"/>
                <a:ea typeface="Nimbus Mono PS"/>
                <a:cs typeface="Nimbus Mono PS"/>
              </a:defRPr>
            </a:lvl8pPr>
            <a:lvl9pPr>
              <a:defRPr sz="3000" b="1" i="0">
                <a:solidFill>
                  <a:srgbClr val="B9502E"/>
                </a:solidFill>
                <a:latin typeface="Nimbus Mono PS"/>
                <a:ea typeface="Nimbus Mono PS"/>
                <a:cs typeface="Nimbus Mono PS"/>
              </a:defRPr>
            </a:lvl9pPr>
          </a:lstStyle>
          <a:p xmlns:a="http://schemas.openxmlformats.org/drawingml/2006/main">
            <a:pPr>
              <a:defRPr sz="3000" b="1" i="0">
                <a:solidFill>
                  <a:srgbClr val="B9502E"/>
                </a:solidFill>
                <a:latin typeface="Nimbus Mono PS"/>
                <a:ea typeface="Nimbus Mono PS"/>
                <a:cs typeface="Nimbus Mono PS"/>
              </a:defRPr>
            </a:pPr>
            <a:r>
              <a:rPr sz="3000" b="1" i="0">
                <a:solidFill>
                  <a:srgbClr val="B9502E"/>
                </a:solidFill>
                <a:latin typeface="Nimbus Mono PS"/>
                <a:ea typeface="Nimbus Mono PS"/>
                <a:cs typeface="Nimbus Mono PS"/>
              </a:rPr>
              <a:t>05</a:t>
            </a:r>
          </a:p>
        </p:txBody>
      </p:sp>
      <p:sp>
        <p:nvSpPr>
          <p:cNvPr id="19" name="text-17">
            <a:extLst xmlns:a="http://schemas.openxmlformats.org/drawingml/2006/main">
              <a:ext uri="{FF2B5EF4-FFF2-40B4-BE49-F238E27FC236}">
                <a16:creationId xmlns:a16="http://schemas.microsoft.com/office/drawing/2014/main" id="{73FD58A2-0B95-45D7-AE9F-ABFF03A7FAE6}"/>
              </a:ext>
            </a:extLst>
          </p:cNvPr>
          <p:cNvSpPr>
            <a:spLocks xmlns:a="http://schemas.openxmlformats.org/drawingml/2006/main" noGrp="1"/>
          </p:cNvSpPr>
          <p:nvPr/>
        </p:nvSpPr>
        <p:spPr>
          <a:xfrm xmlns:a="http://schemas.openxmlformats.org/drawingml/2006/main">
            <a:off x="9277350" y="4067175"/>
            <a:ext cx="52959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325" b="1" i="0">
                <a:solidFill>
                  <a:srgbClr val="193244"/>
                </a:solidFill>
                <a:latin typeface="Nimbus Sans"/>
                <a:ea typeface="Nimbus Sans"/>
                <a:cs typeface="Nimbus Sans"/>
              </a:defRPr>
            </a:defPPr>
            <a:lvl1pPr>
              <a:defRPr sz="2325" b="1" i="0">
                <a:solidFill>
                  <a:srgbClr val="193244"/>
                </a:solidFill>
                <a:latin typeface="Nimbus Sans"/>
                <a:ea typeface="Nimbus Sans"/>
                <a:cs typeface="Nimbus Sans"/>
              </a:defRPr>
            </a:lvl1pPr>
            <a:lvl2pPr>
              <a:defRPr sz="2325" b="1" i="0">
                <a:solidFill>
                  <a:srgbClr val="193244"/>
                </a:solidFill>
                <a:latin typeface="Nimbus Sans"/>
                <a:ea typeface="Nimbus Sans"/>
                <a:cs typeface="Nimbus Sans"/>
              </a:defRPr>
            </a:lvl2pPr>
            <a:lvl3pPr>
              <a:defRPr sz="2325" b="1" i="0">
                <a:solidFill>
                  <a:srgbClr val="193244"/>
                </a:solidFill>
                <a:latin typeface="Nimbus Sans"/>
                <a:ea typeface="Nimbus Sans"/>
                <a:cs typeface="Nimbus Sans"/>
              </a:defRPr>
            </a:lvl3pPr>
            <a:lvl4pPr>
              <a:defRPr sz="2325" b="1" i="0">
                <a:solidFill>
                  <a:srgbClr val="193244"/>
                </a:solidFill>
                <a:latin typeface="Nimbus Sans"/>
                <a:ea typeface="Nimbus Sans"/>
                <a:cs typeface="Nimbus Sans"/>
              </a:defRPr>
            </a:lvl4pPr>
            <a:lvl5pPr>
              <a:defRPr sz="2325" b="1" i="0">
                <a:solidFill>
                  <a:srgbClr val="193244"/>
                </a:solidFill>
                <a:latin typeface="Nimbus Sans"/>
                <a:ea typeface="Nimbus Sans"/>
                <a:cs typeface="Nimbus Sans"/>
              </a:defRPr>
            </a:lvl5pPr>
            <a:lvl6pPr>
              <a:defRPr sz="2325" b="1" i="0">
                <a:solidFill>
                  <a:srgbClr val="193244"/>
                </a:solidFill>
                <a:latin typeface="Nimbus Sans"/>
                <a:ea typeface="Nimbus Sans"/>
                <a:cs typeface="Nimbus Sans"/>
              </a:defRPr>
            </a:lvl6pPr>
            <a:lvl7pPr>
              <a:defRPr sz="2325" b="1" i="0">
                <a:solidFill>
                  <a:srgbClr val="193244"/>
                </a:solidFill>
                <a:latin typeface="Nimbus Sans"/>
                <a:ea typeface="Nimbus Sans"/>
                <a:cs typeface="Nimbus Sans"/>
              </a:defRPr>
            </a:lvl7pPr>
            <a:lvl8pPr>
              <a:defRPr sz="2325" b="1" i="0">
                <a:solidFill>
                  <a:srgbClr val="193244"/>
                </a:solidFill>
                <a:latin typeface="Nimbus Sans"/>
                <a:ea typeface="Nimbus Sans"/>
                <a:cs typeface="Nimbus Sans"/>
              </a:defRPr>
            </a:lvl8pPr>
            <a:lvl9pPr>
              <a:defRPr sz="2325" b="1" i="0">
                <a:solidFill>
                  <a:srgbClr val="193244"/>
                </a:solidFill>
                <a:latin typeface="Nimbus Sans"/>
                <a:ea typeface="Nimbus Sans"/>
                <a:cs typeface="Nimbus Sans"/>
              </a:defRPr>
            </a:lvl9pPr>
          </a:lstStyle>
          <a:p xmlns:a="http://schemas.openxmlformats.org/drawingml/2006/main">
            <a:pPr>
              <a:defRPr sz="2325" b="1" i="0">
                <a:solidFill>
                  <a:srgbClr val="193244"/>
                </a:solidFill>
                <a:latin typeface="Nimbus Sans"/>
                <a:ea typeface="Nimbus Sans"/>
                <a:cs typeface="Nimbus Sans"/>
              </a:defRPr>
            </a:pPr>
            <a:r>
              <a:rPr sz="2325" b="1" i="0">
                <a:solidFill>
                  <a:srgbClr val="193244"/>
                </a:solidFill>
                <a:latin typeface="Nimbus Sans"/>
                <a:ea typeface="Nimbus Sans"/>
                <a:cs typeface="Nimbus Sans"/>
              </a:rPr>
              <a:t>Fechar</a:t>
            </a:r>
          </a:p>
        </p:txBody>
      </p:sp>
      <p:sp>
        <p:nvSpPr>
          <p:cNvPr id="20" name="text-18">
            <a:extLst xmlns:a="http://schemas.openxmlformats.org/drawingml/2006/main">
              <a:ext uri="{FF2B5EF4-FFF2-40B4-BE49-F238E27FC236}">
                <a16:creationId xmlns:a16="http://schemas.microsoft.com/office/drawing/2014/main" id="{ADAFE05A-B685-4D4D-8D0D-D3AE62122998}"/>
              </a:ext>
            </a:extLst>
          </p:cNvPr>
          <p:cNvSpPr>
            <a:spLocks xmlns:a="http://schemas.openxmlformats.org/drawingml/2006/main" noGrp="1"/>
          </p:cNvSpPr>
          <p:nvPr/>
        </p:nvSpPr>
        <p:spPr>
          <a:xfrm xmlns:a="http://schemas.openxmlformats.org/drawingml/2006/main">
            <a:off x="9277350" y="4600575"/>
            <a:ext cx="5295900" cy="1285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00" b="0" i="0">
                <a:solidFill>
                  <a:srgbClr val="193244"/>
                </a:solidFill>
                <a:latin typeface="Nimbus Sans"/>
                <a:ea typeface="Nimbus Sans"/>
                <a:cs typeface="Nimbus Sans"/>
              </a:defRPr>
            </a:defPPr>
            <a:lvl1pPr>
              <a:defRPr sz="2100" b="0" i="0">
                <a:solidFill>
                  <a:srgbClr val="193244"/>
                </a:solidFill>
                <a:latin typeface="Nimbus Sans"/>
                <a:ea typeface="Nimbus Sans"/>
                <a:cs typeface="Nimbus Sans"/>
              </a:defRPr>
            </a:lvl1pPr>
            <a:lvl2pPr>
              <a:defRPr sz="2100" b="0" i="0">
                <a:solidFill>
                  <a:srgbClr val="193244"/>
                </a:solidFill>
                <a:latin typeface="Nimbus Sans"/>
                <a:ea typeface="Nimbus Sans"/>
                <a:cs typeface="Nimbus Sans"/>
              </a:defRPr>
            </a:lvl2pPr>
            <a:lvl3pPr>
              <a:defRPr sz="2100" b="0" i="0">
                <a:solidFill>
                  <a:srgbClr val="193244"/>
                </a:solidFill>
                <a:latin typeface="Nimbus Sans"/>
                <a:ea typeface="Nimbus Sans"/>
                <a:cs typeface="Nimbus Sans"/>
              </a:defRPr>
            </a:lvl3pPr>
            <a:lvl4pPr>
              <a:defRPr sz="2100" b="0" i="0">
                <a:solidFill>
                  <a:srgbClr val="193244"/>
                </a:solidFill>
                <a:latin typeface="Nimbus Sans"/>
                <a:ea typeface="Nimbus Sans"/>
                <a:cs typeface="Nimbus Sans"/>
              </a:defRPr>
            </a:lvl4pPr>
            <a:lvl5pPr>
              <a:defRPr sz="2100" b="0" i="0">
                <a:solidFill>
                  <a:srgbClr val="193244"/>
                </a:solidFill>
                <a:latin typeface="Nimbus Sans"/>
                <a:ea typeface="Nimbus Sans"/>
                <a:cs typeface="Nimbus Sans"/>
              </a:defRPr>
            </a:lvl5pPr>
            <a:lvl6pPr>
              <a:defRPr sz="2100" b="0" i="0">
                <a:solidFill>
                  <a:srgbClr val="193244"/>
                </a:solidFill>
                <a:latin typeface="Nimbus Sans"/>
                <a:ea typeface="Nimbus Sans"/>
                <a:cs typeface="Nimbus Sans"/>
              </a:defRPr>
            </a:lvl6pPr>
            <a:lvl7pPr>
              <a:defRPr sz="2100" b="0" i="0">
                <a:solidFill>
                  <a:srgbClr val="193244"/>
                </a:solidFill>
                <a:latin typeface="Nimbus Sans"/>
                <a:ea typeface="Nimbus Sans"/>
                <a:cs typeface="Nimbus Sans"/>
              </a:defRPr>
            </a:lvl7pPr>
            <a:lvl8pPr>
              <a:defRPr sz="2100" b="0" i="0">
                <a:solidFill>
                  <a:srgbClr val="193244"/>
                </a:solidFill>
                <a:latin typeface="Nimbus Sans"/>
                <a:ea typeface="Nimbus Sans"/>
                <a:cs typeface="Nimbus Sans"/>
              </a:defRPr>
            </a:lvl8pPr>
            <a:lvl9pPr>
              <a:defRPr sz="2100" b="0" i="0">
                <a:solidFill>
                  <a:srgbClr val="193244"/>
                </a:solidFill>
                <a:latin typeface="Nimbus Sans"/>
                <a:ea typeface="Nimbus Sans"/>
                <a:cs typeface="Nimbus Sans"/>
              </a:defRPr>
            </a:lvl9pPr>
          </a:lstStyle>
          <a:p xmlns:a="http://schemas.openxmlformats.org/drawingml/2006/main">
            <a:pPr>
              <a:defRPr sz="2100" b="0" i="0">
                <a:solidFill>
                  <a:srgbClr val="193244"/>
                </a:solidFill>
                <a:latin typeface="Nimbus Sans"/>
                <a:ea typeface="Nimbus Sans"/>
                <a:cs typeface="Nimbus Sans"/>
              </a:defRPr>
            </a:pPr>
            <a:r>
              <a:rPr sz="2100" b="0" i="0">
                <a:solidFill>
                  <a:srgbClr val="193244"/>
                </a:solidFill>
                <a:latin typeface="Nimbus Sans"/>
                <a:ea typeface="Nimbus Sans"/>
                <a:cs typeface="Nimbus Sans"/>
              </a:rPr>
              <a:t>Agente avalia atritos. Após aprovação, arquiva em tasks/ e restaura CURRENT.</a:t>
            </a:r>
          </a:p>
        </p:txBody>
      </p:sp>
      <p:sp>
        <p:nvSpPr>
          <p:cNvPr id="21" name="text-19">
            <a:extLst xmlns:a="http://schemas.openxmlformats.org/drawingml/2006/main">
              <a:ext uri="{FF2B5EF4-FFF2-40B4-BE49-F238E27FC236}">
                <a16:creationId xmlns:a16="http://schemas.microsoft.com/office/drawing/2014/main" id="{10FE13AC-9C6C-4158-B01E-4CF1EFB75248}"/>
              </a:ext>
            </a:extLst>
          </p:cNvPr>
          <p:cNvSpPr>
            <a:spLocks xmlns:a="http://schemas.openxmlformats.org/drawingml/2006/main" noGrp="1"/>
          </p:cNvSpPr>
          <p:nvPr/>
        </p:nvSpPr>
        <p:spPr>
          <a:xfrm xmlns:a="http://schemas.openxmlformats.org/drawingml/2006/main">
            <a:off x="8477250" y="5810250"/>
            <a:ext cx="666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000" b="1" i="0">
                <a:solidFill>
                  <a:srgbClr val="B9502E"/>
                </a:solidFill>
                <a:latin typeface="Nimbus Mono PS"/>
                <a:ea typeface="Nimbus Mono PS"/>
                <a:cs typeface="Nimbus Mono PS"/>
              </a:defRPr>
            </a:defPPr>
            <a:lvl1pPr>
              <a:defRPr sz="3000" b="1" i="0">
                <a:solidFill>
                  <a:srgbClr val="B9502E"/>
                </a:solidFill>
                <a:latin typeface="Nimbus Mono PS"/>
                <a:ea typeface="Nimbus Mono PS"/>
                <a:cs typeface="Nimbus Mono PS"/>
              </a:defRPr>
            </a:lvl1pPr>
            <a:lvl2pPr>
              <a:defRPr sz="3000" b="1" i="0">
                <a:solidFill>
                  <a:srgbClr val="B9502E"/>
                </a:solidFill>
                <a:latin typeface="Nimbus Mono PS"/>
                <a:ea typeface="Nimbus Mono PS"/>
                <a:cs typeface="Nimbus Mono PS"/>
              </a:defRPr>
            </a:lvl2pPr>
            <a:lvl3pPr>
              <a:defRPr sz="3000" b="1" i="0">
                <a:solidFill>
                  <a:srgbClr val="B9502E"/>
                </a:solidFill>
                <a:latin typeface="Nimbus Mono PS"/>
                <a:ea typeface="Nimbus Mono PS"/>
                <a:cs typeface="Nimbus Mono PS"/>
              </a:defRPr>
            </a:lvl3pPr>
            <a:lvl4pPr>
              <a:defRPr sz="3000" b="1" i="0">
                <a:solidFill>
                  <a:srgbClr val="B9502E"/>
                </a:solidFill>
                <a:latin typeface="Nimbus Mono PS"/>
                <a:ea typeface="Nimbus Mono PS"/>
                <a:cs typeface="Nimbus Mono PS"/>
              </a:defRPr>
            </a:lvl4pPr>
            <a:lvl5pPr>
              <a:defRPr sz="3000" b="1" i="0">
                <a:solidFill>
                  <a:srgbClr val="B9502E"/>
                </a:solidFill>
                <a:latin typeface="Nimbus Mono PS"/>
                <a:ea typeface="Nimbus Mono PS"/>
                <a:cs typeface="Nimbus Mono PS"/>
              </a:defRPr>
            </a:lvl5pPr>
            <a:lvl6pPr>
              <a:defRPr sz="3000" b="1" i="0">
                <a:solidFill>
                  <a:srgbClr val="B9502E"/>
                </a:solidFill>
                <a:latin typeface="Nimbus Mono PS"/>
                <a:ea typeface="Nimbus Mono PS"/>
                <a:cs typeface="Nimbus Mono PS"/>
              </a:defRPr>
            </a:lvl6pPr>
            <a:lvl7pPr>
              <a:defRPr sz="3000" b="1" i="0">
                <a:solidFill>
                  <a:srgbClr val="B9502E"/>
                </a:solidFill>
                <a:latin typeface="Nimbus Mono PS"/>
                <a:ea typeface="Nimbus Mono PS"/>
                <a:cs typeface="Nimbus Mono PS"/>
              </a:defRPr>
            </a:lvl7pPr>
            <a:lvl8pPr>
              <a:defRPr sz="3000" b="1" i="0">
                <a:solidFill>
                  <a:srgbClr val="B9502E"/>
                </a:solidFill>
                <a:latin typeface="Nimbus Mono PS"/>
                <a:ea typeface="Nimbus Mono PS"/>
                <a:cs typeface="Nimbus Mono PS"/>
              </a:defRPr>
            </a:lvl8pPr>
            <a:lvl9pPr>
              <a:defRPr sz="3000" b="1" i="0">
                <a:solidFill>
                  <a:srgbClr val="B9502E"/>
                </a:solidFill>
                <a:latin typeface="Nimbus Mono PS"/>
                <a:ea typeface="Nimbus Mono PS"/>
                <a:cs typeface="Nimbus Mono PS"/>
              </a:defRPr>
            </a:lvl9pPr>
          </a:lstStyle>
          <a:p xmlns:a="http://schemas.openxmlformats.org/drawingml/2006/main">
            <a:pPr>
              <a:defRPr sz="3000" b="1" i="0">
                <a:solidFill>
                  <a:srgbClr val="B9502E"/>
                </a:solidFill>
                <a:latin typeface="Nimbus Mono PS"/>
                <a:ea typeface="Nimbus Mono PS"/>
                <a:cs typeface="Nimbus Mono PS"/>
              </a:defRPr>
            </a:pPr>
            <a:r>
              <a:rPr sz="3000" b="1" i="0">
                <a:solidFill>
                  <a:srgbClr val="B9502E"/>
                </a:solidFill>
                <a:latin typeface="Nimbus Mono PS"/>
                <a:ea typeface="Nimbus Mono PS"/>
                <a:cs typeface="Nimbus Mono PS"/>
              </a:rPr>
              <a:t>06</a:t>
            </a:r>
          </a:p>
        </p:txBody>
      </p:sp>
      <p:sp>
        <p:nvSpPr>
          <p:cNvPr id="22" name="text-20">
            <a:extLst xmlns:a="http://schemas.openxmlformats.org/drawingml/2006/main">
              <a:ext uri="{FF2B5EF4-FFF2-40B4-BE49-F238E27FC236}">
                <a16:creationId xmlns:a16="http://schemas.microsoft.com/office/drawing/2014/main" id="{CA5D1595-EBEB-4AAE-897C-EDEEA2BC052B}"/>
              </a:ext>
            </a:extLst>
          </p:cNvPr>
          <p:cNvSpPr>
            <a:spLocks xmlns:a="http://schemas.openxmlformats.org/drawingml/2006/main" noGrp="1"/>
          </p:cNvSpPr>
          <p:nvPr/>
        </p:nvSpPr>
        <p:spPr>
          <a:xfrm xmlns:a="http://schemas.openxmlformats.org/drawingml/2006/main">
            <a:off x="9277350" y="5829300"/>
            <a:ext cx="52959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325" b="1" i="0">
                <a:solidFill>
                  <a:srgbClr val="193244"/>
                </a:solidFill>
                <a:latin typeface="Nimbus Sans"/>
                <a:ea typeface="Nimbus Sans"/>
                <a:cs typeface="Nimbus Sans"/>
              </a:defRPr>
            </a:defPPr>
            <a:lvl1pPr>
              <a:defRPr sz="2325" b="1" i="0">
                <a:solidFill>
                  <a:srgbClr val="193244"/>
                </a:solidFill>
                <a:latin typeface="Nimbus Sans"/>
                <a:ea typeface="Nimbus Sans"/>
                <a:cs typeface="Nimbus Sans"/>
              </a:defRPr>
            </a:lvl1pPr>
            <a:lvl2pPr>
              <a:defRPr sz="2325" b="1" i="0">
                <a:solidFill>
                  <a:srgbClr val="193244"/>
                </a:solidFill>
                <a:latin typeface="Nimbus Sans"/>
                <a:ea typeface="Nimbus Sans"/>
                <a:cs typeface="Nimbus Sans"/>
              </a:defRPr>
            </a:lvl2pPr>
            <a:lvl3pPr>
              <a:defRPr sz="2325" b="1" i="0">
                <a:solidFill>
                  <a:srgbClr val="193244"/>
                </a:solidFill>
                <a:latin typeface="Nimbus Sans"/>
                <a:ea typeface="Nimbus Sans"/>
                <a:cs typeface="Nimbus Sans"/>
              </a:defRPr>
            </a:lvl3pPr>
            <a:lvl4pPr>
              <a:defRPr sz="2325" b="1" i="0">
                <a:solidFill>
                  <a:srgbClr val="193244"/>
                </a:solidFill>
                <a:latin typeface="Nimbus Sans"/>
                <a:ea typeface="Nimbus Sans"/>
                <a:cs typeface="Nimbus Sans"/>
              </a:defRPr>
            </a:lvl4pPr>
            <a:lvl5pPr>
              <a:defRPr sz="2325" b="1" i="0">
                <a:solidFill>
                  <a:srgbClr val="193244"/>
                </a:solidFill>
                <a:latin typeface="Nimbus Sans"/>
                <a:ea typeface="Nimbus Sans"/>
                <a:cs typeface="Nimbus Sans"/>
              </a:defRPr>
            </a:lvl5pPr>
            <a:lvl6pPr>
              <a:defRPr sz="2325" b="1" i="0">
                <a:solidFill>
                  <a:srgbClr val="193244"/>
                </a:solidFill>
                <a:latin typeface="Nimbus Sans"/>
                <a:ea typeface="Nimbus Sans"/>
                <a:cs typeface="Nimbus Sans"/>
              </a:defRPr>
            </a:lvl6pPr>
            <a:lvl7pPr>
              <a:defRPr sz="2325" b="1" i="0">
                <a:solidFill>
                  <a:srgbClr val="193244"/>
                </a:solidFill>
                <a:latin typeface="Nimbus Sans"/>
                <a:ea typeface="Nimbus Sans"/>
                <a:cs typeface="Nimbus Sans"/>
              </a:defRPr>
            </a:lvl7pPr>
            <a:lvl8pPr>
              <a:defRPr sz="2325" b="1" i="0">
                <a:solidFill>
                  <a:srgbClr val="193244"/>
                </a:solidFill>
                <a:latin typeface="Nimbus Sans"/>
                <a:ea typeface="Nimbus Sans"/>
                <a:cs typeface="Nimbus Sans"/>
              </a:defRPr>
            </a:lvl8pPr>
            <a:lvl9pPr>
              <a:defRPr sz="2325" b="1" i="0">
                <a:solidFill>
                  <a:srgbClr val="193244"/>
                </a:solidFill>
                <a:latin typeface="Nimbus Sans"/>
                <a:ea typeface="Nimbus Sans"/>
                <a:cs typeface="Nimbus Sans"/>
              </a:defRPr>
            </a:lvl9pPr>
          </a:lstStyle>
          <a:p xmlns:a="http://schemas.openxmlformats.org/drawingml/2006/main">
            <a:pPr>
              <a:defRPr sz="2325" b="1" i="0">
                <a:solidFill>
                  <a:srgbClr val="193244"/>
                </a:solidFill>
                <a:latin typeface="Nimbus Sans"/>
                <a:ea typeface="Nimbus Sans"/>
                <a:cs typeface="Nimbus Sans"/>
              </a:defRPr>
            </a:pPr>
            <a:r>
              <a:rPr sz="2325" b="1" i="0">
                <a:solidFill>
                  <a:srgbClr val="193244"/>
                </a:solidFill>
                <a:latin typeface="Nimbus Sans"/>
                <a:ea typeface="Nimbus Sans"/>
                <a:cs typeface="Nimbus Sans"/>
              </a:rPr>
              <a:t>Escolher a próxima</a:t>
            </a:r>
          </a:p>
        </p:txBody>
      </p:sp>
      <p:sp>
        <p:nvSpPr>
          <p:cNvPr id="23" name="text-21">
            <a:extLst xmlns:a="http://schemas.openxmlformats.org/drawingml/2006/main">
              <a:ext uri="{FF2B5EF4-FFF2-40B4-BE49-F238E27FC236}">
                <a16:creationId xmlns:a16="http://schemas.microsoft.com/office/drawing/2014/main" id="{79B82905-C5BE-4C59-93A5-2A1076FBD61E}"/>
              </a:ext>
            </a:extLst>
          </p:cNvPr>
          <p:cNvSpPr>
            <a:spLocks xmlns:a="http://schemas.openxmlformats.org/drawingml/2006/main" noGrp="1"/>
          </p:cNvSpPr>
          <p:nvPr/>
        </p:nvSpPr>
        <p:spPr>
          <a:xfrm xmlns:a="http://schemas.openxmlformats.org/drawingml/2006/main">
            <a:off x="9277350" y="6362700"/>
            <a:ext cx="5295900" cy="1285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00" b="0" i="0">
                <a:solidFill>
                  <a:srgbClr val="193244"/>
                </a:solidFill>
                <a:latin typeface="Nimbus Sans"/>
                <a:ea typeface="Nimbus Sans"/>
                <a:cs typeface="Nimbus Sans"/>
              </a:defRPr>
            </a:defPPr>
            <a:lvl1pPr>
              <a:defRPr sz="2100" b="0" i="0">
                <a:solidFill>
                  <a:srgbClr val="193244"/>
                </a:solidFill>
                <a:latin typeface="Nimbus Sans"/>
                <a:ea typeface="Nimbus Sans"/>
                <a:cs typeface="Nimbus Sans"/>
              </a:defRPr>
            </a:lvl1pPr>
            <a:lvl2pPr>
              <a:defRPr sz="2100" b="0" i="0">
                <a:solidFill>
                  <a:srgbClr val="193244"/>
                </a:solidFill>
                <a:latin typeface="Nimbus Sans"/>
                <a:ea typeface="Nimbus Sans"/>
                <a:cs typeface="Nimbus Sans"/>
              </a:defRPr>
            </a:lvl2pPr>
            <a:lvl3pPr>
              <a:defRPr sz="2100" b="0" i="0">
                <a:solidFill>
                  <a:srgbClr val="193244"/>
                </a:solidFill>
                <a:latin typeface="Nimbus Sans"/>
                <a:ea typeface="Nimbus Sans"/>
                <a:cs typeface="Nimbus Sans"/>
              </a:defRPr>
            </a:lvl3pPr>
            <a:lvl4pPr>
              <a:defRPr sz="2100" b="0" i="0">
                <a:solidFill>
                  <a:srgbClr val="193244"/>
                </a:solidFill>
                <a:latin typeface="Nimbus Sans"/>
                <a:ea typeface="Nimbus Sans"/>
                <a:cs typeface="Nimbus Sans"/>
              </a:defRPr>
            </a:lvl4pPr>
            <a:lvl5pPr>
              <a:defRPr sz="2100" b="0" i="0">
                <a:solidFill>
                  <a:srgbClr val="193244"/>
                </a:solidFill>
                <a:latin typeface="Nimbus Sans"/>
                <a:ea typeface="Nimbus Sans"/>
                <a:cs typeface="Nimbus Sans"/>
              </a:defRPr>
            </a:lvl5pPr>
            <a:lvl6pPr>
              <a:defRPr sz="2100" b="0" i="0">
                <a:solidFill>
                  <a:srgbClr val="193244"/>
                </a:solidFill>
                <a:latin typeface="Nimbus Sans"/>
                <a:ea typeface="Nimbus Sans"/>
                <a:cs typeface="Nimbus Sans"/>
              </a:defRPr>
            </a:lvl6pPr>
            <a:lvl7pPr>
              <a:defRPr sz="2100" b="0" i="0">
                <a:solidFill>
                  <a:srgbClr val="193244"/>
                </a:solidFill>
                <a:latin typeface="Nimbus Sans"/>
                <a:ea typeface="Nimbus Sans"/>
                <a:cs typeface="Nimbus Sans"/>
              </a:defRPr>
            </a:lvl7pPr>
            <a:lvl8pPr>
              <a:defRPr sz="2100" b="0" i="0">
                <a:solidFill>
                  <a:srgbClr val="193244"/>
                </a:solidFill>
                <a:latin typeface="Nimbus Sans"/>
                <a:ea typeface="Nimbus Sans"/>
                <a:cs typeface="Nimbus Sans"/>
              </a:defRPr>
            </a:lvl8pPr>
            <a:lvl9pPr>
              <a:defRPr sz="2100" b="0" i="0">
                <a:solidFill>
                  <a:srgbClr val="193244"/>
                </a:solidFill>
                <a:latin typeface="Nimbus Sans"/>
                <a:ea typeface="Nimbus Sans"/>
                <a:cs typeface="Nimbus Sans"/>
              </a:defRPr>
            </a:lvl9pPr>
          </a:lstStyle>
          <a:p xmlns:a="http://schemas.openxmlformats.org/drawingml/2006/main">
            <a:pPr>
              <a:defRPr sz="2100" b="0" i="0">
                <a:solidFill>
                  <a:srgbClr val="193244"/>
                </a:solidFill>
                <a:latin typeface="Nimbus Sans"/>
                <a:ea typeface="Nimbus Sans"/>
                <a:cs typeface="Nimbus Sans"/>
              </a:defRPr>
            </a:pPr>
            <a:r>
              <a:rPr sz="2100" b="0" i="0">
                <a:solidFill>
                  <a:srgbClr val="193244"/>
                </a:solidFill>
                <a:latin typeface="Nimbus Sans"/>
                <a:ea typeface="Nimbus Sans"/>
                <a:cs typeface="Nimbus Sans"/>
              </a:rPr>
              <a:t>Humano usa o contrato e o aprendizado. Preferir uma nova sessão do agente.</a:t>
            </a:r>
          </a:p>
        </p:txBody>
      </p:sp>
    </p:spTree>
    <p:extLst>
      <p:ext uri="{BB962C8B-B14F-4D97-AF65-F5344CB8AC3E}">
        <p14:creationId xmlns:p14="http://schemas.microsoft.com/office/powerpoint/2010/main" val="2068690149"/>
      </p:ext>
    </p:extLst>
  </p:cSld>
</p:sld>
</file>

<file path=ppt/slides/slide11.xml><?xml version="1.0" encoding="utf-8"?>
<p:sld xmlns:p="http://schemas.openxmlformats.org/presentationml/2006/main">
  <p:cSld>
    <p:bg>
      <p:bgPr>
        <a:solidFill xmlns:a="http://schemas.openxmlformats.org/drawingml/2006/main">
          <a:srgbClr val="FCFAF5"/>
        </a:solidFill>
      </p:bgPr>
    </p:bg>
    <p:spTree>
      <p:nvGrpSpPr>
        <p:cNvPr id="1" name=""/>
        <p:cNvGrpSpPr/>
        <p:nvPr/>
      </p:nvGrpSpPr>
      <p:grpSpPr>
        <a:xfrm xmlns:a="http://schemas.openxmlformats.org/drawingml/2006/main"/>
      </p:grpSpPr>
      <p:pic>
        <p:nvPicPr>
          <p:cNvPr id="18" name="">
            <a:extLst xmlns:a="http://schemas.openxmlformats.org/drawingml/2006/main">
              <a:ext uri="{FF2B5EF4-FFF2-40B4-BE49-F238E27FC236}">
                <a16:creationId xmlns:a16="http://schemas.microsoft.com/office/drawing/2014/main" id="{36269573-D513-46E7-AB7E-196A4A13F0A2}"/>
              </a:ext>
            </a:extLst>
          </p:cNvPr>
          <p:cNvPicPr>
            <a:picLocks xmlns:a="http://schemas.openxmlformats.org/drawingml/2006/main" noChangeAspect="1"/>
          </p:cNvPicPr>
          <p:nvPr/>
        </p:nvPicPr>
        <p:blipFill>
          <a:blip xmlns:r="http://schemas.openxmlformats.org/officeDocument/2006/relationships" xmlns:a="http://schemas.openxmlformats.org/drawingml/2006/main" r:embed="Rdca2b8375c124f7f"/>
          <a:srcRect xmlns:a="http://schemas.openxmlformats.org/drawingml/2006/main" l="0" t="27" r="0" b="27"/>
          <a:stretch xmlns:a="http://schemas.openxmlformats.org/drawingml/2006/main">
            <a:fillRect l="0" t="0" r="0" b="0"/>
          </a:stretch>
        </p:blipFill>
        <p:spPr>
          <a:xfrm xmlns:a="http://schemas.openxmlformats.org/drawingml/2006/main">
            <a:off x="0" y="0"/>
            <a:ext cx="15240000" cy="8572500"/>
          </a:xfrm>
          <a:prstGeom xmlns:a="http://schemas.openxmlformats.org/drawingml/2006/main" prst="rect">
            <a:avLst/>
          </a:prstGeom>
        </p:spPr>
      </p:pic>
      <p:sp>
        <p:nvSpPr>
          <p:cNvPr id="2" name="text-0">
            <a:extLst xmlns:a="http://schemas.openxmlformats.org/drawingml/2006/main">
              <a:ext uri="{FF2B5EF4-FFF2-40B4-BE49-F238E27FC236}">
                <a16:creationId xmlns:a16="http://schemas.microsoft.com/office/drawing/2014/main" id="{36994C11-5AC0-440A-B63F-0AFCF3964129}"/>
              </a:ext>
            </a:extLst>
          </p:cNvPr>
          <p:cNvSpPr>
            <a:spLocks xmlns:a="http://schemas.openxmlformats.org/drawingml/2006/main" noGrp="1"/>
          </p:cNvSpPr>
          <p:nvPr/>
        </p:nvSpPr>
        <p:spPr>
          <a:xfrm xmlns:a="http://schemas.openxmlformats.org/drawingml/2006/main">
            <a:off x="723900" y="523875"/>
            <a:ext cx="137922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75" b="1" i="0">
                <a:solidFill>
                  <a:srgbClr val="193244"/>
                </a:solidFill>
                <a:latin typeface="Nimbus Mono PS"/>
                <a:ea typeface="Nimbus Mono PS"/>
                <a:cs typeface="Nimbus Mono PS"/>
              </a:defRPr>
            </a:defPPr>
            <a:lvl1pPr>
              <a:defRPr sz="3375" b="1" i="0">
                <a:solidFill>
                  <a:srgbClr val="193244"/>
                </a:solidFill>
                <a:latin typeface="Nimbus Mono PS"/>
                <a:ea typeface="Nimbus Mono PS"/>
                <a:cs typeface="Nimbus Mono PS"/>
              </a:defRPr>
            </a:lvl1pPr>
            <a:lvl2pPr>
              <a:defRPr sz="3375" b="1" i="0">
                <a:solidFill>
                  <a:srgbClr val="193244"/>
                </a:solidFill>
                <a:latin typeface="Nimbus Mono PS"/>
                <a:ea typeface="Nimbus Mono PS"/>
                <a:cs typeface="Nimbus Mono PS"/>
              </a:defRPr>
            </a:lvl2pPr>
            <a:lvl3pPr>
              <a:defRPr sz="3375" b="1" i="0">
                <a:solidFill>
                  <a:srgbClr val="193244"/>
                </a:solidFill>
                <a:latin typeface="Nimbus Mono PS"/>
                <a:ea typeface="Nimbus Mono PS"/>
                <a:cs typeface="Nimbus Mono PS"/>
              </a:defRPr>
            </a:lvl3pPr>
            <a:lvl4pPr>
              <a:defRPr sz="3375" b="1" i="0">
                <a:solidFill>
                  <a:srgbClr val="193244"/>
                </a:solidFill>
                <a:latin typeface="Nimbus Mono PS"/>
                <a:ea typeface="Nimbus Mono PS"/>
                <a:cs typeface="Nimbus Mono PS"/>
              </a:defRPr>
            </a:lvl4pPr>
            <a:lvl5pPr>
              <a:defRPr sz="3375" b="1" i="0">
                <a:solidFill>
                  <a:srgbClr val="193244"/>
                </a:solidFill>
                <a:latin typeface="Nimbus Mono PS"/>
                <a:ea typeface="Nimbus Mono PS"/>
                <a:cs typeface="Nimbus Mono PS"/>
              </a:defRPr>
            </a:lvl5pPr>
            <a:lvl6pPr>
              <a:defRPr sz="3375" b="1" i="0">
                <a:solidFill>
                  <a:srgbClr val="193244"/>
                </a:solidFill>
                <a:latin typeface="Nimbus Mono PS"/>
                <a:ea typeface="Nimbus Mono PS"/>
                <a:cs typeface="Nimbus Mono PS"/>
              </a:defRPr>
            </a:lvl6pPr>
            <a:lvl7pPr>
              <a:defRPr sz="3375" b="1" i="0">
                <a:solidFill>
                  <a:srgbClr val="193244"/>
                </a:solidFill>
                <a:latin typeface="Nimbus Mono PS"/>
                <a:ea typeface="Nimbus Mono PS"/>
                <a:cs typeface="Nimbus Mono PS"/>
              </a:defRPr>
            </a:lvl7pPr>
            <a:lvl8pPr>
              <a:defRPr sz="3375" b="1" i="0">
                <a:solidFill>
                  <a:srgbClr val="193244"/>
                </a:solidFill>
                <a:latin typeface="Nimbus Mono PS"/>
                <a:ea typeface="Nimbus Mono PS"/>
                <a:cs typeface="Nimbus Mono PS"/>
              </a:defRPr>
            </a:lvl8pPr>
            <a:lvl9pPr>
              <a:defRPr sz="3375" b="1" i="0">
                <a:solidFill>
                  <a:srgbClr val="193244"/>
                </a:solidFill>
                <a:latin typeface="Nimbus Mono PS"/>
                <a:ea typeface="Nimbus Mono PS"/>
                <a:cs typeface="Nimbus Mono PS"/>
              </a:defRPr>
            </a:lvl9pPr>
          </a:lstStyle>
          <a:p xmlns:a="http://schemas.openxmlformats.org/drawingml/2006/main">
            <a:pPr>
              <a:defRPr sz="3375" b="1" i="0">
                <a:solidFill>
                  <a:srgbClr val="193244"/>
                </a:solidFill>
                <a:latin typeface="Nimbus Mono PS"/>
                <a:ea typeface="Nimbus Mono PS"/>
                <a:cs typeface="Nimbus Mono PS"/>
              </a:defRPr>
            </a:pPr>
            <a:r>
              <a:rPr sz="3375" b="1" i="0">
                <a:solidFill>
                  <a:srgbClr val="193244"/>
                </a:solidFill>
                <a:latin typeface="Nimbus Mono PS"/>
                <a:ea typeface="Nimbus Mono PS"/>
                <a:cs typeface="Nimbus Mono PS"/>
              </a:rPr>
              <a:t>Uma tarefa pronta para revisão</a:t>
            </a:r>
          </a:p>
        </p:txBody>
      </p:sp>
      <p:sp>
        <p:nvSpPr>
          <p:cNvPr id="3" name="text-1">
            <a:extLst xmlns:a="http://schemas.openxmlformats.org/drawingml/2006/main">
              <a:ext uri="{FF2B5EF4-FFF2-40B4-BE49-F238E27FC236}">
                <a16:creationId xmlns:a16="http://schemas.microsoft.com/office/drawing/2014/main" id="{62E66418-A7D0-41DA-8DC9-E6D95FB6D97C}"/>
              </a:ext>
            </a:extLst>
          </p:cNvPr>
          <p:cNvSpPr>
            <a:spLocks xmlns:a="http://schemas.openxmlformats.org/drawingml/2006/main" noGrp="1"/>
          </p:cNvSpPr>
          <p:nvPr/>
        </p:nvSpPr>
        <p:spPr>
          <a:xfrm xmlns:a="http://schemas.openxmlformats.org/drawingml/2006/main">
            <a:off x="742950" y="1428750"/>
            <a:ext cx="13620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0" i="0">
                <a:solidFill>
                  <a:srgbClr val="54656D"/>
                </a:solidFill>
                <a:latin typeface="Nimbus Sans"/>
                <a:ea typeface="Nimbus Sans"/>
                <a:cs typeface="Nimbus Sans"/>
              </a:defRPr>
            </a:defPPr>
            <a:lvl1pPr>
              <a:defRPr sz="2025" b="0" i="0">
                <a:solidFill>
                  <a:srgbClr val="54656D"/>
                </a:solidFill>
                <a:latin typeface="Nimbus Sans"/>
                <a:ea typeface="Nimbus Sans"/>
                <a:cs typeface="Nimbus Sans"/>
              </a:defRPr>
            </a:lvl1pPr>
            <a:lvl2pPr>
              <a:defRPr sz="2025" b="0" i="0">
                <a:solidFill>
                  <a:srgbClr val="54656D"/>
                </a:solidFill>
                <a:latin typeface="Nimbus Sans"/>
                <a:ea typeface="Nimbus Sans"/>
                <a:cs typeface="Nimbus Sans"/>
              </a:defRPr>
            </a:lvl2pPr>
            <a:lvl3pPr>
              <a:defRPr sz="2025" b="0" i="0">
                <a:solidFill>
                  <a:srgbClr val="54656D"/>
                </a:solidFill>
                <a:latin typeface="Nimbus Sans"/>
                <a:ea typeface="Nimbus Sans"/>
                <a:cs typeface="Nimbus Sans"/>
              </a:defRPr>
            </a:lvl3pPr>
            <a:lvl4pPr>
              <a:defRPr sz="2025" b="0" i="0">
                <a:solidFill>
                  <a:srgbClr val="54656D"/>
                </a:solidFill>
                <a:latin typeface="Nimbus Sans"/>
                <a:ea typeface="Nimbus Sans"/>
                <a:cs typeface="Nimbus Sans"/>
              </a:defRPr>
            </a:lvl4pPr>
            <a:lvl5pPr>
              <a:defRPr sz="2025" b="0" i="0">
                <a:solidFill>
                  <a:srgbClr val="54656D"/>
                </a:solidFill>
                <a:latin typeface="Nimbus Sans"/>
                <a:ea typeface="Nimbus Sans"/>
                <a:cs typeface="Nimbus Sans"/>
              </a:defRPr>
            </a:lvl5pPr>
            <a:lvl6pPr>
              <a:defRPr sz="2025" b="0" i="0">
                <a:solidFill>
                  <a:srgbClr val="54656D"/>
                </a:solidFill>
                <a:latin typeface="Nimbus Sans"/>
                <a:ea typeface="Nimbus Sans"/>
                <a:cs typeface="Nimbus Sans"/>
              </a:defRPr>
            </a:lvl6pPr>
            <a:lvl7pPr>
              <a:defRPr sz="2025" b="0" i="0">
                <a:solidFill>
                  <a:srgbClr val="54656D"/>
                </a:solidFill>
                <a:latin typeface="Nimbus Sans"/>
                <a:ea typeface="Nimbus Sans"/>
                <a:cs typeface="Nimbus Sans"/>
              </a:defRPr>
            </a:lvl7pPr>
            <a:lvl8pPr>
              <a:defRPr sz="2025" b="0" i="0">
                <a:solidFill>
                  <a:srgbClr val="54656D"/>
                </a:solidFill>
                <a:latin typeface="Nimbus Sans"/>
                <a:ea typeface="Nimbus Sans"/>
                <a:cs typeface="Nimbus Sans"/>
              </a:defRPr>
            </a:lvl8pPr>
            <a:lvl9pPr>
              <a:defRPr sz="2025" b="0" i="0">
                <a:solidFill>
                  <a:srgbClr val="54656D"/>
                </a:solidFill>
                <a:latin typeface="Nimbus Sans"/>
                <a:ea typeface="Nimbus Sans"/>
                <a:cs typeface="Nimbus Sans"/>
              </a:defRPr>
            </a:lvl9pPr>
          </a:lstStyle>
          <a:p xmlns:a="http://schemas.openxmlformats.org/drawingml/2006/main">
            <a:pPr>
              <a:defRPr sz="2025" b="0" i="0">
                <a:solidFill>
                  <a:srgbClr val="54656D"/>
                </a:solidFill>
                <a:latin typeface="Nimbus Sans"/>
                <a:ea typeface="Nimbus Sans"/>
                <a:cs typeface="Nimbus Sans"/>
              </a:defRPr>
            </a:pPr>
            <a:r>
              <a:rPr sz="2025" b="0" i="0">
                <a:solidFill>
                  <a:srgbClr val="54656D"/>
                </a:solidFill>
                <a:latin typeface="Nimbus Sans"/>
                <a:ea typeface="Nimbus Sans"/>
                <a:cs typeface="Nimbus Sans"/>
              </a:rPr>
              <a:t>Exemplo ilustrativo: calcular um ranking SFL-RCA.</a:t>
            </a:r>
          </a:p>
        </p:txBody>
      </p:sp>
      <p:sp>
        <p:nvSpPr>
          <p:cNvPr id="4" name="text-2">
            <a:extLst xmlns:a="http://schemas.openxmlformats.org/drawingml/2006/main">
              <a:ext uri="{FF2B5EF4-FFF2-40B4-BE49-F238E27FC236}">
                <a16:creationId xmlns:a16="http://schemas.microsoft.com/office/drawing/2014/main" id="{634FAF67-EA5F-4C98-9126-46DDB24F00E2}"/>
              </a:ext>
            </a:extLst>
          </p:cNvPr>
          <p:cNvSpPr>
            <a:spLocks xmlns:a="http://schemas.openxmlformats.org/drawingml/2006/main" noGrp="1"/>
          </p:cNvSpPr>
          <p:nvPr/>
        </p:nvSpPr>
        <p:spPr>
          <a:xfrm xmlns:a="http://schemas.openxmlformats.org/drawingml/2006/main">
            <a:off x="742950" y="8096250"/>
            <a:ext cx="12573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00" b="0" i="0">
                <a:solidFill>
                  <a:srgbClr val="54656D"/>
                </a:solidFill>
                <a:latin typeface="Nimbus Mono PS"/>
                <a:ea typeface="Nimbus Mono PS"/>
                <a:cs typeface="Nimbus Mono PS"/>
              </a:defRPr>
            </a:defPPr>
            <a:lvl1pPr>
              <a:defRPr sz="1200" b="0" i="0">
                <a:solidFill>
                  <a:srgbClr val="54656D"/>
                </a:solidFill>
                <a:latin typeface="Nimbus Mono PS"/>
                <a:ea typeface="Nimbus Mono PS"/>
                <a:cs typeface="Nimbus Mono PS"/>
              </a:defRPr>
            </a:lvl1pPr>
            <a:lvl2pPr>
              <a:defRPr sz="1200" b="0" i="0">
                <a:solidFill>
                  <a:srgbClr val="54656D"/>
                </a:solidFill>
                <a:latin typeface="Nimbus Mono PS"/>
                <a:ea typeface="Nimbus Mono PS"/>
                <a:cs typeface="Nimbus Mono PS"/>
              </a:defRPr>
            </a:lvl2pPr>
            <a:lvl3pPr>
              <a:defRPr sz="1200" b="0" i="0">
                <a:solidFill>
                  <a:srgbClr val="54656D"/>
                </a:solidFill>
                <a:latin typeface="Nimbus Mono PS"/>
                <a:ea typeface="Nimbus Mono PS"/>
                <a:cs typeface="Nimbus Mono PS"/>
              </a:defRPr>
            </a:lvl3pPr>
            <a:lvl4pPr>
              <a:defRPr sz="1200" b="0" i="0">
                <a:solidFill>
                  <a:srgbClr val="54656D"/>
                </a:solidFill>
                <a:latin typeface="Nimbus Mono PS"/>
                <a:ea typeface="Nimbus Mono PS"/>
                <a:cs typeface="Nimbus Mono PS"/>
              </a:defRPr>
            </a:lvl4pPr>
            <a:lvl5pPr>
              <a:defRPr sz="1200" b="0" i="0">
                <a:solidFill>
                  <a:srgbClr val="54656D"/>
                </a:solidFill>
                <a:latin typeface="Nimbus Mono PS"/>
                <a:ea typeface="Nimbus Mono PS"/>
                <a:cs typeface="Nimbus Mono PS"/>
              </a:defRPr>
            </a:lvl5pPr>
            <a:lvl6pPr>
              <a:defRPr sz="1200" b="0" i="0">
                <a:solidFill>
                  <a:srgbClr val="54656D"/>
                </a:solidFill>
                <a:latin typeface="Nimbus Mono PS"/>
                <a:ea typeface="Nimbus Mono PS"/>
                <a:cs typeface="Nimbus Mono PS"/>
              </a:defRPr>
            </a:lvl6pPr>
            <a:lvl7pPr>
              <a:defRPr sz="1200" b="0" i="0">
                <a:solidFill>
                  <a:srgbClr val="54656D"/>
                </a:solidFill>
                <a:latin typeface="Nimbus Mono PS"/>
                <a:ea typeface="Nimbus Mono PS"/>
                <a:cs typeface="Nimbus Mono PS"/>
              </a:defRPr>
            </a:lvl7pPr>
            <a:lvl8pPr>
              <a:defRPr sz="1200" b="0" i="0">
                <a:solidFill>
                  <a:srgbClr val="54656D"/>
                </a:solidFill>
                <a:latin typeface="Nimbus Mono PS"/>
                <a:ea typeface="Nimbus Mono PS"/>
                <a:cs typeface="Nimbus Mono PS"/>
              </a:defRPr>
            </a:lvl8pPr>
            <a:lvl9pPr>
              <a:defRPr sz="1200" b="0" i="0">
                <a:solidFill>
                  <a:srgbClr val="54656D"/>
                </a:solidFill>
                <a:latin typeface="Nimbus Mono PS"/>
                <a:ea typeface="Nimbus Mono PS"/>
                <a:cs typeface="Nimbus Mono PS"/>
              </a:defRPr>
            </a:lvl9pPr>
          </a:lstStyle>
          <a:p xmlns:a="http://schemas.openxmlformats.org/drawingml/2006/main">
            <a:pPr>
              <a:defRPr sz="1200" b="0" i="0">
                <a:solidFill>
                  <a:srgbClr val="54656D"/>
                </a:solidFill>
                <a:latin typeface="Nimbus Mono PS"/>
                <a:ea typeface="Nimbus Mono PS"/>
                <a:cs typeface="Nimbus Mono PS"/>
              </a:defRPr>
            </a:pPr>
            <a:r>
              <a:rPr sz="1200" b="0" i="0">
                <a:solidFill>
                  <a:srgbClr val="54656D"/>
                </a:solidFill>
                <a:latin typeface="Nimbus Mono PS"/>
                <a:ea typeface="Nimbus Mono PS"/>
                <a:cs typeface="Nimbus Mono PS"/>
              </a:rPr>
              <a:t>GUIA  /  TAREFA</a:t>
            </a:r>
          </a:p>
        </p:txBody>
      </p:sp>
      <p:sp>
        <p:nvSpPr>
          <p:cNvPr id="5" name="text-3">
            <a:extLst xmlns:a="http://schemas.openxmlformats.org/drawingml/2006/main">
              <a:ext uri="{FF2B5EF4-FFF2-40B4-BE49-F238E27FC236}">
                <a16:creationId xmlns:a16="http://schemas.microsoft.com/office/drawing/2014/main" id="{87B92C2E-4BF3-4B62-BE00-6495E1DE3633}"/>
              </a:ext>
            </a:extLst>
          </p:cNvPr>
          <p:cNvSpPr>
            <a:spLocks xmlns:a="http://schemas.openxmlformats.org/drawingml/2006/main" noGrp="1"/>
          </p:cNvSpPr>
          <p:nvPr/>
        </p:nvSpPr>
        <p:spPr>
          <a:xfrm xmlns:a="http://schemas.openxmlformats.org/drawingml/2006/main">
            <a:off x="13944600" y="8048625"/>
            <a:ext cx="609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1" i="0">
                <a:solidFill>
                  <a:srgbClr val="B9502E"/>
                </a:solidFill>
                <a:latin typeface="Nimbus Mono PS"/>
                <a:ea typeface="Nimbus Mono PS"/>
                <a:cs typeface="Nimbus Mono PS"/>
              </a:defRPr>
            </a:defPPr>
            <a:lvl1pPr>
              <a:defRPr sz="1800" b="1" i="0">
                <a:solidFill>
                  <a:srgbClr val="B9502E"/>
                </a:solidFill>
                <a:latin typeface="Nimbus Mono PS"/>
                <a:ea typeface="Nimbus Mono PS"/>
                <a:cs typeface="Nimbus Mono PS"/>
              </a:defRPr>
            </a:lvl1pPr>
            <a:lvl2pPr>
              <a:defRPr sz="1800" b="1" i="0">
                <a:solidFill>
                  <a:srgbClr val="B9502E"/>
                </a:solidFill>
                <a:latin typeface="Nimbus Mono PS"/>
                <a:ea typeface="Nimbus Mono PS"/>
                <a:cs typeface="Nimbus Mono PS"/>
              </a:defRPr>
            </a:lvl2pPr>
            <a:lvl3pPr>
              <a:defRPr sz="1800" b="1" i="0">
                <a:solidFill>
                  <a:srgbClr val="B9502E"/>
                </a:solidFill>
                <a:latin typeface="Nimbus Mono PS"/>
                <a:ea typeface="Nimbus Mono PS"/>
                <a:cs typeface="Nimbus Mono PS"/>
              </a:defRPr>
            </a:lvl3pPr>
            <a:lvl4pPr>
              <a:defRPr sz="1800" b="1" i="0">
                <a:solidFill>
                  <a:srgbClr val="B9502E"/>
                </a:solidFill>
                <a:latin typeface="Nimbus Mono PS"/>
                <a:ea typeface="Nimbus Mono PS"/>
                <a:cs typeface="Nimbus Mono PS"/>
              </a:defRPr>
            </a:lvl4pPr>
            <a:lvl5pPr>
              <a:defRPr sz="1800" b="1" i="0">
                <a:solidFill>
                  <a:srgbClr val="B9502E"/>
                </a:solidFill>
                <a:latin typeface="Nimbus Mono PS"/>
                <a:ea typeface="Nimbus Mono PS"/>
                <a:cs typeface="Nimbus Mono PS"/>
              </a:defRPr>
            </a:lvl5pPr>
            <a:lvl6pPr>
              <a:defRPr sz="1800" b="1" i="0">
                <a:solidFill>
                  <a:srgbClr val="B9502E"/>
                </a:solidFill>
                <a:latin typeface="Nimbus Mono PS"/>
                <a:ea typeface="Nimbus Mono PS"/>
                <a:cs typeface="Nimbus Mono PS"/>
              </a:defRPr>
            </a:lvl6pPr>
            <a:lvl7pPr>
              <a:defRPr sz="1800" b="1" i="0">
                <a:solidFill>
                  <a:srgbClr val="B9502E"/>
                </a:solidFill>
                <a:latin typeface="Nimbus Mono PS"/>
                <a:ea typeface="Nimbus Mono PS"/>
                <a:cs typeface="Nimbus Mono PS"/>
              </a:defRPr>
            </a:lvl7pPr>
            <a:lvl8pPr>
              <a:defRPr sz="1800" b="1" i="0">
                <a:solidFill>
                  <a:srgbClr val="B9502E"/>
                </a:solidFill>
                <a:latin typeface="Nimbus Mono PS"/>
                <a:ea typeface="Nimbus Mono PS"/>
                <a:cs typeface="Nimbus Mono PS"/>
              </a:defRPr>
            </a:lvl8pPr>
            <a:lvl9pPr>
              <a:defRPr sz="1800" b="1" i="0">
                <a:solidFill>
                  <a:srgbClr val="B9502E"/>
                </a:solidFill>
                <a:latin typeface="Nimbus Mono PS"/>
                <a:ea typeface="Nimbus Mono PS"/>
                <a:cs typeface="Nimbus Mono PS"/>
              </a:defRPr>
            </a:lvl9pPr>
          </a:lstStyle>
          <a:p xmlns:a="http://schemas.openxmlformats.org/drawingml/2006/main">
            <a:pPr>
              <a:defRPr sz="1800" b="1" i="0">
                <a:solidFill>
                  <a:srgbClr val="B9502E"/>
                </a:solidFill>
                <a:latin typeface="Nimbus Mono PS"/>
                <a:ea typeface="Nimbus Mono PS"/>
                <a:cs typeface="Nimbus Mono PS"/>
              </a:defRPr>
            </a:pPr>
            <a:r>
              <a:rPr sz="1800" b="1" i="0">
                <a:solidFill>
                  <a:srgbClr val="B9502E"/>
                </a:solidFill>
                <a:latin typeface="Nimbus Mono PS"/>
                <a:ea typeface="Nimbus Mono PS"/>
                <a:cs typeface="Nimbus Mono PS"/>
              </a:rPr>
              <a:t>11</a:t>
            </a:r>
          </a:p>
        </p:txBody>
      </p:sp>
      <p:sp>
        <p:nvSpPr>
          <p:cNvPr id="6" name="text-4">
            <a:extLst xmlns:a="http://schemas.openxmlformats.org/drawingml/2006/main">
              <a:ext uri="{FF2B5EF4-FFF2-40B4-BE49-F238E27FC236}">
                <a16:creationId xmlns:a16="http://schemas.microsoft.com/office/drawing/2014/main" id="{1AAD4A7E-4924-4492-B54B-3D0516AE3BFD}"/>
              </a:ext>
            </a:extLst>
          </p:cNvPr>
          <p:cNvSpPr>
            <a:spLocks xmlns:a="http://schemas.openxmlformats.org/drawingml/2006/main" noGrp="1"/>
          </p:cNvSpPr>
          <p:nvPr/>
        </p:nvSpPr>
        <p:spPr>
          <a:xfrm xmlns:a="http://schemas.openxmlformats.org/drawingml/2006/main">
            <a:off x="762000" y="2266950"/>
            <a:ext cx="63341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325" b="1" i="0">
                <a:solidFill>
                  <a:srgbClr val="193244"/>
                </a:solidFill>
                <a:latin typeface="Nimbus Mono PS"/>
                <a:ea typeface="Nimbus Mono PS"/>
                <a:cs typeface="Nimbus Mono PS"/>
              </a:defRPr>
            </a:defPPr>
            <a:lvl1pPr>
              <a:defRPr sz="2325" b="1" i="0">
                <a:solidFill>
                  <a:srgbClr val="193244"/>
                </a:solidFill>
                <a:latin typeface="Nimbus Mono PS"/>
                <a:ea typeface="Nimbus Mono PS"/>
                <a:cs typeface="Nimbus Mono PS"/>
              </a:defRPr>
            </a:lvl1pPr>
            <a:lvl2pPr>
              <a:defRPr sz="2325" b="1" i="0">
                <a:solidFill>
                  <a:srgbClr val="193244"/>
                </a:solidFill>
                <a:latin typeface="Nimbus Mono PS"/>
                <a:ea typeface="Nimbus Mono PS"/>
                <a:cs typeface="Nimbus Mono PS"/>
              </a:defRPr>
            </a:lvl2pPr>
            <a:lvl3pPr>
              <a:defRPr sz="2325" b="1" i="0">
                <a:solidFill>
                  <a:srgbClr val="193244"/>
                </a:solidFill>
                <a:latin typeface="Nimbus Mono PS"/>
                <a:ea typeface="Nimbus Mono PS"/>
                <a:cs typeface="Nimbus Mono PS"/>
              </a:defRPr>
            </a:lvl3pPr>
            <a:lvl4pPr>
              <a:defRPr sz="2325" b="1" i="0">
                <a:solidFill>
                  <a:srgbClr val="193244"/>
                </a:solidFill>
                <a:latin typeface="Nimbus Mono PS"/>
                <a:ea typeface="Nimbus Mono PS"/>
                <a:cs typeface="Nimbus Mono PS"/>
              </a:defRPr>
            </a:lvl4pPr>
            <a:lvl5pPr>
              <a:defRPr sz="2325" b="1" i="0">
                <a:solidFill>
                  <a:srgbClr val="193244"/>
                </a:solidFill>
                <a:latin typeface="Nimbus Mono PS"/>
                <a:ea typeface="Nimbus Mono PS"/>
                <a:cs typeface="Nimbus Mono PS"/>
              </a:defRPr>
            </a:lvl5pPr>
            <a:lvl6pPr>
              <a:defRPr sz="2325" b="1" i="0">
                <a:solidFill>
                  <a:srgbClr val="193244"/>
                </a:solidFill>
                <a:latin typeface="Nimbus Mono PS"/>
                <a:ea typeface="Nimbus Mono PS"/>
                <a:cs typeface="Nimbus Mono PS"/>
              </a:defRPr>
            </a:lvl6pPr>
            <a:lvl7pPr>
              <a:defRPr sz="2325" b="1" i="0">
                <a:solidFill>
                  <a:srgbClr val="193244"/>
                </a:solidFill>
                <a:latin typeface="Nimbus Mono PS"/>
                <a:ea typeface="Nimbus Mono PS"/>
                <a:cs typeface="Nimbus Mono PS"/>
              </a:defRPr>
            </a:lvl7pPr>
            <a:lvl8pPr>
              <a:defRPr sz="2325" b="1" i="0">
                <a:solidFill>
                  <a:srgbClr val="193244"/>
                </a:solidFill>
                <a:latin typeface="Nimbus Mono PS"/>
                <a:ea typeface="Nimbus Mono PS"/>
                <a:cs typeface="Nimbus Mono PS"/>
              </a:defRPr>
            </a:lvl8pPr>
            <a:lvl9pPr>
              <a:defRPr sz="2325" b="1" i="0">
                <a:solidFill>
                  <a:srgbClr val="193244"/>
                </a:solidFill>
                <a:latin typeface="Nimbus Mono PS"/>
                <a:ea typeface="Nimbus Mono PS"/>
                <a:cs typeface="Nimbus Mono PS"/>
              </a:defRPr>
            </a:lvl9pPr>
          </a:lstStyle>
          <a:p xmlns:a="http://schemas.openxmlformats.org/drawingml/2006/main">
            <a:pPr>
              <a:defRPr sz="2325" b="1" i="0">
                <a:solidFill>
                  <a:srgbClr val="193244"/>
                </a:solidFill>
                <a:latin typeface="Nimbus Mono PS"/>
                <a:ea typeface="Nimbus Mono PS"/>
                <a:cs typeface="Nimbus Mono PS"/>
              </a:defRPr>
            </a:pPr>
            <a:r>
              <a:rPr sz="2325" b="1" i="0">
                <a:solidFill>
                  <a:srgbClr val="193244"/>
                </a:solidFill>
                <a:latin typeface="Nimbus Mono PS"/>
                <a:ea typeface="Nimbus Mono PS"/>
                <a:cs typeface="Nimbus Mono PS"/>
              </a:rPr>
              <a:t>O que fazer</a:t>
            </a:r>
          </a:p>
        </p:txBody>
      </p:sp>
      <p:sp>
        <p:nvSpPr>
          <p:cNvPr id="7" name="text-5">
            <a:extLst xmlns:a="http://schemas.openxmlformats.org/drawingml/2006/main">
              <a:ext uri="{FF2B5EF4-FFF2-40B4-BE49-F238E27FC236}">
                <a16:creationId xmlns:a16="http://schemas.microsoft.com/office/drawing/2014/main" id="{FD5FF3F6-CEF2-45AD-8E0A-5E3DF2AB3AFC}"/>
              </a:ext>
            </a:extLst>
          </p:cNvPr>
          <p:cNvSpPr>
            <a:spLocks xmlns:a="http://schemas.openxmlformats.org/drawingml/2006/main" noGrp="1"/>
          </p:cNvSpPr>
          <p:nvPr/>
        </p:nvSpPr>
        <p:spPr>
          <a:xfrm xmlns:a="http://schemas.openxmlformats.org/drawingml/2006/main">
            <a:off x="762000" y="2838450"/>
            <a:ext cx="6334125"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250" b="0" i="0">
                <a:solidFill>
                  <a:srgbClr val="193244"/>
                </a:solidFill>
                <a:latin typeface="Nimbus Sans"/>
                <a:ea typeface="Nimbus Sans"/>
                <a:cs typeface="Nimbus Sans"/>
              </a:defRPr>
            </a:defPPr>
            <a:lvl1pPr>
              <a:defRPr sz="2250" b="0" i="0">
                <a:solidFill>
                  <a:srgbClr val="193244"/>
                </a:solidFill>
                <a:latin typeface="Nimbus Sans"/>
                <a:ea typeface="Nimbus Sans"/>
                <a:cs typeface="Nimbus Sans"/>
              </a:defRPr>
            </a:lvl1pPr>
            <a:lvl2pPr>
              <a:defRPr sz="2250" b="0" i="0">
                <a:solidFill>
                  <a:srgbClr val="193244"/>
                </a:solidFill>
                <a:latin typeface="Nimbus Sans"/>
                <a:ea typeface="Nimbus Sans"/>
                <a:cs typeface="Nimbus Sans"/>
              </a:defRPr>
            </a:lvl2pPr>
            <a:lvl3pPr>
              <a:defRPr sz="2250" b="0" i="0">
                <a:solidFill>
                  <a:srgbClr val="193244"/>
                </a:solidFill>
                <a:latin typeface="Nimbus Sans"/>
                <a:ea typeface="Nimbus Sans"/>
                <a:cs typeface="Nimbus Sans"/>
              </a:defRPr>
            </a:lvl3pPr>
            <a:lvl4pPr>
              <a:defRPr sz="2250" b="0" i="0">
                <a:solidFill>
                  <a:srgbClr val="193244"/>
                </a:solidFill>
                <a:latin typeface="Nimbus Sans"/>
                <a:ea typeface="Nimbus Sans"/>
                <a:cs typeface="Nimbus Sans"/>
              </a:defRPr>
            </a:lvl4pPr>
            <a:lvl5pPr>
              <a:defRPr sz="2250" b="0" i="0">
                <a:solidFill>
                  <a:srgbClr val="193244"/>
                </a:solidFill>
                <a:latin typeface="Nimbus Sans"/>
                <a:ea typeface="Nimbus Sans"/>
                <a:cs typeface="Nimbus Sans"/>
              </a:defRPr>
            </a:lvl5pPr>
            <a:lvl6pPr>
              <a:defRPr sz="2250" b="0" i="0">
                <a:solidFill>
                  <a:srgbClr val="193244"/>
                </a:solidFill>
                <a:latin typeface="Nimbus Sans"/>
                <a:ea typeface="Nimbus Sans"/>
                <a:cs typeface="Nimbus Sans"/>
              </a:defRPr>
            </a:lvl6pPr>
            <a:lvl7pPr>
              <a:defRPr sz="2250" b="0" i="0">
                <a:solidFill>
                  <a:srgbClr val="193244"/>
                </a:solidFill>
                <a:latin typeface="Nimbus Sans"/>
                <a:ea typeface="Nimbus Sans"/>
                <a:cs typeface="Nimbus Sans"/>
              </a:defRPr>
            </a:lvl7pPr>
            <a:lvl8pPr>
              <a:defRPr sz="2250" b="0" i="0">
                <a:solidFill>
                  <a:srgbClr val="193244"/>
                </a:solidFill>
                <a:latin typeface="Nimbus Sans"/>
                <a:ea typeface="Nimbus Sans"/>
                <a:cs typeface="Nimbus Sans"/>
              </a:defRPr>
            </a:lvl8pPr>
            <a:lvl9pPr>
              <a:defRPr sz="2250" b="0" i="0">
                <a:solidFill>
                  <a:srgbClr val="193244"/>
                </a:solidFill>
                <a:latin typeface="Nimbus Sans"/>
                <a:ea typeface="Nimbus Sans"/>
                <a:cs typeface="Nimbus Sans"/>
              </a:defRPr>
            </a:lvl9pPr>
          </a:lstStyle>
          <a:p xmlns:a="http://schemas.openxmlformats.org/drawingml/2006/main">
            <a:pPr>
              <a:defRPr sz="2250" b="0" i="0">
                <a:solidFill>
                  <a:srgbClr val="193244"/>
                </a:solidFill>
                <a:latin typeface="Nimbus Sans"/>
                <a:ea typeface="Nimbus Sans"/>
                <a:cs typeface="Nimbus Sans"/>
              </a:defRPr>
            </a:pPr>
            <a:r>
              <a:rPr sz="2250" b="0" i="0">
                <a:solidFill>
                  <a:srgbClr val="193244"/>
                </a:solidFill>
                <a:latin typeface="Nimbus Sans"/>
                <a:ea typeface="Nimbus Sans"/>
                <a:cs typeface="Nimbus Sans"/>
              </a:rPr>
              <a:t>Calcular Ochiai por serviço e operação a partir de traces rotulados. Exportar o ranking em CSV.</a:t>
            </a:r>
          </a:p>
        </p:txBody>
      </p:sp>
      <p:sp>
        <p:nvSpPr>
          <p:cNvPr id="8" name="text-6">
            <a:extLst xmlns:a="http://schemas.openxmlformats.org/drawingml/2006/main">
              <a:ext uri="{FF2B5EF4-FFF2-40B4-BE49-F238E27FC236}">
                <a16:creationId xmlns:a16="http://schemas.microsoft.com/office/drawing/2014/main" id="{4920DE90-AE2C-439B-AF0D-F5BD40D247DF}"/>
              </a:ext>
            </a:extLst>
          </p:cNvPr>
          <p:cNvSpPr>
            <a:spLocks xmlns:a="http://schemas.openxmlformats.org/drawingml/2006/main" noGrp="1"/>
          </p:cNvSpPr>
          <p:nvPr/>
        </p:nvSpPr>
        <p:spPr>
          <a:xfrm xmlns:a="http://schemas.openxmlformats.org/drawingml/2006/main">
            <a:off x="762000" y="4371975"/>
            <a:ext cx="63341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325" b="1" i="0">
                <a:solidFill>
                  <a:srgbClr val="193244"/>
                </a:solidFill>
                <a:latin typeface="Nimbus Mono PS"/>
                <a:ea typeface="Nimbus Mono PS"/>
                <a:cs typeface="Nimbus Mono PS"/>
              </a:defRPr>
            </a:defPPr>
            <a:lvl1pPr>
              <a:defRPr sz="2325" b="1" i="0">
                <a:solidFill>
                  <a:srgbClr val="193244"/>
                </a:solidFill>
                <a:latin typeface="Nimbus Mono PS"/>
                <a:ea typeface="Nimbus Mono PS"/>
                <a:cs typeface="Nimbus Mono PS"/>
              </a:defRPr>
            </a:lvl1pPr>
            <a:lvl2pPr>
              <a:defRPr sz="2325" b="1" i="0">
                <a:solidFill>
                  <a:srgbClr val="193244"/>
                </a:solidFill>
                <a:latin typeface="Nimbus Mono PS"/>
                <a:ea typeface="Nimbus Mono PS"/>
                <a:cs typeface="Nimbus Mono PS"/>
              </a:defRPr>
            </a:lvl2pPr>
            <a:lvl3pPr>
              <a:defRPr sz="2325" b="1" i="0">
                <a:solidFill>
                  <a:srgbClr val="193244"/>
                </a:solidFill>
                <a:latin typeface="Nimbus Mono PS"/>
                <a:ea typeface="Nimbus Mono PS"/>
                <a:cs typeface="Nimbus Mono PS"/>
              </a:defRPr>
            </a:lvl3pPr>
            <a:lvl4pPr>
              <a:defRPr sz="2325" b="1" i="0">
                <a:solidFill>
                  <a:srgbClr val="193244"/>
                </a:solidFill>
                <a:latin typeface="Nimbus Mono PS"/>
                <a:ea typeface="Nimbus Mono PS"/>
                <a:cs typeface="Nimbus Mono PS"/>
              </a:defRPr>
            </a:lvl4pPr>
            <a:lvl5pPr>
              <a:defRPr sz="2325" b="1" i="0">
                <a:solidFill>
                  <a:srgbClr val="193244"/>
                </a:solidFill>
                <a:latin typeface="Nimbus Mono PS"/>
                <a:ea typeface="Nimbus Mono PS"/>
                <a:cs typeface="Nimbus Mono PS"/>
              </a:defRPr>
            </a:lvl5pPr>
            <a:lvl6pPr>
              <a:defRPr sz="2325" b="1" i="0">
                <a:solidFill>
                  <a:srgbClr val="193244"/>
                </a:solidFill>
                <a:latin typeface="Nimbus Mono PS"/>
                <a:ea typeface="Nimbus Mono PS"/>
                <a:cs typeface="Nimbus Mono PS"/>
              </a:defRPr>
            </a:lvl6pPr>
            <a:lvl7pPr>
              <a:defRPr sz="2325" b="1" i="0">
                <a:solidFill>
                  <a:srgbClr val="193244"/>
                </a:solidFill>
                <a:latin typeface="Nimbus Mono PS"/>
                <a:ea typeface="Nimbus Mono PS"/>
                <a:cs typeface="Nimbus Mono PS"/>
              </a:defRPr>
            </a:lvl7pPr>
            <a:lvl8pPr>
              <a:defRPr sz="2325" b="1" i="0">
                <a:solidFill>
                  <a:srgbClr val="193244"/>
                </a:solidFill>
                <a:latin typeface="Nimbus Mono PS"/>
                <a:ea typeface="Nimbus Mono PS"/>
                <a:cs typeface="Nimbus Mono PS"/>
              </a:defRPr>
            </a:lvl8pPr>
            <a:lvl9pPr>
              <a:defRPr sz="2325" b="1" i="0">
                <a:solidFill>
                  <a:srgbClr val="193244"/>
                </a:solidFill>
                <a:latin typeface="Nimbus Mono PS"/>
                <a:ea typeface="Nimbus Mono PS"/>
                <a:cs typeface="Nimbus Mono PS"/>
              </a:defRPr>
            </a:lvl9pPr>
          </a:lstStyle>
          <a:p xmlns:a="http://schemas.openxmlformats.org/drawingml/2006/main">
            <a:pPr>
              <a:defRPr sz="2325" b="1" i="0">
                <a:solidFill>
                  <a:srgbClr val="193244"/>
                </a:solidFill>
                <a:latin typeface="Nimbus Mono PS"/>
                <a:ea typeface="Nimbus Mono PS"/>
                <a:cs typeface="Nimbus Mono PS"/>
              </a:defRPr>
            </a:pPr>
            <a:r>
              <a:rPr sz="2325" b="1" i="0">
                <a:solidFill>
                  <a:srgbClr val="193244"/>
                </a:solidFill>
                <a:latin typeface="Nimbus Mono PS"/>
                <a:ea typeface="Nimbus Mono PS"/>
                <a:cs typeface="Nimbus Mono PS"/>
              </a:rPr>
              <a:t>O que não fazer</a:t>
            </a:r>
          </a:p>
        </p:txBody>
      </p:sp>
      <p:sp>
        <p:nvSpPr>
          <p:cNvPr id="9" name="text-7">
            <a:extLst xmlns:a="http://schemas.openxmlformats.org/drawingml/2006/main">
              <a:ext uri="{FF2B5EF4-FFF2-40B4-BE49-F238E27FC236}">
                <a16:creationId xmlns:a16="http://schemas.microsoft.com/office/drawing/2014/main" id="{F201ACEB-4C3C-45F0-9725-BF9F1EE05C17}"/>
              </a:ext>
            </a:extLst>
          </p:cNvPr>
          <p:cNvSpPr>
            <a:spLocks xmlns:a="http://schemas.openxmlformats.org/drawingml/2006/main" noGrp="1"/>
          </p:cNvSpPr>
          <p:nvPr/>
        </p:nvSpPr>
        <p:spPr>
          <a:xfrm xmlns:a="http://schemas.openxmlformats.org/drawingml/2006/main">
            <a:off x="762000" y="4943475"/>
            <a:ext cx="6334125"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250" b="0" i="0">
                <a:solidFill>
                  <a:srgbClr val="193244"/>
                </a:solidFill>
                <a:latin typeface="Nimbus Sans"/>
                <a:ea typeface="Nimbus Sans"/>
                <a:cs typeface="Nimbus Sans"/>
              </a:defRPr>
            </a:defPPr>
            <a:lvl1pPr>
              <a:defRPr sz="2250" b="0" i="0">
                <a:solidFill>
                  <a:srgbClr val="193244"/>
                </a:solidFill>
                <a:latin typeface="Nimbus Sans"/>
                <a:ea typeface="Nimbus Sans"/>
                <a:cs typeface="Nimbus Sans"/>
              </a:defRPr>
            </a:lvl1pPr>
            <a:lvl2pPr>
              <a:defRPr sz="2250" b="0" i="0">
                <a:solidFill>
                  <a:srgbClr val="193244"/>
                </a:solidFill>
                <a:latin typeface="Nimbus Sans"/>
                <a:ea typeface="Nimbus Sans"/>
                <a:cs typeface="Nimbus Sans"/>
              </a:defRPr>
            </a:lvl2pPr>
            <a:lvl3pPr>
              <a:defRPr sz="2250" b="0" i="0">
                <a:solidFill>
                  <a:srgbClr val="193244"/>
                </a:solidFill>
                <a:latin typeface="Nimbus Sans"/>
                <a:ea typeface="Nimbus Sans"/>
                <a:cs typeface="Nimbus Sans"/>
              </a:defRPr>
            </a:lvl3pPr>
            <a:lvl4pPr>
              <a:defRPr sz="2250" b="0" i="0">
                <a:solidFill>
                  <a:srgbClr val="193244"/>
                </a:solidFill>
                <a:latin typeface="Nimbus Sans"/>
                <a:ea typeface="Nimbus Sans"/>
                <a:cs typeface="Nimbus Sans"/>
              </a:defRPr>
            </a:lvl4pPr>
            <a:lvl5pPr>
              <a:defRPr sz="2250" b="0" i="0">
                <a:solidFill>
                  <a:srgbClr val="193244"/>
                </a:solidFill>
                <a:latin typeface="Nimbus Sans"/>
                <a:ea typeface="Nimbus Sans"/>
                <a:cs typeface="Nimbus Sans"/>
              </a:defRPr>
            </a:lvl5pPr>
            <a:lvl6pPr>
              <a:defRPr sz="2250" b="0" i="0">
                <a:solidFill>
                  <a:srgbClr val="193244"/>
                </a:solidFill>
                <a:latin typeface="Nimbus Sans"/>
                <a:ea typeface="Nimbus Sans"/>
                <a:cs typeface="Nimbus Sans"/>
              </a:defRPr>
            </a:lvl6pPr>
            <a:lvl7pPr>
              <a:defRPr sz="2250" b="0" i="0">
                <a:solidFill>
                  <a:srgbClr val="193244"/>
                </a:solidFill>
                <a:latin typeface="Nimbus Sans"/>
                <a:ea typeface="Nimbus Sans"/>
                <a:cs typeface="Nimbus Sans"/>
              </a:defRPr>
            </a:lvl7pPr>
            <a:lvl8pPr>
              <a:defRPr sz="2250" b="0" i="0">
                <a:solidFill>
                  <a:srgbClr val="193244"/>
                </a:solidFill>
                <a:latin typeface="Nimbus Sans"/>
                <a:ea typeface="Nimbus Sans"/>
                <a:cs typeface="Nimbus Sans"/>
              </a:defRPr>
            </a:lvl8pPr>
            <a:lvl9pPr>
              <a:defRPr sz="2250" b="0" i="0">
                <a:solidFill>
                  <a:srgbClr val="193244"/>
                </a:solidFill>
                <a:latin typeface="Nimbus Sans"/>
                <a:ea typeface="Nimbus Sans"/>
                <a:cs typeface="Nimbus Sans"/>
              </a:defRPr>
            </a:lvl9pPr>
          </a:lstStyle>
          <a:p xmlns:a="http://schemas.openxmlformats.org/drawingml/2006/main">
            <a:pPr>
              <a:defRPr sz="2250" b="0" i="0">
                <a:solidFill>
                  <a:srgbClr val="193244"/>
                </a:solidFill>
                <a:latin typeface="Nimbus Sans"/>
                <a:ea typeface="Nimbus Sans"/>
                <a:cs typeface="Nimbus Sans"/>
              </a:defRPr>
            </a:pPr>
            <a:r>
              <a:rPr sz="2250" b="0" i="0">
                <a:solidFill>
                  <a:srgbClr val="193244"/>
                </a:solidFill>
                <a:latin typeface="Nimbus Sans"/>
                <a:ea typeface="Nimbus Sans"/>
                <a:cs typeface="Nimbus Sans"/>
              </a:rPr>
              <a:t>Criar interface, trocar o detector, integrar APIs ou adicionar outros algoritmos de RCA.</a:t>
            </a:r>
          </a:p>
        </p:txBody>
      </p:sp>
      <p:sp>
        <p:nvSpPr>
          <p:cNvPr id="10" name="text-8">
            <a:extLst xmlns:a="http://schemas.openxmlformats.org/drawingml/2006/main">
              <a:ext uri="{FF2B5EF4-FFF2-40B4-BE49-F238E27FC236}">
                <a16:creationId xmlns:a16="http://schemas.microsoft.com/office/drawing/2014/main" id="{086A95CF-6946-4ECA-8277-C4A67C636F58}"/>
              </a:ext>
            </a:extLst>
          </p:cNvPr>
          <p:cNvSpPr>
            <a:spLocks xmlns:a="http://schemas.openxmlformats.org/drawingml/2006/main" noGrp="1"/>
          </p:cNvSpPr>
          <p:nvPr/>
        </p:nvSpPr>
        <p:spPr>
          <a:xfrm xmlns:a="http://schemas.openxmlformats.org/drawingml/2006/main">
            <a:off x="790575" y="6667500"/>
            <a:ext cx="63341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0" i="0">
                <a:solidFill>
                  <a:srgbClr val="54656D"/>
                </a:solidFill>
                <a:latin typeface="Nimbus Sans"/>
                <a:ea typeface="Nimbus Sans"/>
                <a:cs typeface="Nimbus Sans"/>
              </a:defRPr>
            </a:defPPr>
            <a:lvl1pPr>
              <a:defRPr sz="2025" b="0" i="0">
                <a:solidFill>
                  <a:srgbClr val="54656D"/>
                </a:solidFill>
                <a:latin typeface="Nimbus Sans"/>
                <a:ea typeface="Nimbus Sans"/>
                <a:cs typeface="Nimbus Sans"/>
              </a:defRPr>
            </a:lvl1pPr>
            <a:lvl2pPr>
              <a:defRPr sz="2025" b="0" i="0">
                <a:solidFill>
                  <a:srgbClr val="54656D"/>
                </a:solidFill>
                <a:latin typeface="Nimbus Sans"/>
                <a:ea typeface="Nimbus Sans"/>
                <a:cs typeface="Nimbus Sans"/>
              </a:defRPr>
            </a:lvl2pPr>
            <a:lvl3pPr>
              <a:defRPr sz="2025" b="0" i="0">
                <a:solidFill>
                  <a:srgbClr val="54656D"/>
                </a:solidFill>
                <a:latin typeface="Nimbus Sans"/>
                <a:ea typeface="Nimbus Sans"/>
                <a:cs typeface="Nimbus Sans"/>
              </a:defRPr>
            </a:lvl3pPr>
            <a:lvl4pPr>
              <a:defRPr sz="2025" b="0" i="0">
                <a:solidFill>
                  <a:srgbClr val="54656D"/>
                </a:solidFill>
                <a:latin typeface="Nimbus Sans"/>
                <a:ea typeface="Nimbus Sans"/>
                <a:cs typeface="Nimbus Sans"/>
              </a:defRPr>
            </a:lvl4pPr>
            <a:lvl5pPr>
              <a:defRPr sz="2025" b="0" i="0">
                <a:solidFill>
                  <a:srgbClr val="54656D"/>
                </a:solidFill>
                <a:latin typeface="Nimbus Sans"/>
                <a:ea typeface="Nimbus Sans"/>
                <a:cs typeface="Nimbus Sans"/>
              </a:defRPr>
            </a:lvl5pPr>
            <a:lvl6pPr>
              <a:defRPr sz="2025" b="0" i="0">
                <a:solidFill>
                  <a:srgbClr val="54656D"/>
                </a:solidFill>
                <a:latin typeface="Nimbus Sans"/>
                <a:ea typeface="Nimbus Sans"/>
                <a:cs typeface="Nimbus Sans"/>
              </a:defRPr>
            </a:lvl6pPr>
            <a:lvl7pPr>
              <a:defRPr sz="2025" b="0" i="0">
                <a:solidFill>
                  <a:srgbClr val="54656D"/>
                </a:solidFill>
                <a:latin typeface="Nimbus Sans"/>
                <a:ea typeface="Nimbus Sans"/>
                <a:cs typeface="Nimbus Sans"/>
              </a:defRPr>
            </a:lvl7pPr>
            <a:lvl8pPr>
              <a:defRPr sz="2025" b="0" i="0">
                <a:solidFill>
                  <a:srgbClr val="54656D"/>
                </a:solidFill>
                <a:latin typeface="Nimbus Sans"/>
                <a:ea typeface="Nimbus Sans"/>
                <a:cs typeface="Nimbus Sans"/>
              </a:defRPr>
            </a:lvl8pPr>
            <a:lvl9pPr>
              <a:defRPr sz="2025" b="0" i="0">
                <a:solidFill>
                  <a:srgbClr val="54656D"/>
                </a:solidFill>
                <a:latin typeface="Nimbus Sans"/>
                <a:ea typeface="Nimbus Sans"/>
                <a:cs typeface="Nimbus Sans"/>
              </a:defRPr>
            </a:lvl9pPr>
          </a:lstStyle>
          <a:p xmlns:a="http://schemas.openxmlformats.org/drawingml/2006/main">
            <a:pPr>
              <a:defRPr sz="2025" b="0" i="0">
                <a:solidFill>
                  <a:srgbClr val="54656D"/>
                </a:solidFill>
                <a:latin typeface="Nimbus Sans"/>
                <a:ea typeface="Nimbus Sans"/>
                <a:cs typeface="Nimbus Sans"/>
              </a:defRPr>
            </a:pPr>
            <a:r>
              <a:rPr sz="2025" b="0" i="0">
                <a:solidFill>
                  <a:srgbClr val="54656D"/>
                </a:solidFill>
                <a:latin typeface="Nimbus Sans"/>
                <a:ea typeface="Nimbus Sans"/>
                <a:cs typeface="Nimbus Sans"/>
              </a:rPr>
              <a:t>Checkpoint: estado, próximo passo e bloqueios.</a:t>
            </a:r>
          </a:p>
          <a:p xmlns:a="http://schemas.openxmlformats.org/drawingml/2006/main">
            <a:pPr>
              <a:defRPr sz="2025" b="0" i="0">
                <a:solidFill>
                  <a:srgbClr val="54656D"/>
                </a:solidFill>
                <a:latin typeface="Nimbus Sans"/>
                <a:ea typeface="Nimbus Sans"/>
                <a:cs typeface="Nimbus Sans"/>
              </a:defRPr>
            </a:pPr>
            <a:r>
              <a:rPr sz="2025" b="0" i="0">
                <a:solidFill>
                  <a:srgbClr val="54656D"/>
                </a:solidFill>
                <a:latin typeface="Nimbus Sans"/>
                <a:ea typeface="Nimbus Sans"/>
                <a:cs typeface="Nimbus Sans"/>
              </a:rPr>
              <a:t>Atritos: iniciar como “ainda não avaliado” e avaliar antes do fechamento.</a:t>
            </a:r>
          </a:p>
        </p:txBody>
      </p:sp>
      <p:sp>
        <p:nvSpPr>
          <p:cNvPr id="11" name="text-9">
            <a:extLst xmlns:a="http://schemas.openxmlformats.org/drawingml/2006/main">
              <a:ext uri="{FF2B5EF4-FFF2-40B4-BE49-F238E27FC236}">
                <a16:creationId xmlns:a16="http://schemas.microsoft.com/office/drawing/2014/main" id="{C5B9ED23-A9AD-40BA-B916-42A9A2202385}"/>
              </a:ext>
            </a:extLst>
          </p:cNvPr>
          <p:cNvSpPr>
            <a:spLocks xmlns:a="http://schemas.openxmlformats.org/drawingml/2006/main" noGrp="1"/>
          </p:cNvSpPr>
          <p:nvPr/>
        </p:nvSpPr>
        <p:spPr>
          <a:xfrm xmlns:a="http://schemas.openxmlformats.org/drawingml/2006/main">
            <a:off x="8505825" y="2276475"/>
            <a:ext cx="5905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475" b="1" i="0">
                <a:solidFill>
                  <a:srgbClr val="B9502E"/>
                </a:solidFill>
                <a:latin typeface="Nimbus Mono PS"/>
                <a:ea typeface="Nimbus Mono PS"/>
                <a:cs typeface="Nimbus Mono PS"/>
              </a:defRPr>
            </a:defPPr>
            <a:lvl1pPr>
              <a:defRPr sz="2475" b="1" i="0">
                <a:solidFill>
                  <a:srgbClr val="B9502E"/>
                </a:solidFill>
                <a:latin typeface="Nimbus Mono PS"/>
                <a:ea typeface="Nimbus Mono PS"/>
                <a:cs typeface="Nimbus Mono PS"/>
              </a:defRPr>
            </a:lvl1pPr>
            <a:lvl2pPr>
              <a:defRPr sz="2475" b="1" i="0">
                <a:solidFill>
                  <a:srgbClr val="B9502E"/>
                </a:solidFill>
                <a:latin typeface="Nimbus Mono PS"/>
                <a:ea typeface="Nimbus Mono PS"/>
                <a:cs typeface="Nimbus Mono PS"/>
              </a:defRPr>
            </a:lvl2pPr>
            <a:lvl3pPr>
              <a:defRPr sz="2475" b="1" i="0">
                <a:solidFill>
                  <a:srgbClr val="B9502E"/>
                </a:solidFill>
                <a:latin typeface="Nimbus Mono PS"/>
                <a:ea typeface="Nimbus Mono PS"/>
                <a:cs typeface="Nimbus Mono PS"/>
              </a:defRPr>
            </a:lvl3pPr>
            <a:lvl4pPr>
              <a:defRPr sz="2475" b="1" i="0">
                <a:solidFill>
                  <a:srgbClr val="B9502E"/>
                </a:solidFill>
                <a:latin typeface="Nimbus Mono PS"/>
                <a:ea typeface="Nimbus Mono PS"/>
                <a:cs typeface="Nimbus Mono PS"/>
              </a:defRPr>
            </a:lvl4pPr>
            <a:lvl5pPr>
              <a:defRPr sz="2475" b="1" i="0">
                <a:solidFill>
                  <a:srgbClr val="B9502E"/>
                </a:solidFill>
                <a:latin typeface="Nimbus Mono PS"/>
                <a:ea typeface="Nimbus Mono PS"/>
                <a:cs typeface="Nimbus Mono PS"/>
              </a:defRPr>
            </a:lvl5pPr>
            <a:lvl6pPr>
              <a:defRPr sz="2475" b="1" i="0">
                <a:solidFill>
                  <a:srgbClr val="B9502E"/>
                </a:solidFill>
                <a:latin typeface="Nimbus Mono PS"/>
                <a:ea typeface="Nimbus Mono PS"/>
                <a:cs typeface="Nimbus Mono PS"/>
              </a:defRPr>
            </a:lvl6pPr>
            <a:lvl7pPr>
              <a:defRPr sz="2475" b="1" i="0">
                <a:solidFill>
                  <a:srgbClr val="B9502E"/>
                </a:solidFill>
                <a:latin typeface="Nimbus Mono PS"/>
                <a:ea typeface="Nimbus Mono PS"/>
                <a:cs typeface="Nimbus Mono PS"/>
              </a:defRPr>
            </a:lvl7pPr>
            <a:lvl8pPr>
              <a:defRPr sz="2475" b="1" i="0">
                <a:solidFill>
                  <a:srgbClr val="B9502E"/>
                </a:solidFill>
                <a:latin typeface="Nimbus Mono PS"/>
                <a:ea typeface="Nimbus Mono PS"/>
                <a:cs typeface="Nimbus Mono PS"/>
              </a:defRPr>
            </a:lvl8pPr>
            <a:lvl9pPr>
              <a:defRPr sz="2475" b="1" i="0">
                <a:solidFill>
                  <a:srgbClr val="B9502E"/>
                </a:solidFill>
                <a:latin typeface="Nimbus Mono PS"/>
                <a:ea typeface="Nimbus Mono PS"/>
                <a:cs typeface="Nimbus Mono PS"/>
              </a:defRPr>
            </a:lvl9pPr>
          </a:lstStyle>
          <a:p xmlns:a="http://schemas.openxmlformats.org/drawingml/2006/main">
            <a:pPr>
              <a:defRPr sz="2475" b="1" i="0">
                <a:solidFill>
                  <a:srgbClr val="B9502E"/>
                </a:solidFill>
                <a:latin typeface="Nimbus Mono PS"/>
                <a:ea typeface="Nimbus Mono PS"/>
                <a:cs typeface="Nimbus Mono PS"/>
              </a:defRPr>
            </a:pPr>
            <a:r>
              <a:rPr sz="2475" b="1" i="0">
                <a:solidFill>
                  <a:srgbClr val="B9502E"/>
                </a:solidFill>
                <a:latin typeface="Nimbus Mono PS"/>
                <a:ea typeface="Nimbus Mono PS"/>
                <a:cs typeface="Nimbus Mono PS"/>
              </a:rPr>
              <a:t>Como validar</a:t>
            </a:r>
          </a:p>
        </p:txBody>
      </p:sp>
      <p:sp>
        <p:nvSpPr>
          <p:cNvPr id="12" name="text-10">
            <a:extLst xmlns:a="http://schemas.openxmlformats.org/drawingml/2006/main">
              <a:ext uri="{FF2B5EF4-FFF2-40B4-BE49-F238E27FC236}">
                <a16:creationId xmlns:a16="http://schemas.microsoft.com/office/drawing/2014/main" id="{29EFDC3F-2466-476A-8439-0B7C06D8E45B}"/>
              </a:ext>
            </a:extLst>
          </p:cNvPr>
          <p:cNvSpPr>
            <a:spLocks xmlns:a="http://schemas.openxmlformats.org/drawingml/2006/main" noGrp="1"/>
          </p:cNvSpPr>
          <p:nvPr/>
        </p:nvSpPr>
        <p:spPr>
          <a:xfrm xmlns:a="http://schemas.openxmlformats.org/drawingml/2006/main">
            <a:off x="8505825" y="3000375"/>
            <a:ext cx="59055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75" b="1" i="0">
                <a:solidFill>
                  <a:srgbClr val="193244"/>
                </a:solidFill>
                <a:latin typeface="Nimbus Sans"/>
                <a:ea typeface="Nimbus Sans"/>
                <a:cs typeface="Nimbus Sans"/>
              </a:defRPr>
            </a:defPPr>
            <a:lvl1pPr>
              <a:defRPr sz="2175" b="1" i="0">
                <a:solidFill>
                  <a:srgbClr val="193244"/>
                </a:solidFill>
                <a:latin typeface="Nimbus Sans"/>
                <a:ea typeface="Nimbus Sans"/>
                <a:cs typeface="Nimbus Sans"/>
              </a:defRPr>
            </a:lvl1pPr>
            <a:lvl2pPr>
              <a:defRPr sz="2175" b="1" i="0">
                <a:solidFill>
                  <a:srgbClr val="193244"/>
                </a:solidFill>
                <a:latin typeface="Nimbus Sans"/>
                <a:ea typeface="Nimbus Sans"/>
                <a:cs typeface="Nimbus Sans"/>
              </a:defRPr>
            </a:lvl2pPr>
            <a:lvl3pPr>
              <a:defRPr sz="2175" b="1" i="0">
                <a:solidFill>
                  <a:srgbClr val="193244"/>
                </a:solidFill>
                <a:latin typeface="Nimbus Sans"/>
                <a:ea typeface="Nimbus Sans"/>
                <a:cs typeface="Nimbus Sans"/>
              </a:defRPr>
            </a:lvl3pPr>
            <a:lvl4pPr>
              <a:defRPr sz="2175" b="1" i="0">
                <a:solidFill>
                  <a:srgbClr val="193244"/>
                </a:solidFill>
                <a:latin typeface="Nimbus Sans"/>
                <a:ea typeface="Nimbus Sans"/>
                <a:cs typeface="Nimbus Sans"/>
              </a:defRPr>
            </a:lvl4pPr>
            <a:lvl5pPr>
              <a:defRPr sz="2175" b="1" i="0">
                <a:solidFill>
                  <a:srgbClr val="193244"/>
                </a:solidFill>
                <a:latin typeface="Nimbus Sans"/>
                <a:ea typeface="Nimbus Sans"/>
                <a:cs typeface="Nimbus Sans"/>
              </a:defRPr>
            </a:lvl5pPr>
            <a:lvl6pPr>
              <a:defRPr sz="2175" b="1" i="0">
                <a:solidFill>
                  <a:srgbClr val="193244"/>
                </a:solidFill>
                <a:latin typeface="Nimbus Sans"/>
                <a:ea typeface="Nimbus Sans"/>
                <a:cs typeface="Nimbus Sans"/>
              </a:defRPr>
            </a:lvl6pPr>
            <a:lvl7pPr>
              <a:defRPr sz="2175" b="1" i="0">
                <a:solidFill>
                  <a:srgbClr val="193244"/>
                </a:solidFill>
                <a:latin typeface="Nimbus Sans"/>
                <a:ea typeface="Nimbus Sans"/>
                <a:cs typeface="Nimbus Sans"/>
              </a:defRPr>
            </a:lvl7pPr>
            <a:lvl8pPr>
              <a:defRPr sz="2175" b="1" i="0">
                <a:solidFill>
                  <a:srgbClr val="193244"/>
                </a:solidFill>
                <a:latin typeface="Nimbus Sans"/>
                <a:ea typeface="Nimbus Sans"/>
                <a:cs typeface="Nimbus Sans"/>
              </a:defRPr>
            </a:lvl8pPr>
            <a:lvl9pPr>
              <a:defRPr sz="2175" b="1" i="0">
                <a:solidFill>
                  <a:srgbClr val="193244"/>
                </a:solidFill>
                <a:latin typeface="Nimbus Sans"/>
                <a:ea typeface="Nimbus Sans"/>
                <a:cs typeface="Nimbus Sans"/>
              </a:defRPr>
            </a:lvl9pPr>
          </a:lstStyle>
          <a:p xmlns:a="http://schemas.openxmlformats.org/drawingml/2006/main">
            <a:pPr>
              <a:defRPr sz="2175" b="1" i="0">
                <a:solidFill>
                  <a:srgbClr val="193244"/>
                </a:solidFill>
                <a:latin typeface="Nimbus Sans"/>
                <a:ea typeface="Nimbus Sans"/>
                <a:cs typeface="Nimbus Sans"/>
              </a:defRPr>
            </a:pPr>
            <a:r>
              <a:rPr sz="2175" b="1" i="0">
                <a:solidFill>
                  <a:srgbClr val="193244"/>
                </a:solidFill>
                <a:latin typeface="Nimbus Sans"/>
                <a:ea typeface="Nimbus Sans"/>
                <a:cs typeface="Nimbus Sans"/>
              </a:rPr>
              <a:t>Afirmação observável</a:t>
            </a:r>
          </a:p>
        </p:txBody>
      </p:sp>
      <p:sp>
        <p:nvSpPr>
          <p:cNvPr id="13" name="text-11">
            <a:extLst xmlns:a="http://schemas.openxmlformats.org/drawingml/2006/main">
              <a:ext uri="{FF2B5EF4-FFF2-40B4-BE49-F238E27FC236}">
                <a16:creationId xmlns:a16="http://schemas.microsoft.com/office/drawing/2014/main" id="{A5F2A251-A122-43E5-8A2E-AA9A4E79CE36}"/>
              </a:ext>
            </a:extLst>
          </p:cNvPr>
          <p:cNvSpPr>
            <a:spLocks xmlns:a="http://schemas.openxmlformats.org/drawingml/2006/main" noGrp="1"/>
          </p:cNvSpPr>
          <p:nvPr/>
        </p:nvSpPr>
        <p:spPr>
          <a:xfrm xmlns:a="http://schemas.openxmlformats.org/drawingml/2006/main">
            <a:off x="8505825" y="3476625"/>
            <a:ext cx="59055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250" b="0" i="0">
                <a:solidFill>
                  <a:srgbClr val="193244"/>
                </a:solidFill>
                <a:latin typeface="Nimbus Sans"/>
                <a:ea typeface="Nimbus Sans"/>
                <a:cs typeface="Nimbus Sans"/>
              </a:defRPr>
            </a:defPPr>
            <a:lvl1pPr>
              <a:defRPr sz="2250" b="0" i="0">
                <a:solidFill>
                  <a:srgbClr val="193244"/>
                </a:solidFill>
                <a:latin typeface="Nimbus Sans"/>
                <a:ea typeface="Nimbus Sans"/>
                <a:cs typeface="Nimbus Sans"/>
              </a:defRPr>
            </a:lvl1pPr>
            <a:lvl2pPr>
              <a:defRPr sz="2250" b="0" i="0">
                <a:solidFill>
                  <a:srgbClr val="193244"/>
                </a:solidFill>
                <a:latin typeface="Nimbus Sans"/>
                <a:ea typeface="Nimbus Sans"/>
                <a:cs typeface="Nimbus Sans"/>
              </a:defRPr>
            </a:lvl2pPr>
            <a:lvl3pPr>
              <a:defRPr sz="2250" b="0" i="0">
                <a:solidFill>
                  <a:srgbClr val="193244"/>
                </a:solidFill>
                <a:latin typeface="Nimbus Sans"/>
                <a:ea typeface="Nimbus Sans"/>
                <a:cs typeface="Nimbus Sans"/>
              </a:defRPr>
            </a:lvl3pPr>
            <a:lvl4pPr>
              <a:defRPr sz="2250" b="0" i="0">
                <a:solidFill>
                  <a:srgbClr val="193244"/>
                </a:solidFill>
                <a:latin typeface="Nimbus Sans"/>
                <a:ea typeface="Nimbus Sans"/>
                <a:cs typeface="Nimbus Sans"/>
              </a:defRPr>
            </a:lvl4pPr>
            <a:lvl5pPr>
              <a:defRPr sz="2250" b="0" i="0">
                <a:solidFill>
                  <a:srgbClr val="193244"/>
                </a:solidFill>
                <a:latin typeface="Nimbus Sans"/>
                <a:ea typeface="Nimbus Sans"/>
                <a:cs typeface="Nimbus Sans"/>
              </a:defRPr>
            </a:lvl5pPr>
            <a:lvl6pPr>
              <a:defRPr sz="2250" b="0" i="0">
                <a:solidFill>
                  <a:srgbClr val="193244"/>
                </a:solidFill>
                <a:latin typeface="Nimbus Sans"/>
                <a:ea typeface="Nimbus Sans"/>
                <a:cs typeface="Nimbus Sans"/>
              </a:defRPr>
            </a:lvl6pPr>
            <a:lvl7pPr>
              <a:defRPr sz="2250" b="0" i="0">
                <a:solidFill>
                  <a:srgbClr val="193244"/>
                </a:solidFill>
                <a:latin typeface="Nimbus Sans"/>
                <a:ea typeface="Nimbus Sans"/>
                <a:cs typeface="Nimbus Sans"/>
              </a:defRPr>
            </a:lvl7pPr>
            <a:lvl8pPr>
              <a:defRPr sz="2250" b="0" i="0">
                <a:solidFill>
                  <a:srgbClr val="193244"/>
                </a:solidFill>
                <a:latin typeface="Nimbus Sans"/>
                <a:ea typeface="Nimbus Sans"/>
                <a:cs typeface="Nimbus Sans"/>
              </a:defRPr>
            </a:lvl8pPr>
            <a:lvl9pPr>
              <a:defRPr sz="2250" b="0" i="0">
                <a:solidFill>
                  <a:srgbClr val="193244"/>
                </a:solidFill>
                <a:latin typeface="Nimbus Sans"/>
                <a:ea typeface="Nimbus Sans"/>
                <a:cs typeface="Nimbus Sans"/>
              </a:defRPr>
            </a:lvl9pPr>
          </a:lstStyle>
          <a:p xmlns:a="http://schemas.openxmlformats.org/drawingml/2006/main">
            <a:pPr>
              <a:defRPr sz="2250" b="0" i="0">
                <a:solidFill>
                  <a:srgbClr val="193244"/>
                </a:solidFill>
                <a:latin typeface="Nimbus Sans"/>
                <a:ea typeface="Nimbus Sans"/>
                <a:cs typeface="Nimbus Sans"/>
              </a:defRPr>
            </a:pPr>
            <a:r>
              <a:rPr sz="2250" b="0" i="0">
                <a:solidFill>
                  <a:srgbClr val="193244"/>
                </a:solidFill>
                <a:latin typeface="Nimbus Sans"/>
                <a:ea typeface="Nimbus Sans"/>
                <a:cs typeface="Nimbus Sans"/>
              </a:rPr>
              <a:t>O ranking corresponde ao cálculo esperado.</a:t>
            </a:r>
          </a:p>
        </p:txBody>
      </p:sp>
      <p:sp>
        <p:nvSpPr>
          <p:cNvPr id="14" name="text-12">
            <a:extLst xmlns:a="http://schemas.openxmlformats.org/drawingml/2006/main">
              <a:ext uri="{FF2B5EF4-FFF2-40B4-BE49-F238E27FC236}">
                <a16:creationId xmlns:a16="http://schemas.microsoft.com/office/drawing/2014/main" id="{5236F040-36C6-42EF-8B32-96389A6348E2}"/>
              </a:ext>
            </a:extLst>
          </p:cNvPr>
          <p:cNvSpPr>
            <a:spLocks xmlns:a="http://schemas.openxmlformats.org/drawingml/2006/main" noGrp="1"/>
          </p:cNvSpPr>
          <p:nvPr/>
        </p:nvSpPr>
        <p:spPr>
          <a:xfrm xmlns:a="http://schemas.openxmlformats.org/drawingml/2006/main">
            <a:off x="8505825" y="4457700"/>
            <a:ext cx="59055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75" b="1" i="0">
                <a:solidFill>
                  <a:srgbClr val="193244"/>
                </a:solidFill>
                <a:latin typeface="Nimbus Sans"/>
                <a:ea typeface="Nimbus Sans"/>
                <a:cs typeface="Nimbus Sans"/>
              </a:defRPr>
            </a:defPPr>
            <a:lvl1pPr>
              <a:defRPr sz="2175" b="1" i="0">
                <a:solidFill>
                  <a:srgbClr val="193244"/>
                </a:solidFill>
                <a:latin typeface="Nimbus Sans"/>
                <a:ea typeface="Nimbus Sans"/>
                <a:cs typeface="Nimbus Sans"/>
              </a:defRPr>
            </a:lvl1pPr>
            <a:lvl2pPr>
              <a:defRPr sz="2175" b="1" i="0">
                <a:solidFill>
                  <a:srgbClr val="193244"/>
                </a:solidFill>
                <a:latin typeface="Nimbus Sans"/>
                <a:ea typeface="Nimbus Sans"/>
                <a:cs typeface="Nimbus Sans"/>
              </a:defRPr>
            </a:lvl2pPr>
            <a:lvl3pPr>
              <a:defRPr sz="2175" b="1" i="0">
                <a:solidFill>
                  <a:srgbClr val="193244"/>
                </a:solidFill>
                <a:latin typeface="Nimbus Sans"/>
                <a:ea typeface="Nimbus Sans"/>
                <a:cs typeface="Nimbus Sans"/>
              </a:defRPr>
            </a:lvl3pPr>
            <a:lvl4pPr>
              <a:defRPr sz="2175" b="1" i="0">
                <a:solidFill>
                  <a:srgbClr val="193244"/>
                </a:solidFill>
                <a:latin typeface="Nimbus Sans"/>
                <a:ea typeface="Nimbus Sans"/>
                <a:cs typeface="Nimbus Sans"/>
              </a:defRPr>
            </a:lvl4pPr>
            <a:lvl5pPr>
              <a:defRPr sz="2175" b="1" i="0">
                <a:solidFill>
                  <a:srgbClr val="193244"/>
                </a:solidFill>
                <a:latin typeface="Nimbus Sans"/>
                <a:ea typeface="Nimbus Sans"/>
                <a:cs typeface="Nimbus Sans"/>
              </a:defRPr>
            </a:lvl5pPr>
            <a:lvl6pPr>
              <a:defRPr sz="2175" b="1" i="0">
                <a:solidFill>
                  <a:srgbClr val="193244"/>
                </a:solidFill>
                <a:latin typeface="Nimbus Sans"/>
                <a:ea typeface="Nimbus Sans"/>
                <a:cs typeface="Nimbus Sans"/>
              </a:defRPr>
            </a:lvl6pPr>
            <a:lvl7pPr>
              <a:defRPr sz="2175" b="1" i="0">
                <a:solidFill>
                  <a:srgbClr val="193244"/>
                </a:solidFill>
                <a:latin typeface="Nimbus Sans"/>
                <a:ea typeface="Nimbus Sans"/>
                <a:cs typeface="Nimbus Sans"/>
              </a:defRPr>
            </a:lvl7pPr>
            <a:lvl8pPr>
              <a:defRPr sz="2175" b="1" i="0">
                <a:solidFill>
                  <a:srgbClr val="193244"/>
                </a:solidFill>
                <a:latin typeface="Nimbus Sans"/>
                <a:ea typeface="Nimbus Sans"/>
                <a:cs typeface="Nimbus Sans"/>
              </a:defRPr>
            </a:lvl8pPr>
            <a:lvl9pPr>
              <a:defRPr sz="2175" b="1" i="0">
                <a:solidFill>
                  <a:srgbClr val="193244"/>
                </a:solidFill>
                <a:latin typeface="Nimbus Sans"/>
                <a:ea typeface="Nimbus Sans"/>
                <a:cs typeface="Nimbus Sans"/>
              </a:defRPr>
            </a:lvl9pPr>
          </a:lstStyle>
          <a:p xmlns:a="http://schemas.openxmlformats.org/drawingml/2006/main">
            <a:pPr>
              <a:defRPr sz="2175" b="1" i="0">
                <a:solidFill>
                  <a:srgbClr val="193244"/>
                </a:solidFill>
                <a:latin typeface="Nimbus Sans"/>
                <a:ea typeface="Nimbus Sans"/>
                <a:cs typeface="Nimbus Sans"/>
              </a:defRPr>
            </a:pPr>
            <a:r>
              <a:rPr sz="2175" b="1" i="0">
                <a:solidFill>
                  <a:srgbClr val="193244"/>
                </a:solidFill>
                <a:latin typeface="Nimbus Sans"/>
                <a:ea typeface="Nimbus Sans"/>
                <a:cs typeface="Nimbus Sans"/>
              </a:rPr>
              <a:t>Resultado esperado</a:t>
            </a:r>
          </a:p>
        </p:txBody>
      </p:sp>
      <p:sp>
        <p:nvSpPr>
          <p:cNvPr id="15" name="text-13">
            <a:extLst xmlns:a="http://schemas.openxmlformats.org/drawingml/2006/main">
              <a:ext uri="{FF2B5EF4-FFF2-40B4-BE49-F238E27FC236}">
                <a16:creationId xmlns:a16="http://schemas.microsoft.com/office/drawing/2014/main" id="{05614940-8711-457D-A692-582D51A72D60}"/>
              </a:ext>
            </a:extLst>
          </p:cNvPr>
          <p:cNvSpPr>
            <a:spLocks xmlns:a="http://schemas.openxmlformats.org/drawingml/2006/main" noGrp="1"/>
          </p:cNvSpPr>
          <p:nvPr/>
        </p:nvSpPr>
        <p:spPr>
          <a:xfrm xmlns:a="http://schemas.openxmlformats.org/drawingml/2006/main">
            <a:off x="8505825" y="4933950"/>
            <a:ext cx="5905500" cy="923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250" b="0" i="0">
                <a:solidFill>
                  <a:srgbClr val="193244"/>
                </a:solidFill>
                <a:latin typeface="Nimbus Sans"/>
                <a:ea typeface="Nimbus Sans"/>
                <a:cs typeface="Nimbus Sans"/>
              </a:defRPr>
            </a:defPPr>
            <a:lvl1pPr>
              <a:defRPr sz="2250" b="0" i="0">
                <a:solidFill>
                  <a:srgbClr val="193244"/>
                </a:solidFill>
                <a:latin typeface="Nimbus Sans"/>
                <a:ea typeface="Nimbus Sans"/>
                <a:cs typeface="Nimbus Sans"/>
              </a:defRPr>
            </a:lvl1pPr>
            <a:lvl2pPr>
              <a:defRPr sz="2250" b="0" i="0">
                <a:solidFill>
                  <a:srgbClr val="193244"/>
                </a:solidFill>
                <a:latin typeface="Nimbus Sans"/>
                <a:ea typeface="Nimbus Sans"/>
                <a:cs typeface="Nimbus Sans"/>
              </a:defRPr>
            </a:lvl2pPr>
            <a:lvl3pPr>
              <a:defRPr sz="2250" b="0" i="0">
                <a:solidFill>
                  <a:srgbClr val="193244"/>
                </a:solidFill>
                <a:latin typeface="Nimbus Sans"/>
                <a:ea typeface="Nimbus Sans"/>
                <a:cs typeface="Nimbus Sans"/>
              </a:defRPr>
            </a:lvl3pPr>
            <a:lvl4pPr>
              <a:defRPr sz="2250" b="0" i="0">
                <a:solidFill>
                  <a:srgbClr val="193244"/>
                </a:solidFill>
                <a:latin typeface="Nimbus Sans"/>
                <a:ea typeface="Nimbus Sans"/>
                <a:cs typeface="Nimbus Sans"/>
              </a:defRPr>
            </a:lvl4pPr>
            <a:lvl5pPr>
              <a:defRPr sz="2250" b="0" i="0">
                <a:solidFill>
                  <a:srgbClr val="193244"/>
                </a:solidFill>
                <a:latin typeface="Nimbus Sans"/>
                <a:ea typeface="Nimbus Sans"/>
                <a:cs typeface="Nimbus Sans"/>
              </a:defRPr>
            </a:lvl5pPr>
            <a:lvl6pPr>
              <a:defRPr sz="2250" b="0" i="0">
                <a:solidFill>
                  <a:srgbClr val="193244"/>
                </a:solidFill>
                <a:latin typeface="Nimbus Sans"/>
                <a:ea typeface="Nimbus Sans"/>
                <a:cs typeface="Nimbus Sans"/>
              </a:defRPr>
            </a:lvl6pPr>
            <a:lvl7pPr>
              <a:defRPr sz="2250" b="0" i="0">
                <a:solidFill>
                  <a:srgbClr val="193244"/>
                </a:solidFill>
                <a:latin typeface="Nimbus Sans"/>
                <a:ea typeface="Nimbus Sans"/>
                <a:cs typeface="Nimbus Sans"/>
              </a:defRPr>
            </a:lvl7pPr>
            <a:lvl8pPr>
              <a:defRPr sz="2250" b="0" i="0">
                <a:solidFill>
                  <a:srgbClr val="193244"/>
                </a:solidFill>
                <a:latin typeface="Nimbus Sans"/>
                <a:ea typeface="Nimbus Sans"/>
                <a:cs typeface="Nimbus Sans"/>
              </a:defRPr>
            </a:lvl8pPr>
            <a:lvl9pPr>
              <a:defRPr sz="2250" b="0" i="0">
                <a:solidFill>
                  <a:srgbClr val="193244"/>
                </a:solidFill>
                <a:latin typeface="Nimbus Sans"/>
                <a:ea typeface="Nimbus Sans"/>
                <a:cs typeface="Nimbus Sans"/>
              </a:defRPr>
            </a:lvl9pPr>
          </a:lstStyle>
          <a:p xmlns:a="http://schemas.openxmlformats.org/drawingml/2006/main">
            <a:pPr>
              <a:defRPr sz="2250" b="0" i="0">
                <a:solidFill>
                  <a:srgbClr val="193244"/>
                </a:solidFill>
                <a:latin typeface="Nimbus Sans"/>
                <a:ea typeface="Nimbus Sans"/>
                <a:cs typeface="Nimbus Sans"/>
              </a:defRPr>
            </a:pPr>
            <a:r>
              <a:rPr sz="2250" b="0" i="0">
                <a:solidFill>
                  <a:srgbClr val="193244"/>
                </a:solidFill>
                <a:latin typeface="Nimbus Sans"/>
                <a:ea typeface="Nimbus Sans"/>
                <a:cs typeface="Nimbus Sans"/>
              </a:rPr>
              <a:t>Na amostra controlada, A ocupa o primeiro lugar com o score calculado manualmente.</a:t>
            </a:r>
          </a:p>
        </p:txBody>
      </p:sp>
      <p:sp>
        <p:nvSpPr>
          <p:cNvPr id="16" name="text-14">
            <a:extLst xmlns:a="http://schemas.openxmlformats.org/drawingml/2006/main">
              <a:ext uri="{FF2B5EF4-FFF2-40B4-BE49-F238E27FC236}">
                <a16:creationId xmlns:a16="http://schemas.microsoft.com/office/drawing/2014/main" id="{F41C47A8-B2AA-45A0-A564-302FC1F7B9EA}"/>
              </a:ext>
            </a:extLst>
          </p:cNvPr>
          <p:cNvSpPr>
            <a:spLocks xmlns:a="http://schemas.openxmlformats.org/drawingml/2006/main" noGrp="1"/>
          </p:cNvSpPr>
          <p:nvPr/>
        </p:nvSpPr>
        <p:spPr>
          <a:xfrm xmlns:a="http://schemas.openxmlformats.org/drawingml/2006/main">
            <a:off x="8505825" y="6257925"/>
            <a:ext cx="59055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75" b="1" i="0">
                <a:solidFill>
                  <a:srgbClr val="193244"/>
                </a:solidFill>
                <a:latin typeface="Nimbus Sans"/>
                <a:ea typeface="Nimbus Sans"/>
                <a:cs typeface="Nimbus Sans"/>
              </a:defRPr>
            </a:defPPr>
            <a:lvl1pPr>
              <a:defRPr sz="2175" b="1" i="0">
                <a:solidFill>
                  <a:srgbClr val="193244"/>
                </a:solidFill>
                <a:latin typeface="Nimbus Sans"/>
                <a:ea typeface="Nimbus Sans"/>
                <a:cs typeface="Nimbus Sans"/>
              </a:defRPr>
            </a:lvl1pPr>
            <a:lvl2pPr>
              <a:defRPr sz="2175" b="1" i="0">
                <a:solidFill>
                  <a:srgbClr val="193244"/>
                </a:solidFill>
                <a:latin typeface="Nimbus Sans"/>
                <a:ea typeface="Nimbus Sans"/>
                <a:cs typeface="Nimbus Sans"/>
              </a:defRPr>
            </a:lvl2pPr>
            <a:lvl3pPr>
              <a:defRPr sz="2175" b="1" i="0">
                <a:solidFill>
                  <a:srgbClr val="193244"/>
                </a:solidFill>
                <a:latin typeface="Nimbus Sans"/>
                <a:ea typeface="Nimbus Sans"/>
                <a:cs typeface="Nimbus Sans"/>
              </a:defRPr>
            </a:lvl3pPr>
            <a:lvl4pPr>
              <a:defRPr sz="2175" b="1" i="0">
                <a:solidFill>
                  <a:srgbClr val="193244"/>
                </a:solidFill>
                <a:latin typeface="Nimbus Sans"/>
                <a:ea typeface="Nimbus Sans"/>
                <a:cs typeface="Nimbus Sans"/>
              </a:defRPr>
            </a:lvl4pPr>
            <a:lvl5pPr>
              <a:defRPr sz="2175" b="1" i="0">
                <a:solidFill>
                  <a:srgbClr val="193244"/>
                </a:solidFill>
                <a:latin typeface="Nimbus Sans"/>
                <a:ea typeface="Nimbus Sans"/>
                <a:cs typeface="Nimbus Sans"/>
              </a:defRPr>
            </a:lvl5pPr>
            <a:lvl6pPr>
              <a:defRPr sz="2175" b="1" i="0">
                <a:solidFill>
                  <a:srgbClr val="193244"/>
                </a:solidFill>
                <a:latin typeface="Nimbus Sans"/>
                <a:ea typeface="Nimbus Sans"/>
                <a:cs typeface="Nimbus Sans"/>
              </a:defRPr>
            </a:lvl6pPr>
            <a:lvl7pPr>
              <a:defRPr sz="2175" b="1" i="0">
                <a:solidFill>
                  <a:srgbClr val="193244"/>
                </a:solidFill>
                <a:latin typeface="Nimbus Sans"/>
                <a:ea typeface="Nimbus Sans"/>
                <a:cs typeface="Nimbus Sans"/>
              </a:defRPr>
            </a:lvl7pPr>
            <a:lvl8pPr>
              <a:defRPr sz="2175" b="1" i="0">
                <a:solidFill>
                  <a:srgbClr val="193244"/>
                </a:solidFill>
                <a:latin typeface="Nimbus Sans"/>
                <a:ea typeface="Nimbus Sans"/>
                <a:cs typeface="Nimbus Sans"/>
              </a:defRPr>
            </a:lvl8pPr>
            <a:lvl9pPr>
              <a:defRPr sz="2175" b="1" i="0">
                <a:solidFill>
                  <a:srgbClr val="193244"/>
                </a:solidFill>
                <a:latin typeface="Nimbus Sans"/>
                <a:ea typeface="Nimbus Sans"/>
                <a:cs typeface="Nimbus Sans"/>
              </a:defRPr>
            </a:lvl9pPr>
          </a:lstStyle>
          <a:p xmlns:a="http://schemas.openxmlformats.org/drawingml/2006/main">
            <a:pPr>
              <a:defRPr sz="2175" b="1" i="0">
                <a:solidFill>
                  <a:srgbClr val="193244"/>
                </a:solidFill>
                <a:latin typeface="Nimbus Sans"/>
                <a:ea typeface="Nimbus Sans"/>
                <a:cs typeface="Nimbus Sans"/>
              </a:defRPr>
            </a:pPr>
            <a:r>
              <a:rPr sz="2175" b="1" i="0">
                <a:solidFill>
                  <a:srgbClr val="193244"/>
                </a:solidFill>
                <a:latin typeface="Nimbus Sans"/>
                <a:ea typeface="Nimbus Sans"/>
                <a:cs typeface="Nimbus Sans"/>
              </a:rPr>
              <a:t>Evidência</a:t>
            </a:r>
          </a:p>
        </p:txBody>
      </p:sp>
      <p:sp>
        <p:nvSpPr>
          <p:cNvPr id="17" name="text-15">
            <a:extLst xmlns:a="http://schemas.openxmlformats.org/drawingml/2006/main">
              <a:ext uri="{FF2B5EF4-FFF2-40B4-BE49-F238E27FC236}">
                <a16:creationId xmlns:a16="http://schemas.microsoft.com/office/drawing/2014/main" id="{377280D2-F9E8-440A-B42E-3F3D8424ED20}"/>
              </a:ext>
            </a:extLst>
          </p:cNvPr>
          <p:cNvSpPr>
            <a:spLocks xmlns:a="http://schemas.openxmlformats.org/drawingml/2006/main" noGrp="1"/>
          </p:cNvSpPr>
          <p:nvPr/>
        </p:nvSpPr>
        <p:spPr>
          <a:xfrm xmlns:a="http://schemas.openxmlformats.org/drawingml/2006/main">
            <a:off x="8505825" y="6734175"/>
            <a:ext cx="5905500" cy="1019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250" b="0" i="0">
                <a:solidFill>
                  <a:srgbClr val="193244"/>
                </a:solidFill>
                <a:latin typeface="Nimbus Sans"/>
                <a:ea typeface="Nimbus Sans"/>
                <a:cs typeface="Nimbus Sans"/>
              </a:defRPr>
            </a:defPPr>
            <a:lvl1pPr>
              <a:defRPr sz="2250" b="0" i="0">
                <a:solidFill>
                  <a:srgbClr val="193244"/>
                </a:solidFill>
                <a:latin typeface="Nimbus Sans"/>
                <a:ea typeface="Nimbus Sans"/>
                <a:cs typeface="Nimbus Sans"/>
              </a:defRPr>
            </a:lvl1pPr>
            <a:lvl2pPr>
              <a:defRPr sz="2250" b="0" i="0">
                <a:solidFill>
                  <a:srgbClr val="193244"/>
                </a:solidFill>
                <a:latin typeface="Nimbus Sans"/>
                <a:ea typeface="Nimbus Sans"/>
                <a:cs typeface="Nimbus Sans"/>
              </a:defRPr>
            </a:lvl2pPr>
            <a:lvl3pPr>
              <a:defRPr sz="2250" b="0" i="0">
                <a:solidFill>
                  <a:srgbClr val="193244"/>
                </a:solidFill>
                <a:latin typeface="Nimbus Sans"/>
                <a:ea typeface="Nimbus Sans"/>
                <a:cs typeface="Nimbus Sans"/>
              </a:defRPr>
            </a:lvl3pPr>
            <a:lvl4pPr>
              <a:defRPr sz="2250" b="0" i="0">
                <a:solidFill>
                  <a:srgbClr val="193244"/>
                </a:solidFill>
                <a:latin typeface="Nimbus Sans"/>
                <a:ea typeface="Nimbus Sans"/>
                <a:cs typeface="Nimbus Sans"/>
              </a:defRPr>
            </a:lvl4pPr>
            <a:lvl5pPr>
              <a:defRPr sz="2250" b="0" i="0">
                <a:solidFill>
                  <a:srgbClr val="193244"/>
                </a:solidFill>
                <a:latin typeface="Nimbus Sans"/>
                <a:ea typeface="Nimbus Sans"/>
                <a:cs typeface="Nimbus Sans"/>
              </a:defRPr>
            </a:lvl5pPr>
            <a:lvl6pPr>
              <a:defRPr sz="2250" b="0" i="0">
                <a:solidFill>
                  <a:srgbClr val="193244"/>
                </a:solidFill>
                <a:latin typeface="Nimbus Sans"/>
                <a:ea typeface="Nimbus Sans"/>
                <a:cs typeface="Nimbus Sans"/>
              </a:defRPr>
            </a:lvl6pPr>
            <a:lvl7pPr>
              <a:defRPr sz="2250" b="0" i="0">
                <a:solidFill>
                  <a:srgbClr val="193244"/>
                </a:solidFill>
                <a:latin typeface="Nimbus Sans"/>
                <a:ea typeface="Nimbus Sans"/>
                <a:cs typeface="Nimbus Sans"/>
              </a:defRPr>
            </a:lvl7pPr>
            <a:lvl8pPr>
              <a:defRPr sz="2250" b="0" i="0">
                <a:solidFill>
                  <a:srgbClr val="193244"/>
                </a:solidFill>
                <a:latin typeface="Nimbus Sans"/>
                <a:ea typeface="Nimbus Sans"/>
                <a:cs typeface="Nimbus Sans"/>
              </a:defRPr>
            </a:lvl8pPr>
            <a:lvl9pPr>
              <a:defRPr sz="2250" b="0" i="0">
                <a:solidFill>
                  <a:srgbClr val="193244"/>
                </a:solidFill>
                <a:latin typeface="Nimbus Sans"/>
                <a:ea typeface="Nimbus Sans"/>
                <a:cs typeface="Nimbus Sans"/>
              </a:defRPr>
            </a:lvl9pPr>
          </a:lstStyle>
          <a:p xmlns:a="http://schemas.openxmlformats.org/drawingml/2006/main">
            <a:pPr>
              <a:defRPr sz="2250" b="0" i="0">
                <a:solidFill>
                  <a:srgbClr val="193244"/>
                </a:solidFill>
                <a:latin typeface="Nimbus Sans"/>
                <a:ea typeface="Nimbus Sans"/>
                <a:cs typeface="Nimbus Sans"/>
              </a:defRPr>
            </a:pPr>
            <a:r>
              <a:rPr sz="2250" b="0" i="0">
                <a:solidFill>
                  <a:srgbClr val="193244"/>
                </a:solidFill>
                <a:latin typeface="Nimbus Sans"/>
                <a:ea typeface="Nimbus Sans"/>
                <a:cs typeface="Nimbus Sans"/>
              </a:rPr>
              <a:t>Executar main.py e comparar ranking.csv com o cálculo da amostra. Inspecionar no notebook.</a:t>
            </a:r>
          </a:p>
        </p:txBody>
      </p:sp>
    </p:spTree>
    <p:extLst>
      <p:ext uri="{BB962C8B-B14F-4D97-AF65-F5344CB8AC3E}">
        <p14:creationId xmlns:p14="http://schemas.microsoft.com/office/powerpoint/2010/main" val="1429114173"/>
      </p:ext>
    </p:extLst>
  </p:cSld>
</p:sld>
</file>

<file path=ppt/slides/slide12.xml><?xml version="1.0" encoding="utf-8"?>
<p:sld xmlns:p="http://schemas.openxmlformats.org/presentationml/2006/main">
  <p:cSld>
    <p:bg>
      <p:bgPr>
        <a:solidFill xmlns:a="http://schemas.openxmlformats.org/drawingml/2006/main">
          <a:srgbClr val="FCFAF5"/>
        </a:solidFill>
      </p:bgPr>
    </p:bg>
    <p:spTree>
      <p:nvGrpSpPr>
        <p:cNvPr id="1" name=""/>
        <p:cNvGrpSpPr/>
        <p:nvPr/>
      </p:nvGrpSpPr>
      <p:grpSpPr>
        <a:xfrm xmlns:a="http://schemas.openxmlformats.org/drawingml/2006/main"/>
      </p:grpSpPr>
      <p:pic>
        <p:nvPicPr>
          <p:cNvPr id="15" name="">
            <a:extLst xmlns:a="http://schemas.openxmlformats.org/drawingml/2006/main">
              <a:ext uri="{FF2B5EF4-FFF2-40B4-BE49-F238E27FC236}">
                <a16:creationId xmlns:a16="http://schemas.microsoft.com/office/drawing/2014/main" id="{2A1FEDC1-022D-43BC-93C4-EE4759D3CE94}"/>
              </a:ext>
            </a:extLst>
          </p:cNvPr>
          <p:cNvPicPr>
            <a:picLocks xmlns:a="http://schemas.openxmlformats.org/drawingml/2006/main" noChangeAspect="1"/>
          </p:cNvPicPr>
          <p:nvPr/>
        </p:nvPicPr>
        <p:blipFill>
          <a:blip xmlns:r="http://schemas.openxmlformats.org/officeDocument/2006/relationships" xmlns:a="http://schemas.openxmlformats.org/drawingml/2006/main" r:embed="R2620a6fbece94396"/>
          <a:srcRect xmlns:a="http://schemas.openxmlformats.org/drawingml/2006/main" l="0" t="27" r="0" b="27"/>
          <a:stretch xmlns:a="http://schemas.openxmlformats.org/drawingml/2006/main">
            <a:fillRect l="0" t="0" r="0" b="0"/>
          </a:stretch>
        </p:blipFill>
        <p:spPr>
          <a:xfrm xmlns:a="http://schemas.openxmlformats.org/drawingml/2006/main">
            <a:off x="0" y="0"/>
            <a:ext cx="15240000" cy="8572500"/>
          </a:xfrm>
          <a:prstGeom xmlns:a="http://schemas.openxmlformats.org/drawingml/2006/main" prst="rect">
            <a:avLst/>
          </a:prstGeom>
        </p:spPr>
      </p:pic>
      <p:sp>
        <p:nvSpPr>
          <p:cNvPr id="2" name="text-0">
            <a:extLst xmlns:a="http://schemas.openxmlformats.org/drawingml/2006/main">
              <a:ext uri="{FF2B5EF4-FFF2-40B4-BE49-F238E27FC236}">
                <a16:creationId xmlns:a16="http://schemas.microsoft.com/office/drawing/2014/main" id="{39C40F6B-723B-4CBF-9B68-3F81EB030C56}"/>
              </a:ext>
            </a:extLst>
          </p:cNvPr>
          <p:cNvSpPr>
            <a:spLocks xmlns:a="http://schemas.openxmlformats.org/drawingml/2006/main" noGrp="1"/>
          </p:cNvSpPr>
          <p:nvPr/>
        </p:nvSpPr>
        <p:spPr>
          <a:xfrm xmlns:a="http://schemas.openxmlformats.org/drawingml/2006/main">
            <a:off x="723900" y="523875"/>
            <a:ext cx="137922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75" b="1" i="0">
                <a:solidFill>
                  <a:srgbClr val="193244"/>
                </a:solidFill>
                <a:latin typeface="Nimbus Mono PS"/>
                <a:ea typeface="Nimbus Mono PS"/>
                <a:cs typeface="Nimbus Mono PS"/>
              </a:defRPr>
            </a:defPPr>
            <a:lvl1pPr>
              <a:defRPr sz="3375" b="1" i="0">
                <a:solidFill>
                  <a:srgbClr val="193244"/>
                </a:solidFill>
                <a:latin typeface="Nimbus Mono PS"/>
                <a:ea typeface="Nimbus Mono PS"/>
                <a:cs typeface="Nimbus Mono PS"/>
              </a:defRPr>
            </a:lvl1pPr>
            <a:lvl2pPr>
              <a:defRPr sz="3375" b="1" i="0">
                <a:solidFill>
                  <a:srgbClr val="193244"/>
                </a:solidFill>
                <a:latin typeface="Nimbus Mono PS"/>
                <a:ea typeface="Nimbus Mono PS"/>
                <a:cs typeface="Nimbus Mono PS"/>
              </a:defRPr>
            </a:lvl2pPr>
            <a:lvl3pPr>
              <a:defRPr sz="3375" b="1" i="0">
                <a:solidFill>
                  <a:srgbClr val="193244"/>
                </a:solidFill>
                <a:latin typeface="Nimbus Mono PS"/>
                <a:ea typeface="Nimbus Mono PS"/>
                <a:cs typeface="Nimbus Mono PS"/>
              </a:defRPr>
            </a:lvl3pPr>
            <a:lvl4pPr>
              <a:defRPr sz="3375" b="1" i="0">
                <a:solidFill>
                  <a:srgbClr val="193244"/>
                </a:solidFill>
                <a:latin typeface="Nimbus Mono PS"/>
                <a:ea typeface="Nimbus Mono PS"/>
                <a:cs typeface="Nimbus Mono PS"/>
              </a:defRPr>
            </a:lvl4pPr>
            <a:lvl5pPr>
              <a:defRPr sz="3375" b="1" i="0">
                <a:solidFill>
                  <a:srgbClr val="193244"/>
                </a:solidFill>
                <a:latin typeface="Nimbus Mono PS"/>
                <a:ea typeface="Nimbus Mono PS"/>
                <a:cs typeface="Nimbus Mono PS"/>
              </a:defRPr>
            </a:lvl5pPr>
            <a:lvl6pPr>
              <a:defRPr sz="3375" b="1" i="0">
                <a:solidFill>
                  <a:srgbClr val="193244"/>
                </a:solidFill>
                <a:latin typeface="Nimbus Mono PS"/>
                <a:ea typeface="Nimbus Mono PS"/>
                <a:cs typeface="Nimbus Mono PS"/>
              </a:defRPr>
            </a:lvl6pPr>
            <a:lvl7pPr>
              <a:defRPr sz="3375" b="1" i="0">
                <a:solidFill>
                  <a:srgbClr val="193244"/>
                </a:solidFill>
                <a:latin typeface="Nimbus Mono PS"/>
                <a:ea typeface="Nimbus Mono PS"/>
                <a:cs typeface="Nimbus Mono PS"/>
              </a:defRPr>
            </a:lvl7pPr>
            <a:lvl8pPr>
              <a:defRPr sz="3375" b="1" i="0">
                <a:solidFill>
                  <a:srgbClr val="193244"/>
                </a:solidFill>
                <a:latin typeface="Nimbus Mono PS"/>
                <a:ea typeface="Nimbus Mono PS"/>
                <a:cs typeface="Nimbus Mono PS"/>
              </a:defRPr>
            </a:lvl8pPr>
            <a:lvl9pPr>
              <a:defRPr sz="3375" b="1" i="0">
                <a:solidFill>
                  <a:srgbClr val="193244"/>
                </a:solidFill>
                <a:latin typeface="Nimbus Mono PS"/>
                <a:ea typeface="Nimbus Mono PS"/>
                <a:cs typeface="Nimbus Mono PS"/>
              </a:defRPr>
            </a:lvl9pPr>
          </a:lstStyle>
          <a:p xmlns:a="http://schemas.openxmlformats.org/drawingml/2006/main">
            <a:pPr>
              <a:defRPr sz="3375" b="1" i="0">
                <a:solidFill>
                  <a:srgbClr val="193244"/>
                </a:solidFill>
                <a:latin typeface="Nimbus Mono PS"/>
                <a:ea typeface="Nimbus Mono PS"/>
                <a:cs typeface="Nimbus Mono PS"/>
              </a:defRPr>
            </a:pPr>
            <a:r>
              <a:rPr sz="3375" b="1" i="0">
                <a:solidFill>
                  <a:srgbClr val="193244"/>
                </a:solidFill>
                <a:latin typeface="Nimbus Mono PS"/>
                <a:ea typeface="Nimbus Mono PS"/>
                <a:cs typeface="Nimbus Mono PS"/>
              </a:rPr>
              <a:t>Casos de uso para o time</a:t>
            </a:r>
          </a:p>
        </p:txBody>
      </p:sp>
      <p:sp>
        <p:nvSpPr>
          <p:cNvPr id="3" name="text-1">
            <a:extLst xmlns:a="http://schemas.openxmlformats.org/drawingml/2006/main">
              <a:ext uri="{FF2B5EF4-FFF2-40B4-BE49-F238E27FC236}">
                <a16:creationId xmlns:a16="http://schemas.microsoft.com/office/drawing/2014/main" id="{F542E716-DD91-4C7D-8086-688E4B6F015A}"/>
              </a:ext>
            </a:extLst>
          </p:cNvPr>
          <p:cNvSpPr>
            <a:spLocks xmlns:a="http://schemas.openxmlformats.org/drawingml/2006/main" noGrp="1"/>
          </p:cNvSpPr>
          <p:nvPr/>
        </p:nvSpPr>
        <p:spPr>
          <a:xfrm xmlns:a="http://schemas.openxmlformats.org/drawingml/2006/main">
            <a:off x="742950" y="1428750"/>
            <a:ext cx="13620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0" i="0">
                <a:solidFill>
                  <a:srgbClr val="54656D"/>
                </a:solidFill>
                <a:latin typeface="Nimbus Sans"/>
                <a:ea typeface="Nimbus Sans"/>
                <a:cs typeface="Nimbus Sans"/>
              </a:defRPr>
            </a:defPPr>
            <a:lvl1pPr>
              <a:defRPr sz="2025" b="0" i="0">
                <a:solidFill>
                  <a:srgbClr val="54656D"/>
                </a:solidFill>
                <a:latin typeface="Nimbus Sans"/>
                <a:ea typeface="Nimbus Sans"/>
                <a:cs typeface="Nimbus Sans"/>
              </a:defRPr>
            </a:lvl1pPr>
            <a:lvl2pPr>
              <a:defRPr sz="2025" b="0" i="0">
                <a:solidFill>
                  <a:srgbClr val="54656D"/>
                </a:solidFill>
                <a:latin typeface="Nimbus Sans"/>
                <a:ea typeface="Nimbus Sans"/>
                <a:cs typeface="Nimbus Sans"/>
              </a:defRPr>
            </a:lvl2pPr>
            <a:lvl3pPr>
              <a:defRPr sz="2025" b="0" i="0">
                <a:solidFill>
                  <a:srgbClr val="54656D"/>
                </a:solidFill>
                <a:latin typeface="Nimbus Sans"/>
                <a:ea typeface="Nimbus Sans"/>
                <a:cs typeface="Nimbus Sans"/>
              </a:defRPr>
            </a:lvl3pPr>
            <a:lvl4pPr>
              <a:defRPr sz="2025" b="0" i="0">
                <a:solidFill>
                  <a:srgbClr val="54656D"/>
                </a:solidFill>
                <a:latin typeface="Nimbus Sans"/>
                <a:ea typeface="Nimbus Sans"/>
                <a:cs typeface="Nimbus Sans"/>
              </a:defRPr>
            </a:lvl4pPr>
            <a:lvl5pPr>
              <a:defRPr sz="2025" b="0" i="0">
                <a:solidFill>
                  <a:srgbClr val="54656D"/>
                </a:solidFill>
                <a:latin typeface="Nimbus Sans"/>
                <a:ea typeface="Nimbus Sans"/>
                <a:cs typeface="Nimbus Sans"/>
              </a:defRPr>
            </a:lvl5pPr>
            <a:lvl6pPr>
              <a:defRPr sz="2025" b="0" i="0">
                <a:solidFill>
                  <a:srgbClr val="54656D"/>
                </a:solidFill>
                <a:latin typeface="Nimbus Sans"/>
                <a:ea typeface="Nimbus Sans"/>
                <a:cs typeface="Nimbus Sans"/>
              </a:defRPr>
            </a:lvl6pPr>
            <a:lvl7pPr>
              <a:defRPr sz="2025" b="0" i="0">
                <a:solidFill>
                  <a:srgbClr val="54656D"/>
                </a:solidFill>
                <a:latin typeface="Nimbus Sans"/>
                <a:ea typeface="Nimbus Sans"/>
                <a:cs typeface="Nimbus Sans"/>
              </a:defRPr>
            </a:lvl7pPr>
            <a:lvl8pPr>
              <a:defRPr sz="2025" b="0" i="0">
                <a:solidFill>
                  <a:srgbClr val="54656D"/>
                </a:solidFill>
                <a:latin typeface="Nimbus Sans"/>
                <a:ea typeface="Nimbus Sans"/>
                <a:cs typeface="Nimbus Sans"/>
              </a:defRPr>
            </a:lvl8pPr>
            <a:lvl9pPr>
              <a:defRPr sz="2025" b="0" i="0">
                <a:solidFill>
                  <a:srgbClr val="54656D"/>
                </a:solidFill>
                <a:latin typeface="Nimbus Sans"/>
                <a:ea typeface="Nimbus Sans"/>
                <a:cs typeface="Nimbus Sans"/>
              </a:defRPr>
            </a:lvl9pPr>
          </a:lstStyle>
          <a:p xmlns:a="http://schemas.openxmlformats.org/drawingml/2006/main">
            <a:pPr>
              <a:defRPr sz="2025" b="0" i="0">
                <a:solidFill>
                  <a:srgbClr val="54656D"/>
                </a:solidFill>
                <a:latin typeface="Nimbus Sans"/>
                <a:ea typeface="Nimbus Sans"/>
                <a:cs typeface="Nimbus Sans"/>
              </a:defRPr>
            </a:pPr>
            <a:r>
              <a:rPr sz="2025" b="0" i="0">
                <a:solidFill>
                  <a:srgbClr val="54656D"/>
                </a:solidFill>
                <a:latin typeface="Nimbus Sans"/>
                <a:ea typeface="Nimbus Sans"/>
                <a:cs typeface="Nimbus Sans"/>
              </a:rPr>
              <a:t>Recortes pequenos, com evidências adequadas ao resultado esperado.</a:t>
            </a:r>
          </a:p>
        </p:txBody>
      </p:sp>
      <p:sp>
        <p:nvSpPr>
          <p:cNvPr id="4" name="text-2">
            <a:extLst xmlns:a="http://schemas.openxmlformats.org/drawingml/2006/main">
              <a:ext uri="{FF2B5EF4-FFF2-40B4-BE49-F238E27FC236}">
                <a16:creationId xmlns:a16="http://schemas.microsoft.com/office/drawing/2014/main" id="{341D1092-6066-4D28-B749-C5A985947043}"/>
              </a:ext>
            </a:extLst>
          </p:cNvPr>
          <p:cNvSpPr>
            <a:spLocks xmlns:a="http://schemas.openxmlformats.org/drawingml/2006/main" noGrp="1"/>
          </p:cNvSpPr>
          <p:nvPr/>
        </p:nvSpPr>
        <p:spPr>
          <a:xfrm xmlns:a="http://schemas.openxmlformats.org/drawingml/2006/main">
            <a:off x="742950" y="8096250"/>
            <a:ext cx="12573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00" b="0" i="0">
                <a:solidFill>
                  <a:srgbClr val="54656D"/>
                </a:solidFill>
                <a:latin typeface="Nimbus Mono PS"/>
                <a:ea typeface="Nimbus Mono PS"/>
                <a:cs typeface="Nimbus Mono PS"/>
              </a:defRPr>
            </a:defPPr>
            <a:lvl1pPr>
              <a:defRPr sz="1200" b="0" i="0">
                <a:solidFill>
                  <a:srgbClr val="54656D"/>
                </a:solidFill>
                <a:latin typeface="Nimbus Mono PS"/>
                <a:ea typeface="Nimbus Mono PS"/>
                <a:cs typeface="Nimbus Mono PS"/>
              </a:defRPr>
            </a:lvl1pPr>
            <a:lvl2pPr>
              <a:defRPr sz="1200" b="0" i="0">
                <a:solidFill>
                  <a:srgbClr val="54656D"/>
                </a:solidFill>
                <a:latin typeface="Nimbus Mono PS"/>
                <a:ea typeface="Nimbus Mono PS"/>
                <a:cs typeface="Nimbus Mono PS"/>
              </a:defRPr>
            </a:lvl2pPr>
            <a:lvl3pPr>
              <a:defRPr sz="1200" b="0" i="0">
                <a:solidFill>
                  <a:srgbClr val="54656D"/>
                </a:solidFill>
                <a:latin typeface="Nimbus Mono PS"/>
                <a:ea typeface="Nimbus Mono PS"/>
                <a:cs typeface="Nimbus Mono PS"/>
              </a:defRPr>
            </a:lvl3pPr>
            <a:lvl4pPr>
              <a:defRPr sz="1200" b="0" i="0">
                <a:solidFill>
                  <a:srgbClr val="54656D"/>
                </a:solidFill>
                <a:latin typeface="Nimbus Mono PS"/>
                <a:ea typeface="Nimbus Mono PS"/>
                <a:cs typeface="Nimbus Mono PS"/>
              </a:defRPr>
            </a:lvl4pPr>
            <a:lvl5pPr>
              <a:defRPr sz="1200" b="0" i="0">
                <a:solidFill>
                  <a:srgbClr val="54656D"/>
                </a:solidFill>
                <a:latin typeface="Nimbus Mono PS"/>
                <a:ea typeface="Nimbus Mono PS"/>
                <a:cs typeface="Nimbus Mono PS"/>
              </a:defRPr>
            </a:lvl5pPr>
            <a:lvl6pPr>
              <a:defRPr sz="1200" b="0" i="0">
                <a:solidFill>
                  <a:srgbClr val="54656D"/>
                </a:solidFill>
                <a:latin typeface="Nimbus Mono PS"/>
                <a:ea typeface="Nimbus Mono PS"/>
                <a:cs typeface="Nimbus Mono PS"/>
              </a:defRPr>
            </a:lvl6pPr>
            <a:lvl7pPr>
              <a:defRPr sz="1200" b="0" i="0">
                <a:solidFill>
                  <a:srgbClr val="54656D"/>
                </a:solidFill>
                <a:latin typeface="Nimbus Mono PS"/>
                <a:ea typeface="Nimbus Mono PS"/>
                <a:cs typeface="Nimbus Mono PS"/>
              </a:defRPr>
            </a:lvl7pPr>
            <a:lvl8pPr>
              <a:defRPr sz="1200" b="0" i="0">
                <a:solidFill>
                  <a:srgbClr val="54656D"/>
                </a:solidFill>
                <a:latin typeface="Nimbus Mono PS"/>
                <a:ea typeface="Nimbus Mono PS"/>
                <a:cs typeface="Nimbus Mono PS"/>
              </a:defRPr>
            </a:lvl8pPr>
            <a:lvl9pPr>
              <a:defRPr sz="1200" b="0" i="0">
                <a:solidFill>
                  <a:srgbClr val="54656D"/>
                </a:solidFill>
                <a:latin typeface="Nimbus Mono PS"/>
                <a:ea typeface="Nimbus Mono PS"/>
                <a:cs typeface="Nimbus Mono PS"/>
              </a:defRPr>
            </a:lvl9pPr>
          </a:lstStyle>
          <a:p xmlns:a="http://schemas.openxmlformats.org/drawingml/2006/main">
            <a:pPr>
              <a:defRPr sz="1200" b="0" i="0">
                <a:solidFill>
                  <a:srgbClr val="54656D"/>
                </a:solidFill>
                <a:latin typeface="Nimbus Mono PS"/>
                <a:ea typeface="Nimbus Mono PS"/>
                <a:cs typeface="Nimbus Mono PS"/>
              </a:defRPr>
            </a:pPr>
            <a:r>
              <a:rPr sz="1200" b="0" i="0">
                <a:solidFill>
                  <a:srgbClr val="54656D"/>
                </a:solidFill>
                <a:latin typeface="Nimbus Mono PS"/>
                <a:ea typeface="Nimbus Mono PS"/>
                <a:cs typeface="Nimbus Mono PS"/>
              </a:rPr>
              <a:t>GUIA  /  EXEMPLOS</a:t>
            </a:r>
          </a:p>
        </p:txBody>
      </p:sp>
      <p:sp>
        <p:nvSpPr>
          <p:cNvPr id="5" name="text-3">
            <a:extLst xmlns:a="http://schemas.openxmlformats.org/drawingml/2006/main">
              <a:ext uri="{FF2B5EF4-FFF2-40B4-BE49-F238E27FC236}">
                <a16:creationId xmlns:a16="http://schemas.microsoft.com/office/drawing/2014/main" id="{8FBB676F-E6DA-4273-B2B7-C41C6D01DAA7}"/>
              </a:ext>
            </a:extLst>
          </p:cNvPr>
          <p:cNvSpPr>
            <a:spLocks xmlns:a="http://schemas.openxmlformats.org/drawingml/2006/main" noGrp="1"/>
          </p:cNvSpPr>
          <p:nvPr/>
        </p:nvSpPr>
        <p:spPr>
          <a:xfrm xmlns:a="http://schemas.openxmlformats.org/drawingml/2006/main">
            <a:off x="13944600" y="8048625"/>
            <a:ext cx="609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1" i="0">
                <a:solidFill>
                  <a:srgbClr val="B9502E"/>
                </a:solidFill>
                <a:latin typeface="Nimbus Mono PS"/>
                <a:ea typeface="Nimbus Mono PS"/>
                <a:cs typeface="Nimbus Mono PS"/>
              </a:defRPr>
            </a:defPPr>
            <a:lvl1pPr>
              <a:defRPr sz="1800" b="1" i="0">
                <a:solidFill>
                  <a:srgbClr val="B9502E"/>
                </a:solidFill>
                <a:latin typeface="Nimbus Mono PS"/>
                <a:ea typeface="Nimbus Mono PS"/>
                <a:cs typeface="Nimbus Mono PS"/>
              </a:defRPr>
            </a:lvl1pPr>
            <a:lvl2pPr>
              <a:defRPr sz="1800" b="1" i="0">
                <a:solidFill>
                  <a:srgbClr val="B9502E"/>
                </a:solidFill>
                <a:latin typeface="Nimbus Mono PS"/>
                <a:ea typeface="Nimbus Mono PS"/>
                <a:cs typeface="Nimbus Mono PS"/>
              </a:defRPr>
            </a:lvl2pPr>
            <a:lvl3pPr>
              <a:defRPr sz="1800" b="1" i="0">
                <a:solidFill>
                  <a:srgbClr val="B9502E"/>
                </a:solidFill>
                <a:latin typeface="Nimbus Mono PS"/>
                <a:ea typeface="Nimbus Mono PS"/>
                <a:cs typeface="Nimbus Mono PS"/>
              </a:defRPr>
            </a:lvl3pPr>
            <a:lvl4pPr>
              <a:defRPr sz="1800" b="1" i="0">
                <a:solidFill>
                  <a:srgbClr val="B9502E"/>
                </a:solidFill>
                <a:latin typeface="Nimbus Mono PS"/>
                <a:ea typeface="Nimbus Mono PS"/>
                <a:cs typeface="Nimbus Mono PS"/>
              </a:defRPr>
            </a:lvl4pPr>
            <a:lvl5pPr>
              <a:defRPr sz="1800" b="1" i="0">
                <a:solidFill>
                  <a:srgbClr val="B9502E"/>
                </a:solidFill>
                <a:latin typeface="Nimbus Mono PS"/>
                <a:ea typeface="Nimbus Mono PS"/>
                <a:cs typeface="Nimbus Mono PS"/>
              </a:defRPr>
            </a:lvl5pPr>
            <a:lvl6pPr>
              <a:defRPr sz="1800" b="1" i="0">
                <a:solidFill>
                  <a:srgbClr val="B9502E"/>
                </a:solidFill>
                <a:latin typeface="Nimbus Mono PS"/>
                <a:ea typeface="Nimbus Mono PS"/>
                <a:cs typeface="Nimbus Mono PS"/>
              </a:defRPr>
            </a:lvl6pPr>
            <a:lvl7pPr>
              <a:defRPr sz="1800" b="1" i="0">
                <a:solidFill>
                  <a:srgbClr val="B9502E"/>
                </a:solidFill>
                <a:latin typeface="Nimbus Mono PS"/>
                <a:ea typeface="Nimbus Mono PS"/>
                <a:cs typeface="Nimbus Mono PS"/>
              </a:defRPr>
            </a:lvl7pPr>
            <a:lvl8pPr>
              <a:defRPr sz="1800" b="1" i="0">
                <a:solidFill>
                  <a:srgbClr val="B9502E"/>
                </a:solidFill>
                <a:latin typeface="Nimbus Mono PS"/>
                <a:ea typeface="Nimbus Mono PS"/>
                <a:cs typeface="Nimbus Mono PS"/>
              </a:defRPr>
            </a:lvl8pPr>
            <a:lvl9pPr>
              <a:defRPr sz="1800" b="1" i="0">
                <a:solidFill>
                  <a:srgbClr val="B9502E"/>
                </a:solidFill>
                <a:latin typeface="Nimbus Mono PS"/>
                <a:ea typeface="Nimbus Mono PS"/>
                <a:cs typeface="Nimbus Mono PS"/>
              </a:defRPr>
            </a:lvl9pPr>
          </a:lstStyle>
          <a:p xmlns:a="http://schemas.openxmlformats.org/drawingml/2006/main">
            <a:pPr>
              <a:defRPr sz="1800" b="1" i="0">
                <a:solidFill>
                  <a:srgbClr val="B9502E"/>
                </a:solidFill>
                <a:latin typeface="Nimbus Mono PS"/>
                <a:ea typeface="Nimbus Mono PS"/>
                <a:cs typeface="Nimbus Mono PS"/>
              </a:defRPr>
            </a:pPr>
            <a:r>
              <a:rPr sz="1800" b="1" i="0">
                <a:solidFill>
                  <a:srgbClr val="B9502E"/>
                </a:solidFill>
                <a:latin typeface="Nimbus Mono PS"/>
                <a:ea typeface="Nimbus Mono PS"/>
                <a:cs typeface="Nimbus Mono PS"/>
              </a:rPr>
              <a:t>12</a:t>
            </a:r>
          </a:p>
        </p:txBody>
      </p:sp>
      <p:sp>
        <p:nvSpPr>
          <p:cNvPr id="6" name="text-4">
            <a:extLst xmlns:a="http://schemas.openxmlformats.org/drawingml/2006/main">
              <a:ext uri="{FF2B5EF4-FFF2-40B4-BE49-F238E27FC236}">
                <a16:creationId xmlns:a16="http://schemas.microsoft.com/office/drawing/2014/main" id="{E1913A53-D71C-40CE-B54A-158A117837D1}"/>
              </a:ext>
            </a:extLst>
          </p:cNvPr>
          <p:cNvSpPr>
            <a:spLocks xmlns:a="http://schemas.openxmlformats.org/drawingml/2006/main" noGrp="1"/>
          </p:cNvSpPr>
          <p:nvPr/>
        </p:nvSpPr>
        <p:spPr>
          <a:xfrm xmlns:a="http://schemas.openxmlformats.org/drawingml/2006/main">
            <a:off x="762000" y="2390775"/>
            <a:ext cx="6381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325" b="1" i="0">
                <a:solidFill>
                  <a:srgbClr val="193244"/>
                </a:solidFill>
                <a:latin typeface="Nimbus Mono PS"/>
                <a:ea typeface="Nimbus Mono PS"/>
                <a:cs typeface="Nimbus Mono PS"/>
              </a:defRPr>
            </a:defPPr>
            <a:lvl1pPr>
              <a:defRPr sz="2325" b="1" i="0">
                <a:solidFill>
                  <a:srgbClr val="193244"/>
                </a:solidFill>
                <a:latin typeface="Nimbus Mono PS"/>
                <a:ea typeface="Nimbus Mono PS"/>
                <a:cs typeface="Nimbus Mono PS"/>
              </a:defRPr>
            </a:lvl1pPr>
            <a:lvl2pPr>
              <a:defRPr sz="2325" b="1" i="0">
                <a:solidFill>
                  <a:srgbClr val="193244"/>
                </a:solidFill>
                <a:latin typeface="Nimbus Mono PS"/>
                <a:ea typeface="Nimbus Mono PS"/>
                <a:cs typeface="Nimbus Mono PS"/>
              </a:defRPr>
            </a:lvl2pPr>
            <a:lvl3pPr>
              <a:defRPr sz="2325" b="1" i="0">
                <a:solidFill>
                  <a:srgbClr val="193244"/>
                </a:solidFill>
                <a:latin typeface="Nimbus Mono PS"/>
                <a:ea typeface="Nimbus Mono PS"/>
                <a:cs typeface="Nimbus Mono PS"/>
              </a:defRPr>
            </a:lvl3pPr>
            <a:lvl4pPr>
              <a:defRPr sz="2325" b="1" i="0">
                <a:solidFill>
                  <a:srgbClr val="193244"/>
                </a:solidFill>
                <a:latin typeface="Nimbus Mono PS"/>
                <a:ea typeface="Nimbus Mono PS"/>
                <a:cs typeface="Nimbus Mono PS"/>
              </a:defRPr>
            </a:lvl4pPr>
            <a:lvl5pPr>
              <a:defRPr sz="2325" b="1" i="0">
                <a:solidFill>
                  <a:srgbClr val="193244"/>
                </a:solidFill>
                <a:latin typeface="Nimbus Mono PS"/>
                <a:ea typeface="Nimbus Mono PS"/>
                <a:cs typeface="Nimbus Mono PS"/>
              </a:defRPr>
            </a:lvl5pPr>
            <a:lvl6pPr>
              <a:defRPr sz="2325" b="1" i="0">
                <a:solidFill>
                  <a:srgbClr val="193244"/>
                </a:solidFill>
                <a:latin typeface="Nimbus Mono PS"/>
                <a:ea typeface="Nimbus Mono PS"/>
                <a:cs typeface="Nimbus Mono PS"/>
              </a:defRPr>
            </a:lvl6pPr>
            <a:lvl7pPr>
              <a:defRPr sz="2325" b="1" i="0">
                <a:solidFill>
                  <a:srgbClr val="193244"/>
                </a:solidFill>
                <a:latin typeface="Nimbus Mono PS"/>
                <a:ea typeface="Nimbus Mono PS"/>
                <a:cs typeface="Nimbus Mono PS"/>
              </a:defRPr>
            </a:lvl7pPr>
            <a:lvl8pPr>
              <a:defRPr sz="2325" b="1" i="0">
                <a:solidFill>
                  <a:srgbClr val="193244"/>
                </a:solidFill>
                <a:latin typeface="Nimbus Mono PS"/>
                <a:ea typeface="Nimbus Mono PS"/>
                <a:cs typeface="Nimbus Mono PS"/>
              </a:defRPr>
            </a:lvl8pPr>
            <a:lvl9pPr>
              <a:defRPr sz="2325" b="1" i="0">
                <a:solidFill>
                  <a:srgbClr val="193244"/>
                </a:solidFill>
                <a:latin typeface="Nimbus Mono PS"/>
                <a:ea typeface="Nimbus Mono PS"/>
                <a:cs typeface="Nimbus Mono PS"/>
              </a:defRPr>
            </a:lvl9pPr>
          </a:lstStyle>
          <a:p xmlns:a="http://schemas.openxmlformats.org/drawingml/2006/main">
            <a:pPr>
              <a:defRPr sz="2325" b="1" i="0">
                <a:solidFill>
                  <a:srgbClr val="193244"/>
                </a:solidFill>
                <a:latin typeface="Nimbus Mono PS"/>
                <a:ea typeface="Nimbus Mono PS"/>
                <a:cs typeface="Nimbus Mono PS"/>
              </a:defRPr>
            </a:pPr>
            <a:r>
              <a:rPr sz="2325" b="1" i="0">
                <a:solidFill>
                  <a:srgbClr val="193244"/>
                </a:solidFill>
                <a:latin typeface="Nimbus Mono PS"/>
                <a:ea typeface="Nimbus Mono PS"/>
                <a:cs typeface="Nimbus Mono PS"/>
              </a:rPr>
              <a:t>Modelo de Data Science</a:t>
            </a:r>
          </a:p>
        </p:txBody>
      </p:sp>
      <p:sp>
        <p:nvSpPr>
          <p:cNvPr id="7" name="text-5">
            <a:extLst xmlns:a="http://schemas.openxmlformats.org/drawingml/2006/main">
              <a:ext uri="{FF2B5EF4-FFF2-40B4-BE49-F238E27FC236}">
                <a16:creationId xmlns:a16="http://schemas.microsoft.com/office/drawing/2014/main" id="{AB6D50F1-174A-4288-B438-EC2518345D0E}"/>
              </a:ext>
            </a:extLst>
          </p:cNvPr>
          <p:cNvSpPr>
            <a:spLocks xmlns:a="http://schemas.openxmlformats.org/drawingml/2006/main" noGrp="1"/>
          </p:cNvSpPr>
          <p:nvPr/>
        </p:nvSpPr>
        <p:spPr>
          <a:xfrm xmlns:a="http://schemas.openxmlformats.org/drawingml/2006/main">
            <a:off x="762000" y="2962275"/>
            <a:ext cx="638175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250" b="0" i="0">
                <a:solidFill>
                  <a:srgbClr val="193244"/>
                </a:solidFill>
                <a:latin typeface="Nimbus Sans"/>
                <a:ea typeface="Nimbus Sans"/>
                <a:cs typeface="Nimbus Sans"/>
              </a:defRPr>
            </a:defPPr>
            <a:lvl1pPr>
              <a:defRPr sz="2250" b="0" i="0">
                <a:solidFill>
                  <a:srgbClr val="193244"/>
                </a:solidFill>
                <a:latin typeface="Nimbus Sans"/>
                <a:ea typeface="Nimbus Sans"/>
                <a:cs typeface="Nimbus Sans"/>
              </a:defRPr>
            </a:lvl1pPr>
            <a:lvl2pPr>
              <a:defRPr sz="2250" b="0" i="0">
                <a:solidFill>
                  <a:srgbClr val="193244"/>
                </a:solidFill>
                <a:latin typeface="Nimbus Sans"/>
                <a:ea typeface="Nimbus Sans"/>
                <a:cs typeface="Nimbus Sans"/>
              </a:defRPr>
            </a:lvl2pPr>
            <a:lvl3pPr>
              <a:defRPr sz="2250" b="0" i="0">
                <a:solidFill>
                  <a:srgbClr val="193244"/>
                </a:solidFill>
                <a:latin typeface="Nimbus Sans"/>
                <a:ea typeface="Nimbus Sans"/>
                <a:cs typeface="Nimbus Sans"/>
              </a:defRPr>
            </a:lvl3pPr>
            <a:lvl4pPr>
              <a:defRPr sz="2250" b="0" i="0">
                <a:solidFill>
                  <a:srgbClr val="193244"/>
                </a:solidFill>
                <a:latin typeface="Nimbus Sans"/>
                <a:ea typeface="Nimbus Sans"/>
                <a:cs typeface="Nimbus Sans"/>
              </a:defRPr>
            </a:lvl4pPr>
            <a:lvl5pPr>
              <a:defRPr sz="2250" b="0" i="0">
                <a:solidFill>
                  <a:srgbClr val="193244"/>
                </a:solidFill>
                <a:latin typeface="Nimbus Sans"/>
                <a:ea typeface="Nimbus Sans"/>
                <a:cs typeface="Nimbus Sans"/>
              </a:defRPr>
            </a:lvl5pPr>
            <a:lvl6pPr>
              <a:defRPr sz="2250" b="0" i="0">
                <a:solidFill>
                  <a:srgbClr val="193244"/>
                </a:solidFill>
                <a:latin typeface="Nimbus Sans"/>
                <a:ea typeface="Nimbus Sans"/>
                <a:cs typeface="Nimbus Sans"/>
              </a:defRPr>
            </a:lvl6pPr>
            <a:lvl7pPr>
              <a:defRPr sz="2250" b="0" i="0">
                <a:solidFill>
                  <a:srgbClr val="193244"/>
                </a:solidFill>
                <a:latin typeface="Nimbus Sans"/>
                <a:ea typeface="Nimbus Sans"/>
                <a:cs typeface="Nimbus Sans"/>
              </a:defRPr>
            </a:lvl7pPr>
            <a:lvl8pPr>
              <a:defRPr sz="2250" b="0" i="0">
                <a:solidFill>
                  <a:srgbClr val="193244"/>
                </a:solidFill>
                <a:latin typeface="Nimbus Sans"/>
                <a:ea typeface="Nimbus Sans"/>
                <a:cs typeface="Nimbus Sans"/>
              </a:defRPr>
            </a:lvl8pPr>
            <a:lvl9pPr>
              <a:defRPr sz="2250" b="0" i="0">
                <a:solidFill>
                  <a:srgbClr val="193244"/>
                </a:solidFill>
                <a:latin typeface="Nimbus Sans"/>
                <a:ea typeface="Nimbus Sans"/>
                <a:cs typeface="Nimbus Sans"/>
              </a:defRPr>
            </a:lvl9pPr>
          </a:lstStyle>
          <a:p xmlns:a="http://schemas.openxmlformats.org/drawingml/2006/main">
            <a:pPr>
              <a:defRPr sz="2250" b="0" i="0">
                <a:solidFill>
                  <a:srgbClr val="193244"/>
                </a:solidFill>
                <a:latin typeface="Nimbus Sans"/>
                <a:ea typeface="Nimbus Sans"/>
                <a:cs typeface="Nimbus Sans"/>
              </a:defRPr>
            </a:pPr>
            <a:r>
              <a:rPr sz="2250" b="0" i="0">
                <a:solidFill>
                  <a:srgbClr val="193244"/>
                </a:solidFill>
                <a:latin typeface="Nimbus Sans"/>
                <a:ea typeface="Nimbus Sans"/>
                <a:cs typeface="Nimbus Sans"/>
              </a:rPr>
              <a:t>Tarefa: construir um baseline com split temporal definido.</a:t>
            </a:r>
          </a:p>
          <a:p xmlns:a="http://schemas.openxmlformats.org/drawingml/2006/main">
            <a:pPr>
              <a:defRPr sz="2250" b="0" i="0">
                <a:solidFill>
                  <a:srgbClr val="193244"/>
                </a:solidFill>
                <a:latin typeface="Nimbus Sans"/>
                <a:ea typeface="Nimbus Sans"/>
                <a:cs typeface="Nimbus Sans"/>
              </a:defRPr>
            </a:pPr>
            <a:r>
              <a:rPr sz="2250" b="0" i="0">
                <a:solidFill>
                  <a:srgbClr val="193244"/>
                </a:solidFill>
                <a:latin typeface="Nimbus Sans"/>
                <a:ea typeface="Nimbus Sans"/>
                <a:cs typeface="Nimbus Sans"/>
              </a:rPr>
              <a:t>Evidência: métricas no conjunto de teste e comparação previamente acordada.</a:t>
            </a:r>
          </a:p>
        </p:txBody>
      </p:sp>
      <p:sp>
        <p:nvSpPr>
          <p:cNvPr id="8" name="text-6">
            <a:extLst xmlns:a="http://schemas.openxmlformats.org/drawingml/2006/main">
              <a:ext uri="{FF2B5EF4-FFF2-40B4-BE49-F238E27FC236}">
                <a16:creationId xmlns:a16="http://schemas.microsoft.com/office/drawing/2014/main" id="{BC4251D8-E5A1-415B-A563-51105B2BECBE}"/>
              </a:ext>
            </a:extLst>
          </p:cNvPr>
          <p:cNvSpPr>
            <a:spLocks xmlns:a="http://schemas.openxmlformats.org/drawingml/2006/main" noGrp="1"/>
          </p:cNvSpPr>
          <p:nvPr/>
        </p:nvSpPr>
        <p:spPr>
          <a:xfrm xmlns:a="http://schemas.openxmlformats.org/drawingml/2006/main">
            <a:off x="8477250" y="2390775"/>
            <a:ext cx="6000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325" b="1" i="0">
                <a:solidFill>
                  <a:srgbClr val="193244"/>
                </a:solidFill>
                <a:latin typeface="Nimbus Mono PS"/>
                <a:ea typeface="Nimbus Mono PS"/>
                <a:cs typeface="Nimbus Mono PS"/>
              </a:defRPr>
            </a:defPPr>
            <a:lvl1pPr>
              <a:defRPr sz="2325" b="1" i="0">
                <a:solidFill>
                  <a:srgbClr val="193244"/>
                </a:solidFill>
                <a:latin typeface="Nimbus Mono PS"/>
                <a:ea typeface="Nimbus Mono PS"/>
                <a:cs typeface="Nimbus Mono PS"/>
              </a:defRPr>
            </a:lvl1pPr>
            <a:lvl2pPr>
              <a:defRPr sz="2325" b="1" i="0">
                <a:solidFill>
                  <a:srgbClr val="193244"/>
                </a:solidFill>
                <a:latin typeface="Nimbus Mono PS"/>
                <a:ea typeface="Nimbus Mono PS"/>
                <a:cs typeface="Nimbus Mono PS"/>
              </a:defRPr>
            </a:lvl2pPr>
            <a:lvl3pPr>
              <a:defRPr sz="2325" b="1" i="0">
                <a:solidFill>
                  <a:srgbClr val="193244"/>
                </a:solidFill>
                <a:latin typeface="Nimbus Mono PS"/>
                <a:ea typeface="Nimbus Mono PS"/>
                <a:cs typeface="Nimbus Mono PS"/>
              </a:defRPr>
            </a:lvl3pPr>
            <a:lvl4pPr>
              <a:defRPr sz="2325" b="1" i="0">
                <a:solidFill>
                  <a:srgbClr val="193244"/>
                </a:solidFill>
                <a:latin typeface="Nimbus Mono PS"/>
                <a:ea typeface="Nimbus Mono PS"/>
                <a:cs typeface="Nimbus Mono PS"/>
              </a:defRPr>
            </a:lvl4pPr>
            <a:lvl5pPr>
              <a:defRPr sz="2325" b="1" i="0">
                <a:solidFill>
                  <a:srgbClr val="193244"/>
                </a:solidFill>
                <a:latin typeface="Nimbus Mono PS"/>
                <a:ea typeface="Nimbus Mono PS"/>
                <a:cs typeface="Nimbus Mono PS"/>
              </a:defRPr>
            </a:lvl5pPr>
            <a:lvl6pPr>
              <a:defRPr sz="2325" b="1" i="0">
                <a:solidFill>
                  <a:srgbClr val="193244"/>
                </a:solidFill>
                <a:latin typeface="Nimbus Mono PS"/>
                <a:ea typeface="Nimbus Mono PS"/>
                <a:cs typeface="Nimbus Mono PS"/>
              </a:defRPr>
            </a:lvl6pPr>
            <a:lvl7pPr>
              <a:defRPr sz="2325" b="1" i="0">
                <a:solidFill>
                  <a:srgbClr val="193244"/>
                </a:solidFill>
                <a:latin typeface="Nimbus Mono PS"/>
                <a:ea typeface="Nimbus Mono PS"/>
                <a:cs typeface="Nimbus Mono PS"/>
              </a:defRPr>
            </a:lvl7pPr>
            <a:lvl8pPr>
              <a:defRPr sz="2325" b="1" i="0">
                <a:solidFill>
                  <a:srgbClr val="193244"/>
                </a:solidFill>
                <a:latin typeface="Nimbus Mono PS"/>
                <a:ea typeface="Nimbus Mono PS"/>
                <a:cs typeface="Nimbus Mono PS"/>
              </a:defRPr>
            </a:lvl8pPr>
            <a:lvl9pPr>
              <a:defRPr sz="2325" b="1" i="0">
                <a:solidFill>
                  <a:srgbClr val="193244"/>
                </a:solidFill>
                <a:latin typeface="Nimbus Mono PS"/>
                <a:ea typeface="Nimbus Mono PS"/>
                <a:cs typeface="Nimbus Mono PS"/>
              </a:defRPr>
            </a:lvl9pPr>
          </a:lstStyle>
          <a:p xmlns:a="http://schemas.openxmlformats.org/drawingml/2006/main">
            <a:pPr>
              <a:defRPr sz="2325" b="1" i="0">
                <a:solidFill>
                  <a:srgbClr val="193244"/>
                </a:solidFill>
                <a:latin typeface="Nimbus Mono PS"/>
                <a:ea typeface="Nimbus Mono PS"/>
                <a:cs typeface="Nimbus Mono PS"/>
              </a:defRPr>
            </a:pPr>
            <a:r>
              <a:rPr sz="2325" b="1" i="0">
                <a:solidFill>
                  <a:srgbClr val="193244"/>
                </a:solidFill>
                <a:latin typeface="Nimbus Mono PS"/>
                <a:ea typeface="Nimbus Mono PS"/>
                <a:cs typeface="Nimbus Mono PS"/>
              </a:rPr>
              <a:t>Tool de agente</a:t>
            </a:r>
          </a:p>
        </p:txBody>
      </p:sp>
      <p:sp>
        <p:nvSpPr>
          <p:cNvPr id="9" name="text-7">
            <a:extLst xmlns:a="http://schemas.openxmlformats.org/drawingml/2006/main">
              <a:ext uri="{FF2B5EF4-FFF2-40B4-BE49-F238E27FC236}">
                <a16:creationId xmlns:a16="http://schemas.microsoft.com/office/drawing/2014/main" id="{37BB8375-AAAB-473F-8439-B31ABC48BE1E}"/>
              </a:ext>
            </a:extLst>
          </p:cNvPr>
          <p:cNvSpPr>
            <a:spLocks xmlns:a="http://schemas.openxmlformats.org/drawingml/2006/main" noGrp="1"/>
          </p:cNvSpPr>
          <p:nvPr/>
        </p:nvSpPr>
        <p:spPr>
          <a:xfrm xmlns:a="http://schemas.openxmlformats.org/drawingml/2006/main">
            <a:off x="8477250" y="2962275"/>
            <a:ext cx="600075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250" b="0" i="0">
                <a:solidFill>
                  <a:srgbClr val="193244"/>
                </a:solidFill>
                <a:latin typeface="Nimbus Sans"/>
                <a:ea typeface="Nimbus Sans"/>
                <a:cs typeface="Nimbus Sans"/>
              </a:defRPr>
            </a:defPPr>
            <a:lvl1pPr>
              <a:defRPr sz="2250" b="0" i="0">
                <a:solidFill>
                  <a:srgbClr val="193244"/>
                </a:solidFill>
                <a:latin typeface="Nimbus Sans"/>
                <a:ea typeface="Nimbus Sans"/>
                <a:cs typeface="Nimbus Sans"/>
              </a:defRPr>
            </a:lvl1pPr>
            <a:lvl2pPr>
              <a:defRPr sz="2250" b="0" i="0">
                <a:solidFill>
                  <a:srgbClr val="193244"/>
                </a:solidFill>
                <a:latin typeface="Nimbus Sans"/>
                <a:ea typeface="Nimbus Sans"/>
                <a:cs typeface="Nimbus Sans"/>
              </a:defRPr>
            </a:lvl2pPr>
            <a:lvl3pPr>
              <a:defRPr sz="2250" b="0" i="0">
                <a:solidFill>
                  <a:srgbClr val="193244"/>
                </a:solidFill>
                <a:latin typeface="Nimbus Sans"/>
                <a:ea typeface="Nimbus Sans"/>
                <a:cs typeface="Nimbus Sans"/>
              </a:defRPr>
            </a:lvl3pPr>
            <a:lvl4pPr>
              <a:defRPr sz="2250" b="0" i="0">
                <a:solidFill>
                  <a:srgbClr val="193244"/>
                </a:solidFill>
                <a:latin typeface="Nimbus Sans"/>
                <a:ea typeface="Nimbus Sans"/>
                <a:cs typeface="Nimbus Sans"/>
              </a:defRPr>
            </a:lvl4pPr>
            <a:lvl5pPr>
              <a:defRPr sz="2250" b="0" i="0">
                <a:solidFill>
                  <a:srgbClr val="193244"/>
                </a:solidFill>
                <a:latin typeface="Nimbus Sans"/>
                <a:ea typeface="Nimbus Sans"/>
                <a:cs typeface="Nimbus Sans"/>
              </a:defRPr>
            </a:lvl5pPr>
            <a:lvl6pPr>
              <a:defRPr sz="2250" b="0" i="0">
                <a:solidFill>
                  <a:srgbClr val="193244"/>
                </a:solidFill>
                <a:latin typeface="Nimbus Sans"/>
                <a:ea typeface="Nimbus Sans"/>
                <a:cs typeface="Nimbus Sans"/>
              </a:defRPr>
            </a:lvl6pPr>
            <a:lvl7pPr>
              <a:defRPr sz="2250" b="0" i="0">
                <a:solidFill>
                  <a:srgbClr val="193244"/>
                </a:solidFill>
                <a:latin typeface="Nimbus Sans"/>
                <a:ea typeface="Nimbus Sans"/>
                <a:cs typeface="Nimbus Sans"/>
              </a:defRPr>
            </a:lvl7pPr>
            <a:lvl8pPr>
              <a:defRPr sz="2250" b="0" i="0">
                <a:solidFill>
                  <a:srgbClr val="193244"/>
                </a:solidFill>
                <a:latin typeface="Nimbus Sans"/>
                <a:ea typeface="Nimbus Sans"/>
                <a:cs typeface="Nimbus Sans"/>
              </a:defRPr>
            </a:lvl8pPr>
            <a:lvl9pPr>
              <a:defRPr sz="2250" b="0" i="0">
                <a:solidFill>
                  <a:srgbClr val="193244"/>
                </a:solidFill>
                <a:latin typeface="Nimbus Sans"/>
                <a:ea typeface="Nimbus Sans"/>
                <a:cs typeface="Nimbus Sans"/>
              </a:defRPr>
            </a:lvl9pPr>
          </a:lstStyle>
          <a:p xmlns:a="http://schemas.openxmlformats.org/drawingml/2006/main">
            <a:pPr>
              <a:defRPr sz="2250" b="0" i="0">
                <a:solidFill>
                  <a:srgbClr val="193244"/>
                </a:solidFill>
                <a:latin typeface="Nimbus Sans"/>
                <a:ea typeface="Nimbus Sans"/>
                <a:cs typeface="Nimbus Sans"/>
              </a:defRPr>
            </a:pPr>
            <a:r>
              <a:rPr sz="2250" b="0" i="0">
                <a:solidFill>
                  <a:srgbClr val="193244"/>
                </a:solidFill>
                <a:latin typeface="Nimbus Sans"/>
                <a:ea typeface="Nimbus Sans"/>
                <a:cs typeface="Nimbus Sans"/>
              </a:rPr>
              <a:t>Tarefa: conectar get_rca ao agente.</a:t>
            </a:r>
          </a:p>
          <a:p xmlns:a="http://schemas.openxmlformats.org/drawingml/2006/main">
            <a:pPr>
              <a:defRPr sz="2250" b="0" i="0">
                <a:solidFill>
                  <a:srgbClr val="193244"/>
                </a:solidFill>
                <a:latin typeface="Nimbus Sans"/>
                <a:ea typeface="Nimbus Sans"/>
                <a:cs typeface="Nimbus Sans"/>
              </a:defRPr>
            </a:pPr>
            <a:r>
              <a:rPr sz="2250" b="0" i="0">
                <a:solidFill>
                  <a:srgbClr val="193244"/>
                </a:solidFill>
                <a:latin typeface="Nimbus Sans"/>
                <a:ea typeface="Nimbus Sans"/>
                <a:cs typeface="Nimbus Sans"/>
              </a:rPr>
              <a:t>Evidência: consulta o ID correto e preserva os dados retornados no cenário de validação.</a:t>
            </a:r>
          </a:p>
        </p:txBody>
      </p:sp>
      <p:sp>
        <p:nvSpPr>
          <p:cNvPr id="10" name="text-8">
            <a:extLst xmlns:a="http://schemas.openxmlformats.org/drawingml/2006/main">
              <a:ext uri="{FF2B5EF4-FFF2-40B4-BE49-F238E27FC236}">
                <a16:creationId xmlns:a16="http://schemas.microsoft.com/office/drawing/2014/main" id="{9C8C00C4-2195-4791-81BF-79375637BEA8}"/>
              </a:ext>
            </a:extLst>
          </p:cNvPr>
          <p:cNvSpPr>
            <a:spLocks xmlns:a="http://schemas.openxmlformats.org/drawingml/2006/main" noGrp="1"/>
          </p:cNvSpPr>
          <p:nvPr/>
        </p:nvSpPr>
        <p:spPr>
          <a:xfrm xmlns:a="http://schemas.openxmlformats.org/drawingml/2006/main">
            <a:off x="762000" y="5048250"/>
            <a:ext cx="6381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325" b="1" i="0">
                <a:solidFill>
                  <a:srgbClr val="193244"/>
                </a:solidFill>
                <a:latin typeface="Nimbus Mono PS"/>
                <a:ea typeface="Nimbus Mono PS"/>
                <a:cs typeface="Nimbus Mono PS"/>
              </a:defRPr>
            </a:defPPr>
            <a:lvl1pPr>
              <a:defRPr sz="2325" b="1" i="0">
                <a:solidFill>
                  <a:srgbClr val="193244"/>
                </a:solidFill>
                <a:latin typeface="Nimbus Mono PS"/>
                <a:ea typeface="Nimbus Mono PS"/>
                <a:cs typeface="Nimbus Mono PS"/>
              </a:defRPr>
            </a:lvl1pPr>
            <a:lvl2pPr>
              <a:defRPr sz="2325" b="1" i="0">
                <a:solidFill>
                  <a:srgbClr val="193244"/>
                </a:solidFill>
                <a:latin typeface="Nimbus Mono PS"/>
                <a:ea typeface="Nimbus Mono PS"/>
                <a:cs typeface="Nimbus Mono PS"/>
              </a:defRPr>
            </a:lvl2pPr>
            <a:lvl3pPr>
              <a:defRPr sz="2325" b="1" i="0">
                <a:solidFill>
                  <a:srgbClr val="193244"/>
                </a:solidFill>
                <a:latin typeface="Nimbus Mono PS"/>
                <a:ea typeface="Nimbus Mono PS"/>
                <a:cs typeface="Nimbus Mono PS"/>
              </a:defRPr>
            </a:lvl3pPr>
            <a:lvl4pPr>
              <a:defRPr sz="2325" b="1" i="0">
                <a:solidFill>
                  <a:srgbClr val="193244"/>
                </a:solidFill>
                <a:latin typeface="Nimbus Mono PS"/>
                <a:ea typeface="Nimbus Mono PS"/>
                <a:cs typeface="Nimbus Mono PS"/>
              </a:defRPr>
            </a:lvl4pPr>
            <a:lvl5pPr>
              <a:defRPr sz="2325" b="1" i="0">
                <a:solidFill>
                  <a:srgbClr val="193244"/>
                </a:solidFill>
                <a:latin typeface="Nimbus Mono PS"/>
                <a:ea typeface="Nimbus Mono PS"/>
                <a:cs typeface="Nimbus Mono PS"/>
              </a:defRPr>
            </a:lvl5pPr>
            <a:lvl6pPr>
              <a:defRPr sz="2325" b="1" i="0">
                <a:solidFill>
                  <a:srgbClr val="193244"/>
                </a:solidFill>
                <a:latin typeface="Nimbus Mono PS"/>
                <a:ea typeface="Nimbus Mono PS"/>
                <a:cs typeface="Nimbus Mono PS"/>
              </a:defRPr>
            </a:lvl6pPr>
            <a:lvl7pPr>
              <a:defRPr sz="2325" b="1" i="0">
                <a:solidFill>
                  <a:srgbClr val="193244"/>
                </a:solidFill>
                <a:latin typeface="Nimbus Mono PS"/>
                <a:ea typeface="Nimbus Mono PS"/>
                <a:cs typeface="Nimbus Mono PS"/>
              </a:defRPr>
            </a:lvl7pPr>
            <a:lvl8pPr>
              <a:defRPr sz="2325" b="1" i="0">
                <a:solidFill>
                  <a:srgbClr val="193244"/>
                </a:solidFill>
                <a:latin typeface="Nimbus Mono PS"/>
                <a:ea typeface="Nimbus Mono PS"/>
                <a:cs typeface="Nimbus Mono PS"/>
              </a:defRPr>
            </a:lvl8pPr>
            <a:lvl9pPr>
              <a:defRPr sz="2325" b="1" i="0">
                <a:solidFill>
                  <a:srgbClr val="193244"/>
                </a:solidFill>
                <a:latin typeface="Nimbus Mono PS"/>
                <a:ea typeface="Nimbus Mono PS"/>
                <a:cs typeface="Nimbus Mono PS"/>
              </a:defRPr>
            </a:lvl9pPr>
          </a:lstStyle>
          <a:p xmlns:a="http://schemas.openxmlformats.org/drawingml/2006/main">
            <a:pPr>
              <a:defRPr sz="2325" b="1" i="0">
                <a:solidFill>
                  <a:srgbClr val="193244"/>
                </a:solidFill>
                <a:latin typeface="Nimbus Mono PS"/>
                <a:ea typeface="Nimbus Mono PS"/>
                <a:cs typeface="Nimbus Mono PS"/>
              </a:defRPr>
            </a:pPr>
            <a:r>
              <a:rPr sz="2325" b="1" i="0">
                <a:solidFill>
                  <a:srgbClr val="193244"/>
                </a:solidFill>
                <a:latin typeface="Nimbus Mono PS"/>
                <a:ea typeface="Nimbus Mono PS"/>
                <a:cs typeface="Nimbus Mono PS"/>
              </a:rPr>
              <a:t>Correção de pipeline</a:t>
            </a:r>
          </a:p>
        </p:txBody>
      </p:sp>
      <p:sp>
        <p:nvSpPr>
          <p:cNvPr id="11" name="text-9">
            <a:extLst xmlns:a="http://schemas.openxmlformats.org/drawingml/2006/main">
              <a:ext uri="{FF2B5EF4-FFF2-40B4-BE49-F238E27FC236}">
                <a16:creationId xmlns:a16="http://schemas.microsoft.com/office/drawing/2014/main" id="{91A953CA-EDB7-4BA4-ADE0-D401E616F8A3}"/>
              </a:ext>
            </a:extLst>
          </p:cNvPr>
          <p:cNvSpPr>
            <a:spLocks xmlns:a="http://schemas.openxmlformats.org/drawingml/2006/main" noGrp="1"/>
          </p:cNvSpPr>
          <p:nvPr/>
        </p:nvSpPr>
        <p:spPr>
          <a:xfrm xmlns:a="http://schemas.openxmlformats.org/drawingml/2006/main">
            <a:off x="762000" y="5619750"/>
            <a:ext cx="638175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250" b="0" i="0">
                <a:solidFill>
                  <a:srgbClr val="193244"/>
                </a:solidFill>
                <a:latin typeface="Nimbus Sans"/>
                <a:ea typeface="Nimbus Sans"/>
                <a:cs typeface="Nimbus Sans"/>
              </a:defRPr>
            </a:defPPr>
            <a:lvl1pPr>
              <a:defRPr sz="2250" b="0" i="0">
                <a:solidFill>
                  <a:srgbClr val="193244"/>
                </a:solidFill>
                <a:latin typeface="Nimbus Sans"/>
                <a:ea typeface="Nimbus Sans"/>
                <a:cs typeface="Nimbus Sans"/>
              </a:defRPr>
            </a:lvl1pPr>
            <a:lvl2pPr>
              <a:defRPr sz="2250" b="0" i="0">
                <a:solidFill>
                  <a:srgbClr val="193244"/>
                </a:solidFill>
                <a:latin typeface="Nimbus Sans"/>
                <a:ea typeface="Nimbus Sans"/>
                <a:cs typeface="Nimbus Sans"/>
              </a:defRPr>
            </a:lvl2pPr>
            <a:lvl3pPr>
              <a:defRPr sz="2250" b="0" i="0">
                <a:solidFill>
                  <a:srgbClr val="193244"/>
                </a:solidFill>
                <a:latin typeface="Nimbus Sans"/>
                <a:ea typeface="Nimbus Sans"/>
                <a:cs typeface="Nimbus Sans"/>
              </a:defRPr>
            </a:lvl3pPr>
            <a:lvl4pPr>
              <a:defRPr sz="2250" b="0" i="0">
                <a:solidFill>
                  <a:srgbClr val="193244"/>
                </a:solidFill>
                <a:latin typeface="Nimbus Sans"/>
                <a:ea typeface="Nimbus Sans"/>
                <a:cs typeface="Nimbus Sans"/>
              </a:defRPr>
            </a:lvl4pPr>
            <a:lvl5pPr>
              <a:defRPr sz="2250" b="0" i="0">
                <a:solidFill>
                  <a:srgbClr val="193244"/>
                </a:solidFill>
                <a:latin typeface="Nimbus Sans"/>
                <a:ea typeface="Nimbus Sans"/>
                <a:cs typeface="Nimbus Sans"/>
              </a:defRPr>
            </a:lvl5pPr>
            <a:lvl6pPr>
              <a:defRPr sz="2250" b="0" i="0">
                <a:solidFill>
                  <a:srgbClr val="193244"/>
                </a:solidFill>
                <a:latin typeface="Nimbus Sans"/>
                <a:ea typeface="Nimbus Sans"/>
                <a:cs typeface="Nimbus Sans"/>
              </a:defRPr>
            </a:lvl6pPr>
            <a:lvl7pPr>
              <a:defRPr sz="2250" b="0" i="0">
                <a:solidFill>
                  <a:srgbClr val="193244"/>
                </a:solidFill>
                <a:latin typeface="Nimbus Sans"/>
                <a:ea typeface="Nimbus Sans"/>
                <a:cs typeface="Nimbus Sans"/>
              </a:defRPr>
            </a:lvl7pPr>
            <a:lvl8pPr>
              <a:defRPr sz="2250" b="0" i="0">
                <a:solidFill>
                  <a:srgbClr val="193244"/>
                </a:solidFill>
                <a:latin typeface="Nimbus Sans"/>
                <a:ea typeface="Nimbus Sans"/>
                <a:cs typeface="Nimbus Sans"/>
              </a:defRPr>
            </a:lvl8pPr>
            <a:lvl9pPr>
              <a:defRPr sz="2250" b="0" i="0">
                <a:solidFill>
                  <a:srgbClr val="193244"/>
                </a:solidFill>
                <a:latin typeface="Nimbus Sans"/>
                <a:ea typeface="Nimbus Sans"/>
                <a:cs typeface="Nimbus Sans"/>
              </a:defRPr>
            </a:lvl9pPr>
          </a:lstStyle>
          <a:p xmlns:a="http://schemas.openxmlformats.org/drawingml/2006/main">
            <a:pPr>
              <a:defRPr sz="2250" b="0" i="0">
                <a:solidFill>
                  <a:srgbClr val="193244"/>
                </a:solidFill>
                <a:latin typeface="Nimbus Sans"/>
                <a:ea typeface="Nimbus Sans"/>
                <a:cs typeface="Nimbus Sans"/>
              </a:defRPr>
            </a:pPr>
            <a:r>
              <a:rPr sz="2250" b="0" i="0">
                <a:solidFill>
                  <a:srgbClr val="193244"/>
                </a:solidFill>
                <a:latin typeface="Nimbus Sans"/>
                <a:ea typeface="Nimbus Sans"/>
                <a:cs typeface="Nimbus Sans"/>
              </a:rPr>
              <a:t>Tarefa: tratar parent_id ausente.</a:t>
            </a:r>
          </a:p>
          <a:p xmlns:a="http://schemas.openxmlformats.org/drawingml/2006/main">
            <a:pPr>
              <a:defRPr sz="2250" b="0" i="0">
                <a:solidFill>
                  <a:srgbClr val="193244"/>
                </a:solidFill>
                <a:latin typeface="Nimbus Sans"/>
                <a:ea typeface="Nimbus Sans"/>
                <a:cs typeface="Nimbus Sans"/>
              </a:defRPr>
            </a:pPr>
            <a:r>
              <a:rPr sz="2250" b="0" i="0">
                <a:solidFill>
                  <a:srgbClr val="193244"/>
                </a:solidFill>
                <a:latin typeface="Nimbus Sans"/>
                <a:ea typeface="Nimbus Sans"/>
                <a:cs typeface="Nimbus Sans"/>
              </a:rPr>
              <a:t>Evidência: a amostra reproduz o defeito e demonstra o comportamento esperado após a correção.</a:t>
            </a:r>
          </a:p>
        </p:txBody>
      </p:sp>
      <p:sp>
        <p:nvSpPr>
          <p:cNvPr id="12" name="text-10">
            <a:extLst xmlns:a="http://schemas.openxmlformats.org/drawingml/2006/main">
              <a:ext uri="{FF2B5EF4-FFF2-40B4-BE49-F238E27FC236}">
                <a16:creationId xmlns:a16="http://schemas.microsoft.com/office/drawing/2014/main" id="{B4C7198A-A43E-48E3-B9E5-BDAED4F1FFBE}"/>
              </a:ext>
            </a:extLst>
          </p:cNvPr>
          <p:cNvSpPr>
            <a:spLocks xmlns:a="http://schemas.openxmlformats.org/drawingml/2006/main" noGrp="1"/>
          </p:cNvSpPr>
          <p:nvPr/>
        </p:nvSpPr>
        <p:spPr>
          <a:xfrm xmlns:a="http://schemas.openxmlformats.org/drawingml/2006/main">
            <a:off x="8477250" y="5048250"/>
            <a:ext cx="6000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325" b="1" i="0">
                <a:solidFill>
                  <a:srgbClr val="193244"/>
                </a:solidFill>
                <a:latin typeface="Nimbus Mono PS"/>
                <a:ea typeface="Nimbus Mono PS"/>
                <a:cs typeface="Nimbus Mono PS"/>
              </a:defRPr>
            </a:defPPr>
            <a:lvl1pPr>
              <a:defRPr sz="2325" b="1" i="0">
                <a:solidFill>
                  <a:srgbClr val="193244"/>
                </a:solidFill>
                <a:latin typeface="Nimbus Mono PS"/>
                <a:ea typeface="Nimbus Mono PS"/>
                <a:cs typeface="Nimbus Mono PS"/>
              </a:defRPr>
            </a:lvl1pPr>
            <a:lvl2pPr>
              <a:defRPr sz="2325" b="1" i="0">
                <a:solidFill>
                  <a:srgbClr val="193244"/>
                </a:solidFill>
                <a:latin typeface="Nimbus Mono PS"/>
                <a:ea typeface="Nimbus Mono PS"/>
                <a:cs typeface="Nimbus Mono PS"/>
              </a:defRPr>
            </a:lvl2pPr>
            <a:lvl3pPr>
              <a:defRPr sz="2325" b="1" i="0">
                <a:solidFill>
                  <a:srgbClr val="193244"/>
                </a:solidFill>
                <a:latin typeface="Nimbus Mono PS"/>
                <a:ea typeface="Nimbus Mono PS"/>
                <a:cs typeface="Nimbus Mono PS"/>
              </a:defRPr>
            </a:lvl3pPr>
            <a:lvl4pPr>
              <a:defRPr sz="2325" b="1" i="0">
                <a:solidFill>
                  <a:srgbClr val="193244"/>
                </a:solidFill>
                <a:latin typeface="Nimbus Mono PS"/>
                <a:ea typeface="Nimbus Mono PS"/>
                <a:cs typeface="Nimbus Mono PS"/>
              </a:defRPr>
            </a:lvl4pPr>
            <a:lvl5pPr>
              <a:defRPr sz="2325" b="1" i="0">
                <a:solidFill>
                  <a:srgbClr val="193244"/>
                </a:solidFill>
                <a:latin typeface="Nimbus Mono PS"/>
                <a:ea typeface="Nimbus Mono PS"/>
                <a:cs typeface="Nimbus Mono PS"/>
              </a:defRPr>
            </a:lvl5pPr>
            <a:lvl6pPr>
              <a:defRPr sz="2325" b="1" i="0">
                <a:solidFill>
                  <a:srgbClr val="193244"/>
                </a:solidFill>
                <a:latin typeface="Nimbus Mono PS"/>
                <a:ea typeface="Nimbus Mono PS"/>
                <a:cs typeface="Nimbus Mono PS"/>
              </a:defRPr>
            </a:lvl6pPr>
            <a:lvl7pPr>
              <a:defRPr sz="2325" b="1" i="0">
                <a:solidFill>
                  <a:srgbClr val="193244"/>
                </a:solidFill>
                <a:latin typeface="Nimbus Mono PS"/>
                <a:ea typeface="Nimbus Mono PS"/>
                <a:cs typeface="Nimbus Mono PS"/>
              </a:defRPr>
            </a:lvl7pPr>
            <a:lvl8pPr>
              <a:defRPr sz="2325" b="1" i="0">
                <a:solidFill>
                  <a:srgbClr val="193244"/>
                </a:solidFill>
                <a:latin typeface="Nimbus Mono PS"/>
                <a:ea typeface="Nimbus Mono PS"/>
                <a:cs typeface="Nimbus Mono PS"/>
              </a:defRPr>
            </a:lvl8pPr>
            <a:lvl9pPr>
              <a:defRPr sz="2325" b="1" i="0">
                <a:solidFill>
                  <a:srgbClr val="193244"/>
                </a:solidFill>
                <a:latin typeface="Nimbus Mono PS"/>
                <a:ea typeface="Nimbus Mono PS"/>
                <a:cs typeface="Nimbus Mono PS"/>
              </a:defRPr>
            </a:lvl9pPr>
          </a:lstStyle>
          <a:p xmlns:a="http://schemas.openxmlformats.org/drawingml/2006/main">
            <a:pPr>
              <a:defRPr sz="2325" b="1" i="0">
                <a:solidFill>
                  <a:srgbClr val="193244"/>
                </a:solidFill>
                <a:latin typeface="Nimbus Mono PS"/>
                <a:ea typeface="Nimbus Mono PS"/>
                <a:cs typeface="Nimbus Mono PS"/>
              </a:defRPr>
            </a:pPr>
            <a:r>
              <a:rPr sz="2325" b="1" i="0">
                <a:solidFill>
                  <a:srgbClr val="193244"/>
                </a:solidFill>
                <a:latin typeface="Nimbus Mono PS"/>
                <a:ea typeface="Nimbus Mono PS"/>
                <a:cs typeface="Nimbus Mono PS"/>
              </a:rPr>
              <a:t>Evolução de RCA</a:t>
            </a:r>
          </a:p>
        </p:txBody>
      </p:sp>
      <p:sp>
        <p:nvSpPr>
          <p:cNvPr id="13" name="text-11">
            <a:extLst xmlns:a="http://schemas.openxmlformats.org/drawingml/2006/main">
              <a:ext uri="{FF2B5EF4-FFF2-40B4-BE49-F238E27FC236}">
                <a16:creationId xmlns:a16="http://schemas.microsoft.com/office/drawing/2014/main" id="{F5345772-E121-429C-8CBB-356A0A856908}"/>
              </a:ext>
            </a:extLst>
          </p:cNvPr>
          <p:cNvSpPr>
            <a:spLocks xmlns:a="http://schemas.openxmlformats.org/drawingml/2006/main" noGrp="1"/>
          </p:cNvSpPr>
          <p:nvPr/>
        </p:nvSpPr>
        <p:spPr>
          <a:xfrm xmlns:a="http://schemas.openxmlformats.org/drawingml/2006/main">
            <a:off x="8477250" y="5619750"/>
            <a:ext cx="600075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250" b="0" i="0">
                <a:solidFill>
                  <a:srgbClr val="193244"/>
                </a:solidFill>
                <a:latin typeface="Nimbus Sans"/>
                <a:ea typeface="Nimbus Sans"/>
                <a:cs typeface="Nimbus Sans"/>
              </a:defRPr>
            </a:defPPr>
            <a:lvl1pPr>
              <a:defRPr sz="2250" b="0" i="0">
                <a:solidFill>
                  <a:srgbClr val="193244"/>
                </a:solidFill>
                <a:latin typeface="Nimbus Sans"/>
                <a:ea typeface="Nimbus Sans"/>
                <a:cs typeface="Nimbus Sans"/>
              </a:defRPr>
            </a:lvl1pPr>
            <a:lvl2pPr>
              <a:defRPr sz="2250" b="0" i="0">
                <a:solidFill>
                  <a:srgbClr val="193244"/>
                </a:solidFill>
                <a:latin typeface="Nimbus Sans"/>
                <a:ea typeface="Nimbus Sans"/>
                <a:cs typeface="Nimbus Sans"/>
              </a:defRPr>
            </a:lvl2pPr>
            <a:lvl3pPr>
              <a:defRPr sz="2250" b="0" i="0">
                <a:solidFill>
                  <a:srgbClr val="193244"/>
                </a:solidFill>
                <a:latin typeface="Nimbus Sans"/>
                <a:ea typeface="Nimbus Sans"/>
                <a:cs typeface="Nimbus Sans"/>
              </a:defRPr>
            </a:lvl3pPr>
            <a:lvl4pPr>
              <a:defRPr sz="2250" b="0" i="0">
                <a:solidFill>
                  <a:srgbClr val="193244"/>
                </a:solidFill>
                <a:latin typeface="Nimbus Sans"/>
                <a:ea typeface="Nimbus Sans"/>
                <a:cs typeface="Nimbus Sans"/>
              </a:defRPr>
            </a:lvl4pPr>
            <a:lvl5pPr>
              <a:defRPr sz="2250" b="0" i="0">
                <a:solidFill>
                  <a:srgbClr val="193244"/>
                </a:solidFill>
                <a:latin typeface="Nimbus Sans"/>
                <a:ea typeface="Nimbus Sans"/>
                <a:cs typeface="Nimbus Sans"/>
              </a:defRPr>
            </a:lvl5pPr>
            <a:lvl6pPr>
              <a:defRPr sz="2250" b="0" i="0">
                <a:solidFill>
                  <a:srgbClr val="193244"/>
                </a:solidFill>
                <a:latin typeface="Nimbus Sans"/>
                <a:ea typeface="Nimbus Sans"/>
                <a:cs typeface="Nimbus Sans"/>
              </a:defRPr>
            </a:lvl6pPr>
            <a:lvl7pPr>
              <a:defRPr sz="2250" b="0" i="0">
                <a:solidFill>
                  <a:srgbClr val="193244"/>
                </a:solidFill>
                <a:latin typeface="Nimbus Sans"/>
                <a:ea typeface="Nimbus Sans"/>
                <a:cs typeface="Nimbus Sans"/>
              </a:defRPr>
            </a:lvl7pPr>
            <a:lvl8pPr>
              <a:defRPr sz="2250" b="0" i="0">
                <a:solidFill>
                  <a:srgbClr val="193244"/>
                </a:solidFill>
                <a:latin typeface="Nimbus Sans"/>
                <a:ea typeface="Nimbus Sans"/>
                <a:cs typeface="Nimbus Sans"/>
              </a:defRPr>
            </a:lvl8pPr>
            <a:lvl9pPr>
              <a:defRPr sz="2250" b="0" i="0">
                <a:solidFill>
                  <a:srgbClr val="193244"/>
                </a:solidFill>
                <a:latin typeface="Nimbus Sans"/>
                <a:ea typeface="Nimbus Sans"/>
                <a:cs typeface="Nimbus Sans"/>
              </a:defRPr>
            </a:lvl9pPr>
          </a:lstStyle>
          <a:p xmlns:a="http://schemas.openxmlformats.org/drawingml/2006/main">
            <a:pPr>
              <a:defRPr sz="2250" b="0" i="0">
                <a:solidFill>
                  <a:srgbClr val="193244"/>
                </a:solidFill>
                <a:latin typeface="Nimbus Sans"/>
                <a:ea typeface="Nimbus Sans"/>
                <a:cs typeface="Nimbus Sans"/>
              </a:defRPr>
            </a:pPr>
            <a:r>
              <a:rPr sz="2250" b="0" i="0">
                <a:solidFill>
                  <a:srgbClr val="193244"/>
                </a:solidFill>
                <a:latin typeface="Nimbus Sans"/>
                <a:ea typeface="Nimbus Sans"/>
                <a:cs typeface="Nimbus Sans"/>
              </a:rPr>
              <a:t>Tarefa: adicionar uma estatística ao ranking.</a:t>
            </a:r>
          </a:p>
          <a:p xmlns:a="http://schemas.openxmlformats.org/drawingml/2006/main">
            <a:pPr>
              <a:defRPr sz="2250" b="0" i="0">
                <a:solidFill>
                  <a:srgbClr val="193244"/>
                </a:solidFill>
                <a:latin typeface="Nimbus Sans"/>
                <a:ea typeface="Nimbus Sans"/>
                <a:cs typeface="Nimbus Sans"/>
              </a:defRPr>
            </a:pPr>
            <a:r>
              <a:rPr sz="2250" b="0" i="0">
                <a:solidFill>
                  <a:srgbClr val="193244"/>
                </a:solidFill>
                <a:latin typeface="Nimbus Sans"/>
                <a:ea typeface="Nimbus Sans"/>
                <a:cs typeface="Nimbus Sans"/>
              </a:rPr>
              <a:t>Evidência: conferir o valor em amostra conhecida e preservar a ordenação acordada.</a:t>
            </a:r>
          </a:p>
        </p:txBody>
      </p:sp>
      <p:sp>
        <p:nvSpPr>
          <p:cNvPr id="14" name="text-12">
            <a:extLst xmlns:a="http://schemas.openxmlformats.org/drawingml/2006/main">
              <a:ext uri="{FF2B5EF4-FFF2-40B4-BE49-F238E27FC236}">
                <a16:creationId xmlns:a16="http://schemas.microsoft.com/office/drawing/2014/main" id="{2E87DECD-CEC8-4C55-BCCA-49AD7B19CF8F}"/>
              </a:ext>
            </a:extLst>
          </p:cNvPr>
          <p:cNvSpPr>
            <a:spLocks xmlns:a="http://schemas.openxmlformats.org/drawingml/2006/main" noGrp="1"/>
          </p:cNvSpPr>
          <p:nvPr/>
        </p:nvSpPr>
        <p:spPr>
          <a:xfrm xmlns:a="http://schemas.openxmlformats.org/drawingml/2006/main">
            <a:off x="781050" y="7534275"/>
            <a:ext cx="13620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1" i="0">
                <a:solidFill>
                  <a:srgbClr val="B9502E"/>
                </a:solidFill>
                <a:latin typeface="Nimbus Sans"/>
                <a:ea typeface="Nimbus Sans"/>
                <a:cs typeface="Nimbus Sans"/>
              </a:defRPr>
            </a:defPPr>
            <a:lvl1pPr>
              <a:defRPr sz="2025" b="1" i="0">
                <a:solidFill>
                  <a:srgbClr val="B9502E"/>
                </a:solidFill>
                <a:latin typeface="Nimbus Sans"/>
                <a:ea typeface="Nimbus Sans"/>
                <a:cs typeface="Nimbus Sans"/>
              </a:defRPr>
            </a:lvl1pPr>
            <a:lvl2pPr>
              <a:defRPr sz="2025" b="1" i="0">
                <a:solidFill>
                  <a:srgbClr val="B9502E"/>
                </a:solidFill>
                <a:latin typeface="Nimbus Sans"/>
                <a:ea typeface="Nimbus Sans"/>
                <a:cs typeface="Nimbus Sans"/>
              </a:defRPr>
            </a:lvl2pPr>
            <a:lvl3pPr>
              <a:defRPr sz="2025" b="1" i="0">
                <a:solidFill>
                  <a:srgbClr val="B9502E"/>
                </a:solidFill>
                <a:latin typeface="Nimbus Sans"/>
                <a:ea typeface="Nimbus Sans"/>
                <a:cs typeface="Nimbus Sans"/>
              </a:defRPr>
            </a:lvl3pPr>
            <a:lvl4pPr>
              <a:defRPr sz="2025" b="1" i="0">
                <a:solidFill>
                  <a:srgbClr val="B9502E"/>
                </a:solidFill>
                <a:latin typeface="Nimbus Sans"/>
                <a:ea typeface="Nimbus Sans"/>
                <a:cs typeface="Nimbus Sans"/>
              </a:defRPr>
            </a:lvl4pPr>
            <a:lvl5pPr>
              <a:defRPr sz="2025" b="1" i="0">
                <a:solidFill>
                  <a:srgbClr val="B9502E"/>
                </a:solidFill>
                <a:latin typeface="Nimbus Sans"/>
                <a:ea typeface="Nimbus Sans"/>
                <a:cs typeface="Nimbus Sans"/>
              </a:defRPr>
            </a:lvl5pPr>
            <a:lvl6pPr>
              <a:defRPr sz="2025" b="1" i="0">
                <a:solidFill>
                  <a:srgbClr val="B9502E"/>
                </a:solidFill>
                <a:latin typeface="Nimbus Sans"/>
                <a:ea typeface="Nimbus Sans"/>
                <a:cs typeface="Nimbus Sans"/>
              </a:defRPr>
            </a:lvl6pPr>
            <a:lvl7pPr>
              <a:defRPr sz="2025" b="1" i="0">
                <a:solidFill>
                  <a:srgbClr val="B9502E"/>
                </a:solidFill>
                <a:latin typeface="Nimbus Sans"/>
                <a:ea typeface="Nimbus Sans"/>
                <a:cs typeface="Nimbus Sans"/>
              </a:defRPr>
            </a:lvl7pPr>
            <a:lvl8pPr>
              <a:defRPr sz="2025" b="1" i="0">
                <a:solidFill>
                  <a:srgbClr val="B9502E"/>
                </a:solidFill>
                <a:latin typeface="Nimbus Sans"/>
                <a:ea typeface="Nimbus Sans"/>
                <a:cs typeface="Nimbus Sans"/>
              </a:defRPr>
            </a:lvl8pPr>
            <a:lvl9pPr>
              <a:defRPr sz="2025" b="1" i="0">
                <a:solidFill>
                  <a:srgbClr val="B9502E"/>
                </a:solidFill>
                <a:latin typeface="Nimbus Sans"/>
                <a:ea typeface="Nimbus Sans"/>
                <a:cs typeface="Nimbus Sans"/>
              </a:defRPr>
            </a:lvl9pPr>
          </a:lstStyle>
          <a:p xmlns:a="http://schemas.openxmlformats.org/drawingml/2006/main">
            <a:pPr>
              <a:defRPr sz="2025" b="1" i="0">
                <a:solidFill>
                  <a:srgbClr val="B9502E"/>
                </a:solidFill>
                <a:latin typeface="Nimbus Sans"/>
                <a:ea typeface="Nimbus Sans"/>
                <a:cs typeface="Nimbus Sans"/>
              </a:defRPr>
            </a:pPr>
            <a:r>
              <a:rPr sz="2025" b="1" i="0">
                <a:solidFill>
                  <a:srgbClr val="B9502E"/>
                </a:solidFill>
                <a:latin typeface="Nimbus Sans"/>
                <a:ea typeface="Nimbus Sans"/>
                <a:cs typeface="Nimbus Sans"/>
              </a:rPr>
              <a:t>O método organiza o trabalho. O profissional escolhe os métodos e critérios técnicos.</a:t>
            </a:r>
          </a:p>
        </p:txBody>
      </p:sp>
    </p:spTree>
    <p:extLst>
      <p:ext uri="{BB962C8B-B14F-4D97-AF65-F5344CB8AC3E}">
        <p14:creationId xmlns:p14="http://schemas.microsoft.com/office/powerpoint/2010/main" val="2069982889"/>
      </p:ext>
    </p:extLst>
  </p:cSld>
</p:sld>
</file>

<file path=ppt/slides/slide13.xml><?xml version="1.0" encoding="utf-8"?>
<p:sld xmlns:p="http://schemas.openxmlformats.org/presentationml/2006/main">
  <p:cSld>
    <p:bg>
      <p:bgPr>
        <a:solidFill xmlns:a="http://schemas.openxmlformats.org/drawingml/2006/main">
          <a:srgbClr val="FCFAF5"/>
        </a:solidFill>
      </p:bgPr>
    </p:bg>
    <p:spTree>
      <p:nvGrpSpPr>
        <p:cNvPr id="1" name=""/>
        <p:cNvGrpSpPr/>
        <p:nvPr/>
      </p:nvGrpSpPr>
      <p:grpSpPr>
        <a:xfrm xmlns:a="http://schemas.openxmlformats.org/drawingml/2006/main"/>
      </p:grpSpPr>
      <p:pic>
        <p:nvPicPr>
          <p:cNvPr id="18" name="">
            <a:extLst xmlns:a="http://schemas.openxmlformats.org/drawingml/2006/main">
              <a:ext uri="{FF2B5EF4-FFF2-40B4-BE49-F238E27FC236}">
                <a16:creationId xmlns:a16="http://schemas.microsoft.com/office/drawing/2014/main" id="{A533A166-7FFE-4FEC-8943-869769FF48CE}"/>
              </a:ext>
            </a:extLst>
          </p:cNvPr>
          <p:cNvPicPr>
            <a:picLocks xmlns:a="http://schemas.openxmlformats.org/drawingml/2006/main" noChangeAspect="1"/>
          </p:cNvPicPr>
          <p:nvPr/>
        </p:nvPicPr>
        <p:blipFill>
          <a:blip xmlns:r="http://schemas.openxmlformats.org/officeDocument/2006/relationships" xmlns:a="http://schemas.openxmlformats.org/drawingml/2006/main" r:embed="R57dfffd391d64cbb"/>
          <a:srcRect xmlns:a="http://schemas.openxmlformats.org/drawingml/2006/main" l="0" t="27" r="0" b="27"/>
          <a:stretch xmlns:a="http://schemas.openxmlformats.org/drawingml/2006/main">
            <a:fillRect l="0" t="0" r="0" b="0"/>
          </a:stretch>
        </p:blipFill>
        <p:spPr>
          <a:xfrm xmlns:a="http://schemas.openxmlformats.org/drawingml/2006/main">
            <a:off x="0" y="0"/>
            <a:ext cx="15240000" cy="8572500"/>
          </a:xfrm>
          <a:prstGeom xmlns:a="http://schemas.openxmlformats.org/drawingml/2006/main" prst="rect">
            <a:avLst/>
          </a:prstGeom>
        </p:spPr>
      </p:pic>
      <p:sp>
        <p:nvSpPr>
          <p:cNvPr id="2" name="text-0">
            <a:extLst xmlns:a="http://schemas.openxmlformats.org/drawingml/2006/main">
              <a:ext uri="{FF2B5EF4-FFF2-40B4-BE49-F238E27FC236}">
                <a16:creationId xmlns:a16="http://schemas.microsoft.com/office/drawing/2014/main" id="{1703F627-9759-406B-AD2F-1E12F24C778F}"/>
              </a:ext>
            </a:extLst>
          </p:cNvPr>
          <p:cNvSpPr>
            <a:spLocks xmlns:a="http://schemas.openxmlformats.org/drawingml/2006/main" noGrp="1"/>
          </p:cNvSpPr>
          <p:nvPr/>
        </p:nvSpPr>
        <p:spPr>
          <a:xfrm xmlns:a="http://schemas.openxmlformats.org/drawingml/2006/main">
            <a:off x="723900" y="523875"/>
            <a:ext cx="137922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75" b="1" i="0">
                <a:solidFill>
                  <a:srgbClr val="193244"/>
                </a:solidFill>
                <a:latin typeface="Nimbus Mono PS"/>
                <a:ea typeface="Nimbus Mono PS"/>
                <a:cs typeface="Nimbus Mono PS"/>
              </a:defRPr>
            </a:defPPr>
            <a:lvl1pPr>
              <a:defRPr sz="3375" b="1" i="0">
                <a:solidFill>
                  <a:srgbClr val="193244"/>
                </a:solidFill>
                <a:latin typeface="Nimbus Mono PS"/>
                <a:ea typeface="Nimbus Mono PS"/>
                <a:cs typeface="Nimbus Mono PS"/>
              </a:defRPr>
            </a:lvl1pPr>
            <a:lvl2pPr>
              <a:defRPr sz="3375" b="1" i="0">
                <a:solidFill>
                  <a:srgbClr val="193244"/>
                </a:solidFill>
                <a:latin typeface="Nimbus Mono PS"/>
                <a:ea typeface="Nimbus Mono PS"/>
                <a:cs typeface="Nimbus Mono PS"/>
              </a:defRPr>
            </a:lvl2pPr>
            <a:lvl3pPr>
              <a:defRPr sz="3375" b="1" i="0">
                <a:solidFill>
                  <a:srgbClr val="193244"/>
                </a:solidFill>
                <a:latin typeface="Nimbus Mono PS"/>
                <a:ea typeface="Nimbus Mono PS"/>
                <a:cs typeface="Nimbus Mono PS"/>
              </a:defRPr>
            </a:lvl3pPr>
            <a:lvl4pPr>
              <a:defRPr sz="3375" b="1" i="0">
                <a:solidFill>
                  <a:srgbClr val="193244"/>
                </a:solidFill>
                <a:latin typeface="Nimbus Mono PS"/>
                <a:ea typeface="Nimbus Mono PS"/>
                <a:cs typeface="Nimbus Mono PS"/>
              </a:defRPr>
            </a:lvl4pPr>
            <a:lvl5pPr>
              <a:defRPr sz="3375" b="1" i="0">
                <a:solidFill>
                  <a:srgbClr val="193244"/>
                </a:solidFill>
                <a:latin typeface="Nimbus Mono PS"/>
                <a:ea typeface="Nimbus Mono PS"/>
                <a:cs typeface="Nimbus Mono PS"/>
              </a:defRPr>
            </a:lvl5pPr>
            <a:lvl6pPr>
              <a:defRPr sz="3375" b="1" i="0">
                <a:solidFill>
                  <a:srgbClr val="193244"/>
                </a:solidFill>
                <a:latin typeface="Nimbus Mono PS"/>
                <a:ea typeface="Nimbus Mono PS"/>
                <a:cs typeface="Nimbus Mono PS"/>
              </a:defRPr>
            </a:lvl6pPr>
            <a:lvl7pPr>
              <a:defRPr sz="3375" b="1" i="0">
                <a:solidFill>
                  <a:srgbClr val="193244"/>
                </a:solidFill>
                <a:latin typeface="Nimbus Mono PS"/>
                <a:ea typeface="Nimbus Mono PS"/>
                <a:cs typeface="Nimbus Mono PS"/>
              </a:defRPr>
            </a:lvl7pPr>
            <a:lvl8pPr>
              <a:defRPr sz="3375" b="1" i="0">
                <a:solidFill>
                  <a:srgbClr val="193244"/>
                </a:solidFill>
                <a:latin typeface="Nimbus Mono PS"/>
                <a:ea typeface="Nimbus Mono PS"/>
                <a:cs typeface="Nimbus Mono PS"/>
              </a:defRPr>
            </a:lvl8pPr>
            <a:lvl9pPr>
              <a:defRPr sz="3375" b="1" i="0">
                <a:solidFill>
                  <a:srgbClr val="193244"/>
                </a:solidFill>
                <a:latin typeface="Nimbus Mono PS"/>
                <a:ea typeface="Nimbus Mono PS"/>
                <a:cs typeface="Nimbus Mono PS"/>
              </a:defRPr>
            </a:lvl9pPr>
          </a:lstStyle>
          <a:p xmlns:a="http://schemas.openxmlformats.org/drawingml/2006/main">
            <a:pPr>
              <a:defRPr sz="3375" b="1" i="0">
                <a:solidFill>
                  <a:srgbClr val="193244"/>
                </a:solidFill>
                <a:latin typeface="Nimbus Mono PS"/>
                <a:ea typeface="Nimbus Mono PS"/>
                <a:cs typeface="Nimbus Mono PS"/>
              </a:defRPr>
            </a:pPr>
            <a:r>
              <a:rPr sz="3375" b="1" i="0">
                <a:solidFill>
                  <a:srgbClr val="193244"/>
                </a:solidFill>
                <a:latin typeface="Nimbus Mono PS"/>
                <a:ea typeface="Nimbus Mono PS"/>
                <a:cs typeface="Nimbus Mono PS"/>
              </a:rPr>
              <a:t>Estrutura dos projetos Python</a:t>
            </a:r>
          </a:p>
        </p:txBody>
      </p:sp>
      <p:sp>
        <p:nvSpPr>
          <p:cNvPr id="3" name="text-1">
            <a:extLst xmlns:a="http://schemas.openxmlformats.org/drawingml/2006/main">
              <a:ext uri="{FF2B5EF4-FFF2-40B4-BE49-F238E27FC236}">
                <a16:creationId xmlns:a16="http://schemas.microsoft.com/office/drawing/2014/main" id="{C7E2E6E8-E6CE-4961-93B4-432C5CD7EF47}"/>
              </a:ext>
            </a:extLst>
          </p:cNvPr>
          <p:cNvSpPr>
            <a:spLocks xmlns:a="http://schemas.openxmlformats.org/drawingml/2006/main" noGrp="1"/>
          </p:cNvSpPr>
          <p:nvPr/>
        </p:nvSpPr>
        <p:spPr>
          <a:xfrm xmlns:a="http://schemas.openxmlformats.org/drawingml/2006/main">
            <a:off x="742950" y="1428750"/>
            <a:ext cx="13620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0" i="0">
                <a:solidFill>
                  <a:srgbClr val="54656D"/>
                </a:solidFill>
                <a:latin typeface="Nimbus Sans"/>
                <a:ea typeface="Nimbus Sans"/>
                <a:cs typeface="Nimbus Sans"/>
              </a:defRPr>
            </a:defPPr>
            <a:lvl1pPr>
              <a:defRPr sz="2025" b="0" i="0">
                <a:solidFill>
                  <a:srgbClr val="54656D"/>
                </a:solidFill>
                <a:latin typeface="Nimbus Sans"/>
                <a:ea typeface="Nimbus Sans"/>
                <a:cs typeface="Nimbus Sans"/>
              </a:defRPr>
            </a:lvl1pPr>
            <a:lvl2pPr>
              <a:defRPr sz="2025" b="0" i="0">
                <a:solidFill>
                  <a:srgbClr val="54656D"/>
                </a:solidFill>
                <a:latin typeface="Nimbus Sans"/>
                <a:ea typeface="Nimbus Sans"/>
                <a:cs typeface="Nimbus Sans"/>
              </a:defRPr>
            </a:lvl2pPr>
            <a:lvl3pPr>
              <a:defRPr sz="2025" b="0" i="0">
                <a:solidFill>
                  <a:srgbClr val="54656D"/>
                </a:solidFill>
                <a:latin typeface="Nimbus Sans"/>
                <a:ea typeface="Nimbus Sans"/>
                <a:cs typeface="Nimbus Sans"/>
              </a:defRPr>
            </a:lvl3pPr>
            <a:lvl4pPr>
              <a:defRPr sz="2025" b="0" i="0">
                <a:solidFill>
                  <a:srgbClr val="54656D"/>
                </a:solidFill>
                <a:latin typeface="Nimbus Sans"/>
                <a:ea typeface="Nimbus Sans"/>
                <a:cs typeface="Nimbus Sans"/>
              </a:defRPr>
            </a:lvl4pPr>
            <a:lvl5pPr>
              <a:defRPr sz="2025" b="0" i="0">
                <a:solidFill>
                  <a:srgbClr val="54656D"/>
                </a:solidFill>
                <a:latin typeface="Nimbus Sans"/>
                <a:ea typeface="Nimbus Sans"/>
                <a:cs typeface="Nimbus Sans"/>
              </a:defRPr>
            </a:lvl5pPr>
            <a:lvl6pPr>
              <a:defRPr sz="2025" b="0" i="0">
                <a:solidFill>
                  <a:srgbClr val="54656D"/>
                </a:solidFill>
                <a:latin typeface="Nimbus Sans"/>
                <a:ea typeface="Nimbus Sans"/>
                <a:cs typeface="Nimbus Sans"/>
              </a:defRPr>
            </a:lvl6pPr>
            <a:lvl7pPr>
              <a:defRPr sz="2025" b="0" i="0">
                <a:solidFill>
                  <a:srgbClr val="54656D"/>
                </a:solidFill>
                <a:latin typeface="Nimbus Sans"/>
                <a:ea typeface="Nimbus Sans"/>
                <a:cs typeface="Nimbus Sans"/>
              </a:defRPr>
            </a:lvl7pPr>
            <a:lvl8pPr>
              <a:defRPr sz="2025" b="0" i="0">
                <a:solidFill>
                  <a:srgbClr val="54656D"/>
                </a:solidFill>
                <a:latin typeface="Nimbus Sans"/>
                <a:ea typeface="Nimbus Sans"/>
                <a:cs typeface="Nimbus Sans"/>
              </a:defRPr>
            </a:lvl8pPr>
            <a:lvl9pPr>
              <a:defRPr sz="2025" b="0" i="0">
                <a:solidFill>
                  <a:srgbClr val="54656D"/>
                </a:solidFill>
                <a:latin typeface="Nimbus Sans"/>
                <a:ea typeface="Nimbus Sans"/>
                <a:cs typeface="Nimbus Sans"/>
              </a:defRPr>
            </a:lvl9pPr>
          </a:lstStyle>
          <a:p xmlns:a="http://schemas.openxmlformats.org/drawingml/2006/main">
            <a:pPr>
              <a:defRPr sz="2025" b="0" i="0">
                <a:solidFill>
                  <a:srgbClr val="54656D"/>
                </a:solidFill>
                <a:latin typeface="Nimbus Sans"/>
                <a:ea typeface="Nimbus Sans"/>
                <a:cs typeface="Nimbus Sans"/>
              </a:defRPr>
            </a:pPr>
            <a:r>
              <a:rPr sz="2025" b="0" i="0">
                <a:solidFill>
                  <a:srgbClr val="54656D"/>
                </a:solidFill>
                <a:latin typeface="Nimbus Sans"/>
                <a:ea typeface="Nimbus Sans"/>
                <a:cs typeface="Nimbus Sans"/>
              </a:rPr>
              <a:t>Uma implementação compartilhada pelo fluxo completo e pela inspeção das etapas.</a:t>
            </a:r>
          </a:p>
        </p:txBody>
      </p:sp>
      <p:sp>
        <p:nvSpPr>
          <p:cNvPr id="4" name="text-2">
            <a:extLst xmlns:a="http://schemas.openxmlformats.org/drawingml/2006/main">
              <a:ext uri="{FF2B5EF4-FFF2-40B4-BE49-F238E27FC236}">
                <a16:creationId xmlns:a16="http://schemas.microsoft.com/office/drawing/2014/main" id="{70564E94-2E3C-41E9-8D01-2714536B669C}"/>
              </a:ext>
            </a:extLst>
          </p:cNvPr>
          <p:cNvSpPr>
            <a:spLocks xmlns:a="http://schemas.openxmlformats.org/drawingml/2006/main" noGrp="1"/>
          </p:cNvSpPr>
          <p:nvPr/>
        </p:nvSpPr>
        <p:spPr>
          <a:xfrm xmlns:a="http://schemas.openxmlformats.org/drawingml/2006/main">
            <a:off x="742950" y="8096250"/>
            <a:ext cx="12573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00" b="0" i="0">
                <a:solidFill>
                  <a:srgbClr val="54656D"/>
                </a:solidFill>
                <a:latin typeface="Nimbus Mono PS"/>
                <a:ea typeface="Nimbus Mono PS"/>
                <a:cs typeface="Nimbus Mono PS"/>
              </a:defRPr>
            </a:defPPr>
            <a:lvl1pPr>
              <a:defRPr sz="1200" b="0" i="0">
                <a:solidFill>
                  <a:srgbClr val="54656D"/>
                </a:solidFill>
                <a:latin typeface="Nimbus Mono PS"/>
                <a:ea typeface="Nimbus Mono PS"/>
                <a:cs typeface="Nimbus Mono PS"/>
              </a:defRPr>
            </a:lvl1pPr>
            <a:lvl2pPr>
              <a:defRPr sz="1200" b="0" i="0">
                <a:solidFill>
                  <a:srgbClr val="54656D"/>
                </a:solidFill>
                <a:latin typeface="Nimbus Mono PS"/>
                <a:ea typeface="Nimbus Mono PS"/>
                <a:cs typeface="Nimbus Mono PS"/>
              </a:defRPr>
            </a:lvl2pPr>
            <a:lvl3pPr>
              <a:defRPr sz="1200" b="0" i="0">
                <a:solidFill>
                  <a:srgbClr val="54656D"/>
                </a:solidFill>
                <a:latin typeface="Nimbus Mono PS"/>
                <a:ea typeface="Nimbus Mono PS"/>
                <a:cs typeface="Nimbus Mono PS"/>
              </a:defRPr>
            </a:lvl3pPr>
            <a:lvl4pPr>
              <a:defRPr sz="1200" b="0" i="0">
                <a:solidFill>
                  <a:srgbClr val="54656D"/>
                </a:solidFill>
                <a:latin typeface="Nimbus Mono PS"/>
                <a:ea typeface="Nimbus Mono PS"/>
                <a:cs typeface="Nimbus Mono PS"/>
              </a:defRPr>
            </a:lvl4pPr>
            <a:lvl5pPr>
              <a:defRPr sz="1200" b="0" i="0">
                <a:solidFill>
                  <a:srgbClr val="54656D"/>
                </a:solidFill>
                <a:latin typeface="Nimbus Mono PS"/>
                <a:ea typeface="Nimbus Mono PS"/>
                <a:cs typeface="Nimbus Mono PS"/>
              </a:defRPr>
            </a:lvl5pPr>
            <a:lvl6pPr>
              <a:defRPr sz="1200" b="0" i="0">
                <a:solidFill>
                  <a:srgbClr val="54656D"/>
                </a:solidFill>
                <a:latin typeface="Nimbus Mono PS"/>
                <a:ea typeface="Nimbus Mono PS"/>
                <a:cs typeface="Nimbus Mono PS"/>
              </a:defRPr>
            </a:lvl6pPr>
            <a:lvl7pPr>
              <a:defRPr sz="1200" b="0" i="0">
                <a:solidFill>
                  <a:srgbClr val="54656D"/>
                </a:solidFill>
                <a:latin typeface="Nimbus Mono PS"/>
                <a:ea typeface="Nimbus Mono PS"/>
                <a:cs typeface="Nimbus Mono PS"/>
              </a:defRPr>
            </a:lvl7pPr>
            <a:lvl8pPr>
              <a:defRPr sz="1200" b="0" i="0">
                <a:solidFill>
                  <a:srgbClr val="54656D"/>
                </a:solidFill>
                <a:latin typeface="Nimbus Mono PS"/>
                <a:ea typeface="Nimbus Mono PS"/>
                <a:cs typeface="Nimbus Mono PS"/>
              </a:defRPr>
            </a:lvl8pPr>
            <a:lvl9pPr>
              <a:defRPr sz="1200" b="0" i="0">
                <a:solidFill>
                  <a:srgbClr val="54656D"/>
                </a:solidFill>
                <a:latin typeface="Nimbus Mono PS"/>
                <a:ea typeface="Nimbus Mono PS"/>
                <a:cs typeface="Nimbus Mono PS"/>
              </a:defRPr>
            </a:lvl9pPr>
          </a:lstStyle>
          <a:p xmlns:a="http://schemas.openxmlformats.org/drawingml/2006/main">
            <a:pPr>
              <a:defRPr sz="1200" b="0" i="0">
                <a:solidFill>
                  <a:srgbClr val="54656D"/>
                </a:solidFill>
                <a:latin typeface="Nimbus Mono PS"/>
                <a:ea typeface="Nimbus Mono PS"/>
                <a:cs typeface="Nimbus Mono PS"/>
              </a:defRPr>
            </a:pPr>
            <a:r>
              <a:rPr sz="1200" b="0" i="0">
                <a:solidFill>
                  <a:srgbClr val="54656D"/>
                </a:solidFill>
                <a:latin typeface="Nimbus Mono PS"/>
                <a:ea typeface="Nimbus Mono PS"/>
                <a:cs typeface="Nimbus Mono PS"/>
              </a:rPr>
              <a:t>GUIA  /  ORGANIZAÇÃO DO CÓDIGO</a:t>
            </a:r>
          </a:p>
        </p:txBody>
      </p:sp>
      <p:sp>
        <p:nvSpPr>
          <p:cNvPr id="5" name="text-3">
            <a:extLst xmlns:a="http://schemas.openxmlformats.org/drawingml/2006/main">
              <a:ext uri="{FF2B5EF4-FFF2-40B4-BE49-F238E27FC236}">
                <a16:creationId xmlns:a16="http://schemas.microsoft.com/office/drawing/2014/main" id="{88185172-268C-4666-A1A2-499CC86CBB11}"/>
              </a:ext>
            </a:extLst>
          </p:cNvPr>
          <p:cNvSpPr>
            <a:spLocks xmlns:a="http://schemas.openxmlformats.org/drawingml/2006/main" noGrp="1"/>
          </p:cNvSpPr>
          <p:nvPr/>
        </p:nvSpPr>
        <p:spPr>
          <a:xfrm xmlns:a="http://schemas.openxmlformats.org/drawingml/2006/main">
            <a:off x="13944600" y="8048625"/>
            <a:ext cx="609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1" i="0">
                <a:solidFill>
                  <a:srgbClr val="B9502E"/>
                </a:solidFill>
                <a:latin typeface="Nimbus Mono PS"/>
                <a:ea typeface="Nimbus Mono PS"/>
                <a:cs typeface="Nimbus Mono PS"/>
              </a:defRPr>
            </a:defPPr>
            <a:lvl1pPr>
              <a:defRPr sz="1800" b="1" i="0">
                <a:solidFill>
                  <a:srgbClr val="B9502E"/>
                </a:solidFill>
                <a:latin typeface="Nimbus Mono PS"/>
                <a:ea typeface="Nimbus Mono PS"/>
                <a:cs typeface="Nimbus Mono PS"/>
              </a:defRPr>
            </a:lvl1pPr>
            <a:lvl2pPr>
              <a:defRPr sz="1800" b="1" i="0">
                <a:solidFill>
                  <a:srgbClr val="B9502E"/>
                </a:solidFill>
                <a:latin typeface="Nimbus Mono PS"/>
                <a:ea typeface="Nimbus Mono PS"/>
                <a:cs typeface="Nimbus Mono PS"/>
              </a:defRPr>
            </a:lvl2pPr>
            <a:lvl3pPr>
              <a:defRPr sz="1800" b="1" i="0">
                <a:solidFill>
                  <a:srgbClr val="B9502E"/>
                </a:solidFill>
                <a:latin typeface="Nimbus Mono PS"/>
                <a:ea typeface="Nimbus Mono PS"/>
                <a:cs typeface="Nimbus Mono PS"/>
              </a:defRPr>
            </a:lvl3pPr>
            <a:lvl4pPr>
              <a:defRPr sz="1800" b="1" i="0">
                <a:solidFill>
                  <a:srgbClr val="B9502E"/>
                </a:solidFill>
                <a:latin typeface="Nimbus Mono PS"/>
                <a:ea typeface="Nimbus Mono PS"/>
                <a:cs typeface="Nimbus Mono PS"/>
              </a:defRPr>
            </a:lvl4pPr>
            <a:lvl5pPr>
              <a:defRPr sz="1800" b="1" i="0">
                <a:solidFill>
                  <a:srgbClr val="B9502E"/>
                </a:solidFill>
                <a:latin typeface="Nimbus Mono PS"/>
                <a:ea typeface="Nimbus Mono PS"/>
                <a:cs typeface="Nimbus Mono PS"/>
              </a:defRPr>
            </a:lvl5pPr>
            <a:lvl6pPr>
              <a:defRPr sz="1800" b="1" i="0">
                <a:solidFill>
                  <a:srgbClr val="B9502E"/>
                </a:solidFill>
                <a:latin typeface="Nimbus Mono PS"/>
                <a:ea typeface="Nimbus Mono PS"/>
                <a:cs typeface="Nimbus Mono PS"/>
              </a:defRPr>
            </a:lvl6pPr>
            <a:lvl7pPr>
              <a:defRPr sz="1800" b="1" i="0">
                <a:solidFill>
                  <a:srgbClr val="B9502E"/>
                </a:solidFill>
                <a:latin typeface="Nimbus Mono PS"/>
                <a:ea typeface="Nimbus Mono PS"/>
                <a:cs typeface="Nimbus Mono PS"/>
              </a:defRPr>
            </a:lvl7pPr>
            <a:lvl8pPr>
              <a:defRPr sz="1800" b="1" i="0">
                <a:solidFill>
                  <a:srgbClr val="B9502E"/>
                </a:solidFill>
                <a:latin typeface="Nimbus Mono PS"/>
                <a:ea typeface="Nimbus Mono PS"/>
                <a:cs typeface="Nimbus Mono PS"/>
              </a:defRPr>
            </a:lvl8pPr>
            <a:lvl9pPr>
              <a:defRPr sz="1800" b="1" i="0">
                <a:solidFill>
                  <a:srgbClr val="B9502E"/>
                </a:solidFill>
                <a:latin typeface="Nimbus Mono PS"/>
                <a:ea typeface="Nimbus Mono PS"/>
                <a:cs typeface="Nimbus Mono PS"/>
              </a:defRPr>
            </a:lvl9pPr>
          </a:lstStyle>
          <a:p xmlns:a="http://schemas.openxmlformats.org/drawingml/2006/main">
            <a:pPr>
              <a:defRPr sz="1800" b="1" i="0">
                <a:solidFill>
                  <a:srgbClr val="B9502E"/>
                </a:solidFill>
                <a:latin typeface="Nimbus Mono PS"/>
                <a:ea typeface="Nimbus Mono PS"/>
                <a:cs typeface="Nimbus Mono PS"/>
              </a:defRPr>
            </a:pPr>
            <a:r>
              <a:rPr sz="1800" b="1" i="0">
                <a:solidFill>
                  <a:srgbClr val="B9502E"/>
                </a:solidFill>
                <a:latin typeface="Nimbus Mono PS"/>
                <a:ea typeface="Nimbus Mono PS"/>
                <a:cs typeface="Nimbus Mono PS"/>
              </a:rPr>
              <a:t>13</a:t>
            </a:r>
          </a:p>
        </p:txBody>
      </p:sp>
      <p:sp>
        <p:nvSpPr>
          <p:cNvPr id="6" name="">
            <a:extLst xmlns:a="http://schemas.openxmlformats.org/drawingml/2006/main">
              <a:ext uri="{FF2B5EF4-FFF2-40B4-BE49-F238E27FC236}">
                <a16:creationId xmlns:a16="http://schemas.microsoft.com/office/drawing/2014/main" id="{7F72B438-83E0-4DE3-87E9-E45D1B8EC400}"/>
              </a:ext>
            </a:extLst>
          </p:cNvPr>
          <p:cNvSpPr>
            <a:spLocks xmlns:a="http://schemas.openxmlformats.org/drawingml/2006/main" noGrp="1"/>
          </p:cNvSpPr>
          <p:nvPr/>
        </p:nvSpPr>
        <p:spPr>
          <a:xfrm xmlns:a="http://schemas.openxmlformats.org/drawingml/2006/main">
            <a:off x="857250" y="2667000"/>
            <a:ext cx="3905250" cy="1000125"/>
          </a:xfrm>
          <a:prstGeom xmlns:a="http://schemas.openxmlformats.org/drawingml/2006/main" prst="rect">
            <a:avLst/>
          </a:prstGeom>
          <a:solidFill xmlns:a="http://schemas.openxmlformats.org/drawingml/2006/main">
            <a:srgbClr val="FCFAF5"/>
          </a:solidFill>
          <a:ln xmlns:a="http://schemas.openxmlformats.org/drawingml/2006/main" w="14288">
            <a:solidFill>
              <a:srgbClr val="193244"/>
            </a:solidFill>
            <a:prstDash val="solid"/>
          </a:ln>
        </p:spPr>
        <p:txBody>
          <a:bodyPr xmlns:a="http://schemas.openxmlformats.org/drawingml/2006/main" lIns="190500" tIns="190500" rIns="190500" bIns="190500" anchor="ctr"/>
          <a:lstStyle xmlns:a="http://schemas.openxmlformats.org/drawingml/2006/main">
            <a:defPPr algn="ctr">
              <a:defRPr sz="2175" b="1">
                <a:solidFill>
                  <a:srgbClr val="193244"/>
                </a:solidFill>
                <a:latin typeface="Nimbus Mono PS"/>
                <a:ea typeface="Nimbus Mono PS"/>
                <a:cs typeface="Nimbus Mono PS"/>
              </a:defRPr>
            </a:defPPr>
            <a:lvl1pPr algn="ctr">
              <a:defRPr sz="2175" b="1">
                <a:solidFill>
                  <a:srgbClr val="193244"/>
                </a:solidFill>
                <a:latin typeface="Nimbus Mono PS"/>
                <a:ea typeface="Nimbus Mono PS"/>
                <a:cs typeface="Nimbus Mono PS"/>
              </a:defRPr>
            </a:lvl1pPr>
            <a:lvl2pPr algn="ctr">
              <a:defRPr sz="2175" b="1">
                <a:solidFill>
                  <a:srgbClr val="193244"/>
                </a:solidFill>
                <a:latin typeface="Nimbus Mono PS"/>
                <a:ea typeface="Nimbus Mono PS"/>
                <a:cs typeface="Nimbus Mono PS"/>
              </a:defRPr>
            </a:lvl2pPr>
            <a:lvl3pPr algn="ctr">
              <a:defRPr sz="2175" b="1">
                <a:solidFill>
                  <a:srgbClr val="193244"/>
                </a:solidFill>
                <a:latin typeface="Nimbus Mono PS"/>
                <a:ea typeface="Nimbus Mono PS"/>
                <a:cs typeface="Nimbus Mono PS"/>
              </a:defRPr>
            </a:lvl3pPr>
            <a:lvl4pPr algn="ctr">
              <a:defRPr sz="2175" b="1">
                <a:solidFill>
                  <a:srgbClr val="193244"/>
                </a:solidFill>
                <a:latin typeface="Nimbus Mono PS"/>
                <a:ea typeface="Nimbus Mono PS"/>
                <a:cs typeface="Nimbus Mono PS"/>
              </a:defRPr>
            </a:lvl4pPr>
            <a:lvl5pPr algn="ctr">
              <a:defRPr sz="2175" b="1">
                <a:solidFill>
                  <a:srgbClr val="193244"/>
                </a:solidFill>
                <a:latin typeface="Nimbus Mono PS"/>
                <a:ea typeface="Nimbus Mono PS"/>
                <a:cs typeface="Nimbus Mono PS"/>
              </a:defRPr>
            </a:lvl5pPr>
            <a:lvl6pPr algn="ctr">
              <a:defRPr sz="2175" b="1">
                <a:solidFill>
                  <a:srgbClr val="193244"/>
                </a:solidFill>
                <a:latin typeface="Nimbus Mono PS"/>
                <a:ea typeface="Nimbus Mono PS"/>
                <a:cs typeface="Nimbus Mono PS"/>
              </a:defRPr>
            </a:lvl6pPr>
            <a:lvl7pPr algn="ctr">
              <a:defRPr sz="2175" b="1">
                <a:solidFill>
                  <a:srgbClr val="193244"/>
                </a:solidFill>
                <a:latin typeface="Nimbus Mono PS"/>
                <a:ea typeface="Nimbus Mono PS"/>
                <a:cs typeface="Nimbus Mono PS"/>
              </a:defRPr>
            </a:lvl7pPr>
            <a:lvl8pPr algn="ctr">
              <a:defRPr sz="2175" b="1">
                <a:solidFill>
                  <a:srgbClr val="193244"/>
                </a:solidFill>
                <a:latin typeface="Nimbus Mono PS"/>
                <a:ea typeface="Nimbus Mono PS"/>
                <a:cs typeface="Nimbus Mono PS"/>
              </a:defRPr>
            </a:lvl8pPr>
            <a:lvl9pPr algn="ctr">
              <a:defRPr sz="2175" b="1">
                <a:solidFill>
                  <a:srgbClr val="193244"/>
                </a:solidFill>
                <a:latin typeface="Nimbus Mono PS"/>
                <a:ea typeface="Nimbus Mono PS"/>
                <a:cs typeface="Nimbus Mono PS"/>
              </a:defRPr>
            </a:lvl9pPr>
          </a:lstStyle>
          <a:p xmlns:a="http://schemas.openxmlformats.org/drawingml/2006/main">
            <a:pPr algn="ctr">
              <a:defRPr sz="2175" b="1">
                <a:solidFill>
                  <a:srgbClr val="193244"/>
                </a:solidFill>
                <a:latin typeface="Nimbus Mono PS"/>
                <a:ea typeface="Nimbus Mono PS"/>
                <a:cs typeface="Nimbus Mono PS"/>
              </a:defRPr>
            </a:pPr>
            <a:r>
              <a:rPr sz="2175" b="1">
                <a:solidFill>
                  <a:srgbClr val="193244"/>
                </a:solidFill>
                <a:latin typeface="Nimbus Mono PS"/>
                <a:ea typeface="Nimbus Mono PS"/>
                <a:cs typeface="Nimbus Mono PS"/>
              </a:rPr>
              <a:t>main.py</a:t>
            </a:r>
          </a:p>
        </p:txBody>
      </p:sp>
      <p:sp>
        <p:nvSpPr>
          <p:cNvPr id="7" name="">
            <a:extLst xmlns:a="http://schemas.openxmlformats.org/drawingml/2006/main">
              <a:ext uri="{FF2B5EF4-FFF2-40B4-BE49-F238E27FC236}">
                <a16:creationId xmlns:a16="http://schemas.microsoft.com/office/drawing/2014/main" id="{19BE7A7E-947C-4B6C-A554-0E9AC71C1E82}"/>
              </a:ext>
            </a:extLst>
          </p:cNvPr>
          <p:cNvSpPr>
            <a:spLocks xmlns:a="http://schemas.openxmlformats.org/drawingml/2006/main" noGrp="1"/>
          </p:cNvSpPr>
          <p:nvPr/>
        </p:nvSpPr>
        <p:spPr>
          <a:xfrm xmlns:a="http://schemas.openxmlformats.org/drawingml/2006/main">
            <a:off x="5000625" y="3009900"/>
            <a:ext cx="904875" cy="304800"/>
          </a:xfrm>
          <a:prstGeom xmlns:a="http://schemas.openxmlformats.org/drawingml/2006/main" prst="rightArrow">
            <a:avLst/>
          </a:prstGeom>
          <a:solidFill xmlns:a="http://schemas.openxmlformats.org/drawingml/2006/main">
            <a:srgbClr val="2C617B"/>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BA4CA3A4-7896-4378-8A8F-9FF35EB8D0B9}"/>
              </a:ext>
            </a:extLst>
          </p:cNvPr>
          <p:cNvSpPr>
            <a:spLocks xmlns:a="http://schemas.openxmlformats.org/drawingml/2006/main" noGrp="1"/>
          </p:cNvSpPr>
          <p:nvPr/>
        </p:nvSpPr>
        <p:spPr>
          <a:xfrm xmlns:a="http://schemas.openxmlformats.org/drawingml/2006/main">
            <a:off x="6191250" y="2505075"/>
            <a:ext cx="4857750" cy="1333500"/>
          </a:xfrm>
          <a:prstGeom xmlns:a="http://schemas.openxmlformats.org/drawingml/2006/main" prst="rect">
            <a:avLst/>
          </a:prstGeom>
          <a:solidFill xmlns:a="http://schemas.openxmlformats.org/drawingml/2006/main">
            <a:srgbClr val="FCFAF5"/>
          </a:solidFill>
          <a:ln xmlns:a="http://schemas.openxmlformats.org/drawingml/2006/main" w="14288">
            <a:solidFill>
              <a:srgbClr val="193244"/>
            </a:solidFill>
            <a:prstDash val="solid"/>
          </a:ln>
        </p:spPr>
        <p:txBody>
          <a:bodyPr xmlns:a="http://schemas.openxmlformats.org/drawingml/2006/main" lIns="190500" tIns="190500" rIns="190500" bIns="190500" anchor="ctr"/>
          <a:lstStyle xmlns:a="http://schemas.openxmlformats.org/drawingml/2006/main">
            <a:defPPr algn="ctr">
              <a:defRPr sz="2175" b="1">
                <a:solidFill>
                  <a:srgbClr val="193244"/>
                </a:solidFill>
                <a:latin typeface="Nimbus Mono PS"/>
                <a:ea typeface="Nimbus Mono PS"/>
                <a:cs typeface="Nimbus Mono PS"/>
              </a:defRPr>
            </a:defPPr>
            <a:lvl1pPr algn="ctr">
              <a:defRPr sz="2175" b="1">
                <a:solidFill>
                  <a:srgbClr val="193244"/>
                </a:solidFill>
                <a:latin typeface="Nimbus Mono PS"/>
                <a:ea typeface="Nimbus Mono PS"/>
                <a:cs typeface="Nimbus Mono PS"/>
              </a:defRPr>
            </a:lvl1pPr>
            <a:lvl2pPr algn="ctr">
              <a:defRPr sz="2175" b="1">
                <a:solidFill>
                  <a:srgbClr val="193244"/>
                </a:solidFill>
                <a:latin typeface="Nimbus Mono PS"/>
                <a:ea typeface="Nimbus Mono PS"/>
                <a:cs typeface="Nimbus Mono PS"/>
              </a:defRPr>
            </a:lvl2pPr>
            <a:lvl3pPr algn="ctr">
              <a:defRPr sz="2175" b="1">
                <a:solidFill>
                  <a:srgbClr val="193244"/>
                </a:solidFill>
                <a:latin typeface="Nimbus Mono PS"/>
                <a:ea typeface="Nimbus Mono PS"/>
                <a:cs typeface="Nimbus Mono PS"/>
              </a:defRPr>
            </a:lvl3pPr>
            <a:lvl4pPr algn="ctr">
              <a:defRPr sz="2175" b="1">
                <a:solidFill>
                  <a:srgbClr val="193244"/>
                </a:solidFill>
                <a:latin typeface="Nimbus Mono PS"/>
                <a:ea typeface="Nimbus Mono PS"/>
                <a:cs typeface="Nimbus Mono PS"/>
              </a:defRPr>
            </a:lvl4pPr>
            <a:lvl5pPr algn="ctr">
              <a:defRPr sz="2175" b="1">
                <a:solidFill>
                  <a:srgbClr val="193244"/>
                </a:solidFill>
                <a:latin typeface="Nimbus Mono PS"/>
                <a:ea typeface="Nimbus Mono PS"/>
                <a:cs typeface="Nimbus Mono PS"/>
              </a:defRPr>
            </a:lvl5pPr>
            <a:lvl6pPr algn="ctr">
              <a:defRPr sz="2175" b="1">
                <a:solidFill>
                  <a:srgbClr val="193244"/>
                </a:solidFill>
                <a:latin typeface="Nimbus Mono PS"/>
                <a:ea typeface="Nimbus Mono PS"/>
                <a:cs typeface="Nimbus Mono PS"/>
              </a:defRPr>
            </a:lvl6pPr>
            <a:lvl7pPr algn="ctr">
              <a:defRPr sz="2175" b="1">
                <a:solidFill>
                  <a:srgbClr val="193244"/>
                </a:solidFill>
                <a:latin typeface="Nimbus Mono PS"/>
                <a:ea typeface="Nimbus Mono PS"/>
                <a:cs typeface="Nimbus Mono PS"/>
              </a:defRPr>
            </a:lvl7pPr>
            <a:lvl8pPr algn="ctr">
              <a:defRPr sz="2175" b="1">
                <a:solidFill>
                  <a:srgbClr val="193244"/>
                </a:solidFill>
                <a:latin typeface="Nimbus Mono PS"/>
                <a:ea typeface="Nimbus Mono PS"/>
                <a:cs typeface="Nimbus Mono PS"/>
              </a:defRPr>
            </a:lvl8pPr>
            <a:lvl9pPr algn="ctr">
              <a:defRPr sz="2175" b="1">
                <a:solidFill>
                  <a:srgbClr val="193244"/>
                </a:solidFill>
                <a:latin typeface="Nimbus Mono PS"/>
                <a:ea typeface="Nimbus Mono PS"/>
                <a:cs typeface="Nimbus Mono PS"/>
              </a:defRPr>
            </a:lvl9pPr>
          </a:lstStyle>
          <a:p xmlns:a="http://schemas.openxmlformats.org/drawingml/2006/main">
            <a:pPr algn="ctr">
              <a:defRPr sz="2175" b="1">
                <a:solidFill>
                  <a:srgbClr val="193244"/>
                </a:solidFill>
                <a:latin typeface="Nimbus Mono PS"/>
                <a:ea typeface="Nimbus Mono PS"/>
                <a:cs typeface="Nimbus Mono PS"/>
              </a:defRPr>
            </a:pPr>
            <a:r>
              <a:rPr sz="2175" b="1">
                <a:solidFill>
                  <a:srgbClr val="193244"/>
                </a:solidFill>
                <a:latin typeface="Nimbus Mono PS"/>
                <a:ea typeface="Nimbus Mono PS"/>
                <a:cs typeface="Nimbus Mono PS"/>
              </a:rPr>
              <a:t>src/</a:t>
            </a:r>
          </a:p>
          <a:p xmlns:a="http://schemas.openxmlformats.org/drawingml/2006/main">
            <a:pPr algn="ctr">
              <a:defRPr sz="2175" b="1">
                <a:solidFill>
                  <a:srgbClr val="193244"/>
                </a:solidFill>
                <a:latin typeface="Nimbus Mono PS"/>
                <a:ea typeface="Nimbus Mono PS"/>
                <a:cs typeface="Nimbus Mono PS"/>
              </a:defRPr>
            </a:pPr>
            <a:r>
              <a:rPr sz="2175" b="1">
                <a:solidFill>
                  <a:srgbClr val="193244"/>
                </a:solidFill>
                <a:latin typeface="Nimbus Mono PS"/>
                <a:ea typeface="Nimbus Mono PS"/>
                <a:cs typeface="Nimbus Mono PS"/>
              </a:rPr>
              <a:t>módulos temáticos</a:t>
            </a:r>
          </a:p>
        </p:txBody>
      </p:sp>
      <p:sp>
        <p:nvSpPr>
          <p:cNvPr id="9" name="">
            <a:extLst xmlns:a="http://schemas.openxmlformats.org/drawingml/2006/main">
              <a:ext uri="{FF2B5EF4-FFF2-40B4-BE49-F238E27FC236}">
                <a16:creationId xmlns:a16="http://schemas.microsoft.com/office/drawing/2014/main" id="{A78A728D-E0EA-44F7-BB86-0D935EF842DE}"/>
              </a:ext>
            </a:extLst>
          </p:cNvPr>
          <p:cNvSpPr>
            <a:spLocks xmlns:a="http://schemas.openxmlformats.org/drawingml/2006/main" noGrp="1"/>
          </p:cNvSpPr>
          <p:nvPr/>
        </p:nvSpPr>
        <p:spPr>
          <a:xfrm xmlns:a="http://schemas.openxmlformats.org/drawingml/2006/main">
            <a:off x="11239500" y="3009900"/>
            <a:ext cx="857250" cy="304800"/>
          </a:xfrm>
          <a:prstGeom xmlns:a="http://schemas.openxmlformats.org/drawingml/2006/main" prst="rightArrow">
            <a:avLst/>
          </a:prstGeom>
          <a:solidFill xmlns:a="http://schemas.openxmlformats.org/drawingml/2006/main">
            <a:srgbClr val="2C617B"/>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667C891C-B49C-410E-9F22-94E3C256115C}"/>
              </a:ext>
            </a:extLst>
          </p:cNvPr>
          <p:cNvSpPr>
            <a:spLocks xmlns:a="http://schemas.openxmlformats.org/drawingml/2006/main" noGrp="1"/>
          </p:cNvSpPr>
          <p:nvPr/>
        </p:nvSpPr>
        <p:spPr>
          <a:xfrm xmlns:a="http://schemas.openxmlformats.org/drawingml/2006/main">
            <a:off x="12287250" y="2667000"/>
            <a:ext cx="2143125" cy="1000125"/>
          </a:xfrm>
          <a:prstGeom xmlns:a="http://schemas.openxmlformats.org/drawingml/2006/main" prst="rect">
            <a:avLst/>
          </a:prstGeom>
          <a:solidFill xmlns:a="http://schemas.openxmlformats.org/drawingml/2006/main">
            <a:srgbClr val="FCFAF5"/>
          </a:solidFill>
          <a:ln xmlns:a="http://schemas.openxmlformats.org/drawingml/2006/main" w="14288">
            <a:solidFill>
              <a:srgbClr val="193244"/>
            </a:solidFill>
            <a:prstDash val="solid"/>
          </a:ln>
        </p:spPr>
        <p:txBody>
          <a:bodyPr xmlns:a="http://schemas.openxmlformats.org/drawingml/2006/main" lIns="190500" tIns="190500" rIns="190500" bIns="190500" anchor="ctr"/>
          <a:lstStyle xmlns:a="http://schemas.openxmlformats.org/drawingml/2006/main">
            <a:defPPr algn="ctr">
              <a:defRPr sz="2175" b="1">
                <a:solidFill>
                  <a:srgbClr val="193244"/>
                </a:solidFill>
                <a:latin typeface="Nimbus Mono PS"/>
                <a:ea typeface="Nimbus Mono PS"/>
                <a:cs typeface="Nimbus Mono PS"/>
              </a:defRPr>
            </a:defPPr>
            <a:lvl1pPr algn="ctr">
              <a:defRPr sz="2175" b="1">
                <a:solidFill>
                  <a:srgbClr val="193244"/>
                </a:solidFill>
                <a:latin typeface="Nimbus Mono PS"/>
                <a:ea typeface="Nimbus Mono PS"/>
                <a:cs typeface="Nimbus Mono PS"/>
              </a:defRPr>
            </a:lvl1pPr>
            <a:lvl2pPr algn="ctr">
              <a:defRPr sz="2175" b="1">
                <a:solidFill>
                  <a:srgbClr val="193244"/>
                </a:solidFill>
                <a:latin typeface="Nimbus Mono PS"/>
                <a:ea typeface="Nimbus Mono PS"/>
                <a:cs typeface="Nimbus Mono PS"/>
              </a:defRPr>
            </a:lvl2pPr>
            <a:lvl3pPr algn="ctr">
              <a:defRPr sz="2175" b="1">
                <a:solidFill>
                  <a:srgbClr val="193244"/>
                </a:solidFill>
                <a:latin typeface="Nimbus Mono PS"/>
                <a:ea typeface="Nimbus Mono PS"/>
                <a:cs typeface="Nimbus Mono PS"/>
              </a:defRPr>
            </a:lvl3pPr>
            <a:lvl4pPr algn="ctr">
              <a:defRPr sz="2175" b="1">
                <a:solidFill>
                  <a:srgbClr val="193244"/>
                </a:solidFill>
                <a:latin typeface="Nimbus Mono PS"/>
                <a:ea typeface="Nimbus Mono PS"/>
                <a:cs typeface="Nimbus Mono PS"/>
              </a:defRPr>
            </a:lvl4pPr>
            <a:lvl5pPr algn="ctr">
              <a:defRPr sz="2175" b="1">
                <a:solidFill>
                  <a:srgbClr val="193244"/>
                </a:solidFill>
                <a:latin typeface="Nimbus Mono PS"/>
                <a:ea typeface="Nimbus Mono PS"/>
                <a:cs typeface="Nimbus Mono PS"/>
              </a:defRPr>
            </a:lvl5pPr>
            <a:lvl6pPr algn="ctr">
              <a:defRPr sz="2175" b="1">
                <a:solidFill>
                  <a:srgbClr val="193244"/>
                </a:solidFill>
                <a:latin typeface="Nimbus Mono PS"/>
                <a:ea typeface="Nimbus Mono PS"/>
                <a:cs typeface="Nimbus Mono PS"/>
              </a:defRPr>
            </a:lvl6pPr>
            <a:lvl7pPr algn="ctr">
              <a:defRPr sz="2175" b="1">
                <a:solidFill>
                  <a:srgbClr val="193244"/>
                </a:solidFill>
                <a:latin typeface="Nimbus Mono PS"/>
                <a:ea typeface="Nimbus Mono PS"/>
                <a:cs typeface="Nimbus Mono PS"/>
              </a:defRPr>
            </a:lvl7pPr>
            <a:lvl8pPr algn="ctr">
              <a:defRPr sz="2175" b="1">
                <a:solidFill>
                  <a:srgbClr val="193244"/>
                </a:solidFill>
                <a:latin typeface="Nimbus Mono PS"/>
                <a:ea typeface="Nimbus Mono PS"/>
                <a:cs typeface="Nimbus Mono PS"/>
              </a:defRPr>
            </a:lvl8pPr>
            <a:lvl9pPr algn="ctr">
              <a:defRPr sz="2175" b="1">
                <a:solidFill>
                  <a:srgbClr val="193244"/>
                </a:solidFill>
                <a:latin typeface="Nimbus Mono PS"/>
                <a:ea typeface="Nimbus Mono PS"/>
                <a:cs typeface="Nimbus Mono PS"/>
              </a:defRPr>
            </a:lvl9pPr>
          </a:lstStyle>
          <a:p xmlns:a="http://schemas.openxmlformats.org/drawingml/2006/main">
            <a:pPr algn="ctr">
              <a:defRPr sz="2175" b="1">
                <a:solidFill>
                  <a:srgbClr val="193244"/>
                </a:solidFill>
                <a:latin typeface="Nimbus Mono PS"/>
                <a:ea typeface="Nimbus Mono PS"/>
                <a:cs typeface="Nimbus Mono PS"/>
              </a:defRPr>
            </a:pPr>
            <a:r>
              <a:rPr sz="2175" b="1">
                <a:solidFill>
                  <a:srgbClr val="193244"/>
                </a:solidFill>
                <a:latin typeface="Nimbus Mono PS"/>
                <a:ea typeface="Nimbus Mono PS"/>
                <a:cs typeface="Nimbus Mono PS"/>
              </a:rPr>
              <a:t>resultados</a:t>
            </a:r>
          </a:p>
        </p:txBody>
      </p:sp>
      <p:sp>
        <p:nvSpPr>
          <p:cNvPr id="11" name="text-9">
            <a:extLst xmlns:a="http://schemas.openxmlformats.org/drawingml/2006/main">
              <a:ext uri="{FF2B5EF4-FFF2-40B4-BE49-F238E27FC236}">
                <a16:creationId xmlns:a16="http://schemas.microsoft.com/office/drawing/2014/main" id="{463A0A5D-F7FD-4930-90E6-6B65F62A1D92}"/>
              </a:ext>
            </a:extLst>
          </p:cNvPr>
          <p:cNvSpPr>
            <a:spLocks xmlns:a="http://schemas.openxmlformats.org/drawingml/2006/main" noGrp="1"/>
          </p:cNvSpPr>
          <p:nvPr/>
        </p:nvSpPr>
        <p:spPr>
          <a:xfrm xmlns:a="http://schemas.openxmlformats.org/drawingml/2006/main">
            <a:off x="857250" y="3943350"/>
            <a:ext cx="3905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0" i="0">
                <a:solidFill>
                  <a:srgbClr val="54656D"/>
                </a:solidFill>
                <a:latin typeface="Nimbus Sans"/>
                <a:ea typeface="Nimbus Sans"/>
                <a:cs typeface="Nimbus Sans"/>
              </a:defRPr>
            </a:defPPr>
            <a:lvl1pPr>
              <a:defRPr sz="2025" b="0" i="0">
                <a:solidFill>
                  <a:srgbClr val="54656D"/>
                </a:solidFill>
                <a:latin typeface="Nimbus Sans"/>
                <a:ea typeface="Nimbus Sans"/>
                <a:cs typeface="Nimbus Sans"/>
              </a:defRPr>
            </a:lvl1pPr>
            <a:lvl2pPr>
              <a:defRPr sz="2025" b="0" i="0">
                <a:solidFill>
                  <a:srgbClr val="54656D"/>
                </a:solidFill>
                <a:latin typeface="Nimbus Sans"/>
                <a:ea typeface="Nimbus Sans"/>
                <a:cs typeface="Nimbus Sans"/>
              </a:defRPr>
            </a:lvl2pPr>
            <a:lvl3pPr>
              <a:defRPr sz="2025" b="0" i="0">
                <a:solidFill>
                  <a:srgbClr val="54656D"/>
                </a:solidFill>
                <a:latin typeface="Nimbus Sans"/>
                <a:ea typeface="Nimbus Sans"/>
                <a:cs typeface="Nimbus Sans"/>
              </a:defRPr>
            </a:lvl3pPr>
            <a:lvl4pPr>
              <a:defRPr sz="2025" b="0" i="0">
                <a:solidFill>
                  <a:srgbClr val="54656D"/>
                </a:solidFill>
                <a:latin typeface="Nimbus Sans"/>
                <a:ea typeface="Nimbus Sans"/>
                <a:cs typeface="Nimbus Sans"/>
              </a:defRPr>
            </a:lvl4pPr>
            <a:lvl5pPr>
              <a:defRPr sz="2025" b="0" i="0">
                <a:solidFill>
                  <a:srgbClr val="54656D"/>
                </a:solidFill>
                <a:latin typeface="Nimbus Sans"/>
                <a:ea typeface="Nimbus Sans"/>
                <a:cs typeface="Nimbus Sans"/>
              </a:defRPr>
            </a:lvl5pPr>
            <a:lvl6pPr>
              <a:defRPr sz="2025" b="0" i="0">
                <a:solidFill>
                  <a:srgbClr val="54656D"/>
                </a:solidFill>
                <a:latin typeface="Nimbus Sans"/>
                <a:ea typeface="Nimbus Sans"/>
                <a:cs typeface="Nimbus Sans"/>
              </a:defRPr>
            </a:lvl6pPr>
            <a:lvl7pPr>
              <a:defRPr sz="2025" b="0" i="0">
                <a:solidFill>
                  <a:srgbClr val="54656D"/>
                </a:solidFill>
                <a:latin typeface="Nimbus Sans"/>
                <a:ea typeface="Nimbus Sans"/>
                <a:cs typeface="Nimbus Sans"/>
              </a:defRPr>
            </a:lvl7pPr>
            <a:lvl8pPr>
              <a:defRPr sz="2025" b="0" i="0">
                <a:solidFill>
                  <a:srgbClr val="54656D"/>
                </a:solidFill>
                <a:latin typeface="Nimbus Sans"/>
                <a:ea typeface="Nimbus Sans"/>
                <a:cs typeface="Nimbus Sans"/>
              </a:defRPr>
            </a:lvl8pPr>
            <a:lvl9pPr>
              <a:defRPr sz="2025" b="0" i="0">
                <a:solidFill>
                  <a:srgbClr val="54656D"/>
                </a:solidFill>
                <a:latin typeface="Nimbus Sans"/>
                <a:ea typeface="Nimbus Sans"/>
                <a:cs typeface="Nimbus Sans"/>
              </a:defRPr>
            </a:lvl9pPr>
          </a:lstStyle>
          <a:p xmlns:a="http://schemas.openxmlformats.org/drawingml/2006/main">
            <a:pPr>
              <a:defRPr sz="2025" b="0" i="0">
                <a:solidFill>
                  <a:srgbClr val="54656D"/>
                </a:solidFill>
                <a:latin typeface="Nimbus Sans"/>
                <a:ea typeface="Nimbus Sans"/>
                <a:cs typeface="Nimbus Sans"/>
              </a:defRPr>
            </a:pPr>
            <a:r>
              <a:rPr sz="2025" b="0" i="0">
                <a:solidFill>
                  <a:srgbClr val="54656D"/>
                </a:solidFill>
                <a:latin typeface="Nimbus Sans"/>
                <a:ea typeface="Nimbus Sans"/>
                <a:cs typeface="Nimbus Sans"/>
              </a:rPr>
              <a:t>Orquestra o fluxo</a:t>
            </a:r>
          </a:p>
        </p:txBody>
      </p:sp>
      <p:sp>
        <p:nvSpPr>
          <p:cNvPr id="12" name="text-10">
            <a:extLst xmlns:a="http://schemas.openxmlformats.org/drawingml/2006/main">
              <a:ext uri="{FF2B5EF4-FFF2-40B4-BE49-F238E27FC236}">
                <a16:creationId xmlns:a16="http://schemas.microsoft.com/office/drawing/2014/main" id="{680824D4-17AA-4370-AB2C-EFCBA42EEA63}"/>
              </a:ext>
            </a:extLst>
          </p:cNvPr>
          <p:cNvSpPr>
            <a:spLocks xmlns:a="http://schemas.openxmlformats.org/drawingml/2006/main" noGrp="1"/>
          </p:cNvSpPr>
          <p:nvPr/>
        </p:nvSpPr>
        <p:spPr>
          <a:xfrm xmlns:a="http://schemas.openxmlformats.org/drawingml/2006/main">
            <a:off x="6200775" y="4048125"/>
            <a:ext cx="7239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0" i="0">
                <a:solidFill>
                  <a:srgbClr val="54656D"/>
                </a:solidFill>
                <a:latin typeface="Nimbus Sans"/>
                <a:ea typeface="Nimbus Sans"/>
                <a:cs typeface="Nimbus Sans"/>
              </a:defRPr>
            </a:defPPr>
            <a:lvl1pPr>
              <a:defRPr sz="2025" b="0" i="0">
                <a:solidFill>
                  <a:srgbClr val="54656D"/>
                </a:solidFill>
                <a:latin typeface="Nimbus Sans"/>
                <a:ea typeface="Nimbus Sans"/>
                <a:cs typeface="Nimbus Sans"/>
              </a:defRPr>
            </a:lvl1pPr>
            <a:lvl2pPr>
              <a:defRPr sz="2025" b="0" i="0">
                <a:solidFill>
                  <a:srgbClr val="54656D"/>
                </a:solidFill>
                <a:latin typeface="Nimbus Sans"/>
                <a:ea typeface="Nimbus Sans"/>
                <a:cs typeface="Nimbus Sans"/>
              </a:defRPr>
            </a:lvl2pPr>
            <a:lvl3pPr>
              <a:defRPr sz="2025" b="0" i="0">
                <a:solidFill>
                  <a:srgbClr val="54656D"/>
                </a:solidFill>
                <a:latin typeface="Nimbus Sans"/>
                <a:ea typeface="Nimbus Sans"/>
                <a:cs typeface="Nimbus Sans"/>
              </a:defRPr>
            </a:lvl3pPr>
            <a:lvl4pPr>
              <a:defRPr sz="2025" b="0" i="0">
                <a:solidFill>
                  <a:srgbClr val="54656D"/>
                </a:solidFill>
                <a:latin typeface="Nimbus Sans"/>
                <a:ea typeface="Nimbus Sans"/>
                <a:cs typeface="Nimbus Sans"/>
              </a:defRPr>
            </a:lvl4pPr>
            <a:lvl5pPr>
              <a:defRPr sz="2025" b="0" i="0">
                <a:solidFill>
                  <a:srgbClr val="54656D"/>
                </a:solidFill>
                <a:latin typeface="Nimbus Sans"/>
                <a:ea typeface="Nimbus Sans"/>
                <a:cs typeface="Nimbus Sans"/>
              </a:defRPr>
            </a:lvl5pPr>
            <a:lvl6pPr>
              <a:defRPr sz="2025" b="0" i="0">
                <a:solidFill>
                  <a:srgbClr val="54656D"/>
                </a:solidFill>
                <a:latin typeface="Nimbus Sans"/>
                <a:ea typeface="Nimbus Sans"/>
                <a:cs typeface="Nimbus Sans"/>
              </a:defRPr>
            </a:lvl6pPr>
            <a:lvl7pPr>
              <a:defRPr sz="2025" b="0" i="0">
                <a:solidFill>
                  <a:srgbClr val="54656D"/>
                </a:solidFill>
                <a:latin typeface="Nimbus Sans"/>
                <a:ea typeface="Nimbus Sans"/>
                <a:cs typeface="Nimbus Sans"/>
              </a:defRPr>
            </a:lvl7pPr>
            <a:lvl8pPr>
              <a:defRPr sz="2025" b="0" i="0">
                <a:solidFill>
                  <a:srgbClr val="54656D"/>
                </a:solidFill>
                <a:latin typeface="Nimbus Sans"/>
                <a:ea typeface="Nimbus Sans"/>
                <a:cs typeface="Nimbus Sans"/>
              </a:defRPr>
            </a:lvl8pPr>
            <a:lvl9pPr>
              <a:defRPr sz="2025" b="0" i="0">
                <a:solidFill>
                  <a:srgbClr val="54656D"/>
                </a:solidFill>
                <a:latin typeface="Nimbus Sans"/>
                <a:ea typeface="Nimbus Sans"/>
                <a:cs typeface="Nimbus Sans"/>
              </a:defRPr>
            </a:lvl9pPr>
          </a:lstStyle>
          <a:p xmlns:a="http://schemas.openxmlformats.org/drawingml/2006/main">
            <a:pPr>
              <a:defRPr sz="2025" b="0" i="0">
                <a:solidFill>
                  <a:srgbClr val="54656D"/>
                </a:solidFill>
                <a:latin typeface="Nimbus Sans"/>
                <a:ea typeface="Nimbus Sans"/>
                <a:cs typeface="Nimbus Sans"/>
              </a:defRPr>
            </a:pPr>
            <a:r>
              <a:rPr sz="2025" b="0" i="0">
                <a:solidFill>
                  <a:srgbClr val="54656D"/>
                </a:solidFill>
                <a:latin typeface="Nimbus Sans"/>
                <a:ea typeface="Nimbus Sans"/>
                <a:cs typeface="Nimbus Sans"/>
              </a:rPr>
              <a:t>Funções com entradas e saídas claras</a:t>
            </a:r>
          </a:p>
        </p:txBody>
      </p:sp>
      <p:sp>
        <p:nvSpPr>
          <p:cNvPr id="13" name="text-11">
            <a:extLst xmlns:a="http://schemas.openxmlformats.org/drawingml/2006/main">
              <a:ext uri="{FF2B5EF4-FFF2-40B4-BE49-F238E27FC236}">
                <a16:creationId xmlns:a16="http://schemas.microsoft.com/office/drawing/2014/main" id="{E3B99ECB-E6AE-4E2C-B9FD-A384367AA794}"/>
              </a:ext>
            </a:extLst>
          </p:cNvPr>
          <p:cNvSpPr>
            <a:spLocks xmlns:a="http://schemas.openxmlformats.org/drawingml/2006/main" noGrp="1"/>
          </p:cNvSpPr>
          <p:nvPr/>
        </p:nvSpPr>
        <p:spPr>
          <a:xfrm xmlns:a="http://schemas.openxmlformats.org/drawingml/2006/main">
            <a:off x="857250" y="5181600"/>
            <a:ext cx="6096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325" b="1" i="0">
                <a:solidFill>
                  <a:srgbClr val="193244"/>
                </a:solidFill>
                <a:latin typeface="Nimbus Mono PS"/>
                <a:ea typeface="Nimbus Mono PS"/>
                <a:cs typeface="Nimbus Mono PS"/>
              </a:defRPr>
            </a:defPPr>
            <a:lvl1pPr>
              <a:defRPr sz="2325" b="1" i="0">
                <a:solidFill>
                  <a:srgbClr val="193244"/>
                </a:solidFill>
                <a:latin typeface="Nimbus Mono PS"/>
                <a:ea typeface="Nimbus Mono PS"/>
                <a:cs typeface="Nimbus Mono PS"/>
              </a:defRPr>
            </a:lvl1pPr>
            <a:lvl2pPr>
              <a:defRPr sz="2325" b="1" i="0">
                <a:solidFill>
                  <a:srgbClr val="193244"/>
                </a:solidFill>
                <a:latin typeface="Nimbus Mono PS"/>
                <a:ea typeface="Nimbus Mono PS"/>
                <a:cs typeface="Nimbus Mono PS"/>
              </a:defRPr>
            </a:lvl2pPr>
            <a:lvl3pPr>
              <a:defRPr sz="2325" b="1" i="0">
                <a:solidFill>
                  <a:srgbClr val="193244"/>
                </a:solidFill>
                <a:latin typeface="Nimbus Mono PS"/>
                <a:ea typeface="Nimbus Mono PS"/>
                <a:cs typeface="Nimbus Mono PS"/>
              </a:defRPr>
            </a:lvl3pPr>
            <a:lvl4pPr>
              <a:defRPr sz="2325" b="1" i="0">
                <a:solidFill>
                  <a:srgbClr val="193244"/>
                </a:solidFill>
                <a:latin typeface="Nimbus Mono PS"/>
                <a:ea typeface="Nimbus Mono PS"/>
                <a:cs typeface="Nimbus Mono PS"/>
              </a:defRPr>
            </a:lvl4pPr>
            <a:lvl5pPr>
              <a:defRPr sz="2325" b="1" i="0">
                <a:solidFill>
                  <a:srgbClr val="193244"/>
                </a:solidFill>
                <a:latin typeface="Nimbus Mono PS"/>
                <a:ea typeface="Nimbus Mono PS"/>
                <a:cs typeface="Nimbus Mono PS"/>
              </a:defRPr>
            </a:lvl5pPr>
            <a:lvl6pPr>
              <a:defRPr sz="2325" b="1" i="0">
                <a:solidFill>
                  <a:srgbClr val="193244"/>
                </a:solidFill>
                <a:latin typeface="Nimbus Mono PS"/>
                <a:ea typeface="Nimbus Mono PS"/>
                <a:cs typeface="Nimbus Mono PS"/>
              </a:defRPr>
            </a:lvl6pPr>
            <a:lvl7pPr>
              <a:defRPr sz="2325" b="1" i="0">
                <a:solidFill>
                  <a:srgbClr val="193244"/>
                </a:solidFill>
                <a:latin typeface="Nimbus Mono PS"/>
                <a:ea typeface="Nimbus Mono PS"/>
                <a:cs typeface="Nimbus Mono PS"/>
              </a:defRPr>
            </a:lvl7pPr>
            <a:lvl8pPr>
              <a:defRPr sz="2325" b="1" i="0">
                <a:solidFill>
                  <a:srgbClr val="193244"/>
                </a:solidFill>
                <a:latin typeface="Nimbus Mono PS"/>
                <a:ea typeface="Nimbus Mono PS"/>
                <a:cs typeface="Nimbus Mono PS"/>
              </a:defRPr>
            </a:lvl8pPr>
            <a:lvl9pPr>
              <a:defRPr sz="2325" b="1" i="0">
                <a:solidFill>
                  <a:srgbClr val="193244"/>
                </a:solidFill>
                <a:latin typeface="Nimbus Mono PS"/>
                <a:ea typeface="Nimbus Mono PS"/>
                <a:cs typeface="Nimbus Mono PS"/>
              </a:defRPr>
            </a:lvl9pPr>
          </a:lstStyle>
          <a:p xmlns:a="http://schemas.openxmlformats.org/drawingml/2006/main">
            <a:pPr>
              <a:defRPr sz="2325" b="1" i="0">
                <a:solidFill>
                  <a:srgbClr val="193244"/>
                </a:solidFill>
                <a:latin typeface="Nimbus Mono PS"/>
                <a:ea typeface="Nimbus Mono PS"/>
                <a:cs typeface="Nimbus Mono PS"/>
              </a:defRPr>
            </a:pPr>
            <a:r>
              <a:rPr sz="2325" b="1" i="0">
                <a:solidFill>
                  <a:srgbClr val="193244"/>
                </a:solidFill>
                <a:latin typeface="Nimbus Mono PS"/>
                <a:ea typeface="Nimbus Mono PS"/>
                <a:cs typeface="Nimbus Mono PS"/>
              </a:rPr>
              <a:t>config.yml</a:t>
            </a:r>
          </a:p>
        </p:txBody>
      </p:sp>
      <p:sp>
        <p:nvSpPr>
          <p:cNvPr id="14" name="text-12">
            <a:extLst xmlns:a="http://schemas.openxmlformats.org/drawingml/2006/main">
              <a:ext uri="{FF2B5EF4-FFF2-40B4-BE49-F238E27FC236}">
                <a16:creationId xmlns:a16="http://schemas.microsoft.com/office/drawing/2014/main" id="{3FE6AD75-B138-481D-BAB9-23A4EB7E0810}"/>
              </a:ext>
            </a:extLst>
          </p:cNvPr>
          <p:cNvSpPr>
            <a:spLocks xmlns:a="http://schemas.openxmlformats.org/drawingml/2006/main" noGrp="1"/>
          </p:cNvSpPr>
          <p:nvPr/>
        </p:nvSpPr>
        <p:spPr>
          <a:xfrm xmlns:a="http://schemas.openxmlformats.org/drawingml/2006/main">
            <a:off x="857250" y="5753100"/>
            <a:ext cx="60960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75" b="0" i="0">
                <a:solidFill>
                  <a:srgbClr val="193244"/>
                </a:solidFill>
                <a:latin typeface="Nimbus Sans"/>
                <a:ea typeface="Nimbus Sans"/>
                <a:cs typeface="Nimbus Sans"/>
              </a:defRPr>
            </a:defPPr>
            <a:lvl1pPr>
              <a:defRPr sz="2175" b="0" i="0">
                <a:solidFill>
                  <a:srgbClr val="193244"/>
                </a:solidFill>
                <a:latin typeface="Nimbus Sans"/>
                <a:ea typeface="Nimbus Sans"/>
                <a:cs typeface="Nimbus Sans"/>
              </a:defRPr>
            </a:lvl1pPr>
            <a:lvl2pPr>
              <a:defRPr sz="2175" b="0" i="0">
                <a:solidFill>
                  <a:srgbClr val="193244"/>
                </a:solidFill>
                <a:latin typeface="Nimbus Sans"/>
                <a:ea typeface="Nimbus Sans"/>
                <a:cs typeface="Nimbus Sans"/>
              </a:defRPr>
            </a:lvl2pPr>
            <a:lvl3pPr>
              <a:defRPr sz="2175" b="0" i="0">
                <a:solidFill>
                  <a:srgbClr val="193244"/>
                </a:solidFill>
                <a:latin typeface="Nimbus Sans"/>
                <a:ea typeface="Nimbus Sans"/>
                <a:cs typeface="Nimbus Sans"/>
              </a:defRPr>
            </a:lvl3pPr>
            <a:lvl4pPr>
              <a:defRPr sz="2175" b="0" i="0">
                <a:solidFill>
                  <a:srgbClr val="193244"/>
                </a:solidFill>
                <a:latin typeface="Nimbus Sans"/>
                <a:ea typeface="Nimbus Sans"/>
                <a:cs typeface="Nimbus Sans"/>
              </a:defRPr>
            </a:lvl4pPr>
            <a:lvl5pPr>
              <a:defRPr sz="2175" b="0" i="0">
                <a:solidFill>
                  <a:srgbClr val="193244"/>
                </a:solidFill>
                <a:latin typeface="Nimbus Sans"/>
                <a:ea typeface="Nimbus Sans"/>
                <a:cs typeface="Nimbus Sans"/>
              </a:defRPr>
            </a:lvl5pPr>
            <a:lvl6pPr>
              <a:defRPr sz="2175" b="0" i="0">
                <a:solidFill>
                  <a:srgbClr val="193244"/>
                </a:solidFill>
                <a:latin typeface="Nimbus Sans"/>
                <a:ea typeface="Nimbus Sans"/>
                <a:cs typeface="Nimbus Sans"/>
              </a:defRPr>
            </a:lvl6pPr>
            <a:lvl7pPr>
              <a:defRPr sz="2175" b="0" i="0">
                <a:solidFill>
                  <a:srgbClr val="193244"/>
                </a:solidFill>
                <a:latin typeface="Nimbus Sans"/>
                <a:ea typeface="Nimbus Sans"/>
                <a:cs typeface="Nimbus Sans"/>
              </a:defRPr>
            </a:lvl7pPr>
            <a:lvl8pPr>
              <a:defRPr sz="2175" b="0" i="0">
                <a:solidFill>
                  <a:srgbClr val="193244"/>
                </a:solidFill>
                <a:latin typeface="Nimbus Sans"/>
                <a:ea typeface="Nimbus Sans"/>
                <a:cs typeface="Nimbus Sans"/>
              </a:defRPr>
            </a:lvl8pPr>
            <a:lvl9pPr>
              <a:defRPr sz="2175" b="0" i="0">
                <a:solidFill>
                  <a:srgbClr val="193244"/>
                </a:solidFill>
                <a:latin typeface="Nimbus Sans"/>
                <a:ea typeface="Nimbus Sans"/>
                <a:cs typeface="Nimbus Sans"/>
              </a:defRPr>
            </a:lvl9pPr>
          </a:lstStyle>
          <a:p xmlns:a="http://schemas.openxmlformats.org/drawingml/2006/main">
            <a:pPr>
              <a:defRPr sz="2175" b="0" i="0">
                <a:solidFill>
                  <a:srgbClr val="193244"/>
                </a:solidFill>
                <a:latin typeface="Nimbus Sans"/>
                <a:ea typeface="Nimbus Sans"/>
                <a:cs typeface="Nimbus Sans"/>
              </a:defRPr>
            </a:pPr>
            <a:r>
              <a:rPr sz="2175" b="0" i="0">
                <a:solidFill>
                  <a:srgbClr val="193244"/>
                </a:solidFill>
                <a:latin typeface="Nimbus Sans"/>
                <a:ea typeface="Nimbus Sans"/>
                <a:cs typeface="Nimbus Sans"/>
              </a:rPr>
              <a:t>Parâmetros ajustáveis em um único arquivo.</a:t>
            </a:r>
          </a:p>
          <a:p xmlns:a="http://schemas.openxmlformats.org/drawingml/2006/main">
            <a:pPr>
              <a:defRPr sz="2175" b="0" i="0">
                <a:solidFill>
                  <a:srgbClr val="193244"/>
                </a:solidFill>
                <a:latin typeface="Nimbus Sans"/>
                <a:ea typeface="Nimbus Sans"/>
                <a:cs typeface="Nimbus Sans"/>
              </a:defRPr>
            </a:pPr>
            <a:r>
              <a:rPr sz="2175" b="0" i="0">
                <a:solidFill>
                  <a:srgbClr val="193244"/>
                </a:solidFill>
                <a:latin typeface="Nimbus Sans"/>
                <a:ea typeface="Nimbus Sans"/>
                <a:cs typeface="Nimbus Sans"/>
              </a:rPr>
              <a:t>Cada chave explica seu uso e as funções consumidoras.</a:t>
            </a:r>
          </a:p>
        </p:txBody>
      </p:sp>
      <p:sp>
        <p:nvSpPr>
          <p:cNvPr id="15" name="text-13">
            <a:extLst xmlns:a="http://schemas.openxmlformats.org/drawingml/2006/main">
              <a:ext uri="{FF2B5EF4-FFF2-40B4-BE49-F238E27FC236}">
                <a16:creationId xmlns:a16="http://schemas.microsoft.com/office/drawing/2014/main" id="{8E25CBED-D33E-4528-A65F-01C2EB6D07E1}"/>
              </a:ext>
            </a:extLst>
          </p:cNvPr>
          <p:cNvSpPr>
            <a:spLocks xmlns:a="http://schemas.openxmlformats.org/drawingml/2006/main" noGrp="1"/>
          </p:cNvSpPr>
          <p:nvPr/>
        </p:nvSpPr>
        <p:spPr>
          <a:xfrm xmlns:a="http://schemas.openxmlformats.org/drawingml/2006/main">
            <a:off x="8372475" y="5181600"/>
            <a:ext cx="6096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325" b="1" i="0">
                <a:solidFill>
                  <a:srgbClr val="193244"/>
                </a:solidFill>
                <a:latin typeface="Nimbus Mono PS"/>
                <a:ea typeface="Nimbus Mono PS"/>
                <a:cs typeface="Nimbus Mono PS"/>
              </a:defRPr>
            </a:defPPr>
            <a:lvl1pPr>
              <a:defRPr sz="2325" b="1" i="0">
                <a:solidFill>
                  <a:srgbClr val="193244"/>
                </a:solidFill>
                <a:latin typeface="Nimbus Mono PS"/>
                <a:ea typeface="Nimbus Mono PS"/>
                <a:cs typeface="Nimbus Mono PS"/>
              </a:defRPr>
            </a:lvl1pPr>
            <a:lvl2pPr>
              <a:defRPr sz="2325" b="1" i="0">
                <a:solidFill>
                  <a:srgbClr val="193244"/>
                </a:solidFill>
                <a:latin typeface="Nimbus Mono PS"/>
                <a:ea typeface="Nimbus Mono PS"/>
                <a:cs typeface="Nimbus Mono PS"/>
              </a:defRPr>
            </a:lvl2pPr>
            <a:lvl3pPr>
              <a:defRPr sz="2325" b="1" i="0">
                <a:solidFill>
                  <a:srgbClr val="193244"/>
                </a:solidFill>
                <a:latin typeface="Nimbus Mono PS"/>
                <a:ea typeface="Nimbus Mono PS"/>
                <a:cs typeface="Nimbus Mono PS"/>
              </a:defRPr>
            </a:lvl3pPr>
            <a:lvl4pPr>
              <a:defRPr sz="2325" b="1" i="0">
                <a:solidFill>
                  <a:srgbClr val="193244"/>
                </a:solidFill>
                <a:latin typeface="Nimbus Mono PS"/>
                <a:ea typeface="Nimbus Mono PS"/>
                <a:cs typeface="Nimbus Mono PS"/>
              </a:defRPr>
            </a:lvl4pPr>
            <a:lvl5pPr>
              <a:defRPr sz="2325" b="1" i="0">
                <a:solidFill>
                  <a:srgbClr val="193244"/>
                </a:solidFill>
                <a:latin typeface="Nimbus Mono PS"/>
                <a:ea typeface="Nimbus Mono PS"/>
                <a:cs typeface="Nimbus Mono PS"/>
              </a:defRPr>
            </a:lvl5pPr>
            <a:lvl6pPr>
              <a:defRPr sz="2325" b="1" i="0">
                <a:solidFill>
                  <a:srgbClr val="193244"/>
                </a:solidFill>
                <a:latin typeface="Nimbus Mono PS"/>
                <a:ea typeface="Nimbus Mono PS"/>
                <a:cs typeface="Nimbus Mono PS"/>
              </a:defRPr>
            </a:lvl6pPr>
            <a:lvl7pPr>
              <a:defRPr sz="2325" b="1" i="0">
                <a:solidFill>
                  <a:srgbClr val="193244"/>
                </a:solidFill>
                <a:latin typeface="Nimbus Mono PS"/>
                <a:ea typeface="Nimbus Mono PS"/>
                <a:cs typeface="Nimbus Mono PS"/>
              </a:defRPr>
            </a:lvl7pPr>
            <a:lvl8pPr>
              <a:defRPr sz="2325" b="1" i="0">
                <a:solidFill>
                  <a:srgbClr val="193244"/>
                </a:solidFill>
                <a:latin typeface="Nimbus Mono PS"/>
                <a:ea typeface="Nimbus Mono PS"/>
                <a:cs typeface="Nimbus Mono PS"/>
              </a:defRPr>
            </a:lvl8pPr>
            <a:lvl9pPr>
              <a:defRPr sz="2325" b="1" i="0">
                <a:solidFill>
                  <a:srgbClr val="193244"/>
                </a:solidFill>
                <a:latin typeface="Nimbus Mono PS"/>
                <a:ea typeface="Nimbus Mono PS"/>
                <a:cs typeface="Nimbus Mono PS"/>
              </a:defRPr>
            </a:lvl9pPr>
          </a:lstStyle>
          <a:p xmlns:a="http://schemas.openxmlformats.org/drawingml/2006/main">
            <a:pPr>
              <a:defRPr sz="2325" b="1" i="0">
                <a:solidFill>
                  <a:srgbClr val="193244"/>
                </a:solidFill>
                <a:latin typeface="Nimbus Mono PS"/>
                <a:ea typeface="Nimbus Mono PS"/>
                <a:cs typeface="Nimbus Mono PS"/>
              </a:defRPr>
            </a:pPr>
            <a:r>
              <a:rPr sz="2325" b="1" i="0">
                <a:solidFill>
                  <a:srgbClr val="193244"/>
                </a:solidFill>
                <a:latin typeface="Nimbus Mono PS"/>
                <a:ea typeface="Nimbus Mono PS"/>
                <a:cs typeface="Nimbus Mono PS"/>
              </a:rPr>
              <a:t>validate_pipeline.ipynb</a:t>
            </a:r>
          </a:p>
        </p:txBody>
      </p:sp>
      <p:sp>
        <p:nvSpPr>
          <p:cNvPr id="16" name="text-14">
            <a:extLst xmlns:a="http://schemas.openxmlformats.org/drawingml/2006/main">
              <a:ext uri="{FF2B5EF4-FFF2-40B4-BE49-F238E27FC236}">
                <a16:creationId xmlns:a16="http://schemas.microsoft.com/office/drawing/2014/main" id="{43F1E09F-EE7B-4FB4-B444-76520BC509BA}"/>
              </a:ext>
            </a:extLst>
          </p:cNvPr>
          <p:cNvSpPr>
            <a:spLocks xmlns:a="http://schemas.openxmlformats.org/drawingml/2006/main" noGrp="1"/>
          </p:cNvSpPr>
          <p:nvPr/>
        </p:nvSpPr>
        <p:spPr>
          <a:xfrm xmlns:a="http://schemas.openxmlformats.org/drawingml/2006/main">
            <a:off x="8372475" y="5753100"/>
            <a:ext cx="60960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75" b="0" i="0">
                <a:solidFill>
                  <a:srgbClr val="193244"/>
                </a:solidFill>
                <a:latin typeface="Nimbus Sans"/>
                <a:ea typeface="Nimbus Sans"/>
                <a:cs typeface="Nimbus Sans"/>
              </a:defRPr>
            </a:defPPr>
            <a:lvl1pPr>
              <a:defRPr sz="2175" b="0" i="0">
                <a:solidFill>
                  <a:srgbClr val="193244"/>
                </a:solidFill>
                <a:latin typeface="Nimbus Sans"/>
                <a:ea typeface="Nimbus Sans"/>
                <a:cs typeface="Nimbus Sans"/>
              </a:defRPr>
            </a:lvl1pPr>
            <a:lvl2pPr>
              <a:defRPr sz="2175" b="0" i="0">
                <a:solidFill>
                  <a:srgbClr val="193244"/>
                </a:solidFill>
                <a:latin typeface="Nimbus Sans"/>
                <a:ea typeface="Nimbus Sans"/>
                <a:cs typeface="Nimbus Sans"/>
              </a:defRPr>
            </a:lvl2pPr>
            <a:lvl3pPr>
              <a:defRPr sz="2175" b="0" i="0">
                <a:solidFill>
                  <a:srgbClr val="193244"/>
                </a:solidFill>
                <a:latin typeface="Nimbus Sans"/>
                <a:ea typeface="Nimbus Sans"/>
                <a:cs typeface="Nimbus Sans"/>
              </a:defRPr>
            </a:lvl3pPr>
            <a:lvl4pPr>
              <a:defRPr sz="2175" b="0" i="0">
                <a:solidFill>
                  <a:srgbClr val="193244"/>
                </a:solidFill>
                <a:latin typeface="Nimbus Sans"/>
                <a:ea typeface="Nimbus Sans"/>
                <a:cs typeface="Nimbus Sans"/>
              </a:defRPr>
            </a:lvl4pPr>
            <a:lvl5pPr>
              <a:defRPr sz="2175" b="0" i="0">
                <a:solidFill>
                  <a:srgbClr val="193244"/>
                </a:solidFill>
                <a:latin typeface="Nimbus Sans"/>
                <a:ea typeface="Nimbus Sans"/>
                <a:cs typeface="Nimbus Sans"/>
              </a:defRPr>
            </a:lvl5pPr>
            <a:lvl6pPr>
              <a:defRPr sz="2175" b="0" i="0">
                <a:solidFill>
                  <a:srgbClr val="193244"/>
                </a:solidFill>
                <a:latin typeface="Nimbus Sans"/>
                <a:ea typeface="Nimbus Sans"/>
                <a:cs typeface="Nimbus Sans"/>
              </a:defRPr>
            </a:lvl6pPr>
            <a:lvl7pPr>
              <a:defRPr sz="2175" b="0" i="0">
                <a:solidFill>
                  <a:srgbClr val="193244"/>
                </a:solidFill>
                <a:latin typeface="Nimbus Sans"/>
                <a:ea typeface="Nimbus Sans"/>
                <a:cs typeface="Nimbus Sans"/>
              </a:defRPr>
            </a:lvl7pPr>
            <a:lvl8pPr>
              <a:defRPr sz="2175" b="0" i="0">
                <a:solidFill>
                  <a:srgbClr val="193244"/>
                </a:solidFill>
                <a:latin typeface="Nimbus Sans"/>
                <a:ea typeface="Nimbus Sans"/>
                <a:cs typeface="Nimbus Sans"/>
              </a:defRPr>
            </a:lvl8pPr>
            <a:lvl9pPr>
              <a:defRPr sz="2175" b="0" i="0">
                <a:solidFill>
                  <a:srgbClr val="193244"/>
                </a:solidFill>
                <a:latin typeface="Nimbus Sans"/>
                <a:ea typeface="Nimbus Sans"/>
                <a:cs typeface="Nimbus Sans"/>
              </a:defRPr>
            </a:lvl9pPr>
          </a:lstStyle>
          <a:p xmlns:a="http://schemas.openxmlformats.org/drawingml/2006/main">
            <a:pPr>
              <a:defRPr sz="2175" b="0" i="0">
                <a:solidFill>
                  <a:srgbClr val="193244"/>
                </a:solidFill>
                <a:latin typeface="Nimbus Sans"/>
                <a:ea typeface="Nimbus Sans"/>
                <a:cs typeface="Nimbus Sans"/>
              </a:defRPr>
            </a:pPr>
            <a:r>
              <a:rPr sz="2175" b="0" i="0">
                <a:solidFill>
                  <a:srgbClr val="193244"/>
                </a:solidFill>
                <a:latin typeface="Nimbus Sans"/>
                <a:ea typeface="Nimbus Sans"/>
                <a:cs typeface="Nimbus Sans"/>
              </a:rPr>
              <a:t>Importa os mesmos módulos e a configuração.</a:t>
            </a:r>
          </a:p>
          <a:p xmlns:a="http://schemas.openxmlformats.org/drawingml/2006/main">
            <a:pPr>
              <a:defRPr sz="2175" b="0" i="0">
                <a:solidFill>
                  <a:srgbClr val="193244"/>
                </a:solidFill>
                <a:latin typeface="Nimbus Sans"/>
                <a:ea typeface="Nimbus Sans"/>
                <a:cs typeface="Nimbus Sans"/>
              </a:defRPr>
            </a:pPr>
            <a:r>
              <a:rPr sz="2175" b="0" i="0">
                <a:solidFill>
                  <a:srgbClr val="193244"/>
                </a:solidFill>
                <a:latin typeface="Nimbus Sans"/>
                <a:ea typeface="Nimbus Sans"/>
                <a:cs typeface="Nimbus Sans"/>
              </a:rPr>
              <a:t>Uma etapa por célula, com saídas para inspeção.</a:t>
            </a:r>
          </a:p>
        </p:txBody>
      </p:sp>
      <p:sp>
        <p:nvSpPr>
          <p:cNvPr id="17" name="text-15">
            <a:extLst xmlns:a="http://schemas.openxmlformats.org/drawingml/2006/main">
              <a:ext uri="{FF2B5EF4-FFF2-40B4-BE49-F238E27FC236}">
                <a16:creationId xmlns:a16="http://schemas.microsoft.com/office/drawing/2014/main" id="{943E9E65-763D-474C-B607-0CE4A2B5C609}"/>
              </a:ext>
            </a:extLst>
          </p:cNvPr>
          <p:cNvSpPr>
            <a:spLocks xmlns:a="http://schemas.openxmlformats.org/drawingml/2006/main" noGrp="1"/>
          </p:cNvSpPr>
          <p:nvPr/>
        </p:nvSpPr>
        <p:spPr>
          <a:xfrm xmlns:a="http://schemas.openxmlformats.org/drawingml/2006/main">
            <a:off x="857250" y="7410450"/>
            <a:ext cx="13335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250" b="0" i="1">
                <a:solidFill>
                  <a:srgbClr val="B9502E"/>
                </a:solidFill>
                <a:latin typeface="Nimbus Sans"/>
                <a:ea typeface="Nimbus Sans"/>
                <a:cs typeface="Nimbus Sans"/>
              </a:defRPr>
            </a:defPPr>
            <a:lvl1pPr>
              <a:defRPr sz="2250" b="0" i="1">
                <a:solidFill>
                  <a:srgbClr val="B9502E"/>
                </a:solidFill>
                <a:latin typeface="Nimbus Sans"/>
                <a:ea typeface="Nimbus Sans"/>
                <a:cs typeface="Nimbus Sans"/>
              </a:defRPr>
            </a:lvl1pPr>
            <a:lvl2pPr>
              <a:defRPr sz="2250" b="0" i="1">
                <a:solidFill>
                  <a:srgbClr val="B9502E"/>
                </a:solidFill>
                <a:latin typeface="Nimbus Sans"/>
                <a:ea typeface="Nimbus Sans"/>
                <a:cs typeface="Nimbus Sans"/>
              </a:defRPr>
            </a:lvl2pPr>
            <a:lvl3pPr>
              <a:defRPr sz="2250" b="0" i="1">
                <a:solidFill>
                  <a:srgbClr val="B9502E"/>
                </a:solidFill>
                <a:latin typeface="Nimbus Sans"/>
                <a:ea typeface="Nimbus Sans"/>
                <a:cs typeface="Nimbus Sans"/>
              </a:defRPr>
            </a:lvl3pPr>
            <a:lvl4pPr>
              <a:defRPr sz="2250" b="0" i="1">
                <a:solidFill>
                  <a:srgbClr val="B9502E"/>
                </a:solidFill>
                <a:latin typeface="Nimbus Sans"/>
                <a:ea typeface="Nimbus Sans"/>
                <a:cs typeface="Nimbus Sans"/>
              </a:defRPr>
            </a:lvl4pPr>
            <a:lvl5pPr>
              <a:defRPr sz="2250" b="0" i="1">
                <a:solidFill>
                  <a:srgbClr val="B9502E"/>
                </a:solidFill>
                <a:latin typeface="Nimbus Sans"/>
                <a:ea typeface="Nimbus Sans"/>
                <a:cs typeface="Nimbus Sans"/>
              </a:defRPr>
            </a:lvl5pPr>
            <a:lvl6pPr>
              <a:defRPr sz="2250" b="0" i="1">
                <a:solidFill>
                  <a:srgbClr val="B9502E"/>
                </a:solidFill>
                <a:latin typeface="Nimbus Sans"/>
                <a:ea typeface="Nimbus Sans"/>
                <a:cs typeface="Nimbus Sans"/>
              </a:defRPr>
            </a:lvl6pPr>
            <a:lvl7pPr>
              <a:defRPr sz="2250" b="0" i="1">
                <a:solidFill>
                  <a:srgbClr val="B9502E"/>
                </a:solidFill>
                <a:latin typeface="Nimbus Sans"/>
                <a:ea typeface="Nimbus Sans"/>
                <a:cs typeface="Nimbus Sans"/>
              </a:defRPr>
            </a:lvl7pPr>
            <a:lvl8pPr>
              <a:defRPr sz="2250" b="0" i="1">
                <a:solidFill>
                  <a:srgbClr val="B9502E"/>
                </a:solidFill>
                <a:latin typeface="Nimbus Sans"/>
                <a:ea typeface="Nimbus Sans"/>
                <a:cs typeface="Nimbus Sans"/>
              </a:defRPr>
            </a:lvl8pPr>
            <a:lvl9pPr>
              <a:defRPr sz="2250" b="0" i="1">
                <a:solidFill>
                  <a:srgbClr val="B9502E"/>
                </a:solidFill>
                <a:latin typeface="Nimbus Sans"/>
                <a:ea typeface="Nimbus Sans"/>
                <a:cs typeface="Nimbus Sans"/>
              </a:defRPr>
            </a:lvl9pPr>
          </a:lstStyle>
          <a:p xmlns:a="http://schemas.openxmlformats.org/drawingml/2006/main">
            <a:pPr>
              <a:defRPr sz="2250" b="0" i="1">
                <a:solidFill>
                  <a:srgbClr val="B9502E"/>
                </a:solidFill>
                <a:latin typeface="Nimbus Sans"/>
                <a:ea typeface="Nimbus Sans"/>
                <a:cs typeface="Nimbus Sans"/>
              </a:defRPr>
            </a:pPr>
            <a:r>
              <a:rPr sz="2250" b="0" i="1">
                <a:solidFill>
                  <a:srgbClr val="B9502E"/>
                </a:solidFill>
                <a:latin typeface="Nimbus Sans"/>
                <a:ea typeface="Nimbus Sans"/>
                <a:cs typeface="Nimbus Sans"/>
              </a:rPr>
              <a:t>Execução principal: uv run python main.py</a:t>
            </a:r>
          </a:p>
        </p:txBody>
      </p:sp>
    </p:spTree>
    <p:extLst>
      <p:ext uri="{BB962C8B-B14F-4D97-AF65-F5344CB8AC3E}">
        <p14:creationId xmlns:p14="http://schemas.microsoft.com/office/powerpoint/2010/main" val="2064771241"/>
      </p:ext>
    </p:extLst>
  </p:cSld>
</p:sld>
</file>

<file path=ppt/slides/slide14.xml><?xml version="1.0" encoding="utf-8"?>
<p:sld xmlns:p="http://schemas.openxmlformats.org/presentationml/2006/main">
  <p:cSld>
    <p:bg>
      <p:bgPr>
        <a:solidFill xmlns:a="http://schemas.openxmlformats.org/drawingml/2006/main">
          <a:srgbClr val="FCFAF5"/>
        </a:solidFill>
      </p:bgPr>
    </p:bg>
    <p:spTree>
      <p:nvGrpSpPr>
        <p:cNvPr id="1" name=""/>
        <p:cNvGrpSpPr/>
        <p:nvPr/>
      </p:nvGrpSpPr>
      <p:grpSpPr>
        <a:xfrm xmlns:a="http://schemas.openxmlformats.org/drawingml/2006/main"/>
      </p:grpSpPr>
      <p:pic>
        <p:nvPicPr>
          <p:cNvPr id="15" name="">
            <a:extLst xmlns:a="http://schemas.openxmlformats.org/drawingml/2006/main">
              <a:ext uri="{FF2B5EF4-FFF2-40B4-BE49-F238E27FC236}">
                <a16:creationId xmlns:a16="http://schemas.microsoft.com/office/drawing/2014/main" id="{C6DFCFBF-D277-4732-BA0C-B96A11F11A14}"/>
              </a:ext>
            </a:extLst>
          </p:cNvPr>
          <p:cNvPicPr>
            <a:picLocks xmlns:a="http://schemas.openxmlformats.org/drawingml/2006/main" noChangeAspect="1"/>
          </p:cNvPicPr>
          <p:nvPr/>
        </p:nvPicPr>
        <p:blipFill>
          <a:blip xmlns:r="http://schemas.openxmlformats.org/officeDocument/2006/relationships" xmlns:a="http://schemas.openxmlformats.org/drawingml/2006/main" r:embed="R97052d1597084051"/>
          <a:srcRect xmlns:a="http://schemas.openxmlformats.org/drawingml/2006/main" l="0" t="27" r="0" b="27"/>
          <a:stretch xmlns:a="http://schemas.openxmlformats.org/drawingml/2006/main">
            <a:fillRect l="0" t="0" r="0" b="0"/>
          </a:stretch>
        </p:blipFill>
        <p:spPr>
          <a:xfrm xmlns:a="http://schemas.openxmlformats.org/drawingml/2006/main">
            <a:off x="0" y="0"/>
            <a:ext cx="15240000" cy="8572500"/>
          </a:xfrm>
          <a:prstGeom xmlns:a="http://schemas.openxmlformats.org/drawingml/2006/main" prst="rect">
            <a:avLst/>
          </a:prstGeom>
        </p:spPr>
      </p:pic>
      <p:sp>
        <p:nvSpPr>
          <p:cNvPr id="2" name="text-0">
            <a:extLst xmlns:a="http://schemas.openxmlformats.org/drawingml/2006/main">
              <a:ext uri="{FF2B5EF4-FFF2-40B4-BE49-F238E27FC236}">
                <a16:creationId xmlns:a16="http://schemas.microsoft.com/office/drawing/2014/main" id="{1298797E-3F89-40D2-B10D-A8A4172B9A7F}"/>
              </a:ext>
            </a:extLst>
          </p:cNvPr>
          <p:cNvSpPr>
            <a:spLocks xmlns:a="http://schemas.openxmlformats.org/drawingml/2006/main" noGrp="1"/>
          </p:cNvSpPr>
          <p:nvPr/>
        </p:nvSpPr>
        <p:spPr>
          <a:xfrm xmlns:a="http://schemas.openxmlformats.org/drawingml/2006/main">
            <a:off x="723900" y="523875"/>
            <a:ext cx="137922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75" b="1" i="0">
                <a:solidFill>
                  <a:srgbClr val="193244"/>
                </a:solidFill>
                <a:latin typeface="Nimbus Mono PS"/>
                <a:ea typeface="Nimbus Mono PS"/>
                <a:cs typeface="Nimbus Mono PS"/>
              </a:defRPr>
            </a:defPPr>
            <a:lvl1pPr>
              <a:defRPr sz="3375" b="1" i="0">
                <a:solidFill>
                  <a:srgbClr val="193244"/>
                </a:solidFill>
                <a:latin typeface="Nimbus Mono PS"/>
                <a:ea typeface="Nimbus Mono PS"/>
                <a:cs typeface="Nimbus Mono PS"/>
              </a:defRPr>
            </a:lvl1pPr>
            <a:lvl2pPr>
              <a:defRPr sz="3375" b="1" i="0">
                <a:solidFill>
                  <a:srgbClr val="193244"/>
                </a:solidFill>
                <a:latin typeface="Nimbus Mono PS"/>
                <a:ea typeface="Nimbus Mono PS"/>
                <a:cs typeface="Nimbus Mono PS"/>
              </a:defRPr>
            </a:lvl2pPr>
            <a:lvl3pPr>
              <a:defRPr sz="3375" b="1" i="0">
                <a:solidFill>
                  <a:srgbClr val="193244"/>
                </a:solidFill>
                <a:latin typeface="Nimbus Mono PS"/>
                <a:ea typeface="Nimbus Mono PS"/>
                <a:cs typeface="Nimbus Mono PS"/>
              </a:defRPr>
            </a:lvl3pPr>
            <a:lvl4pPr>
              <a:defRPr sz="3375" b="1" i="0">
                <a:solidFill>
                  <a:srgbClr val="193244"/>
                </a:solidFill>
                <a:latin typeface="Nimbus Mono PS"/>
                <a:ea typeface="Nimbus Mono PS"/>
                <a:cs typeface="Nimbus Mono PS"/>
              </a:defRPr>
            </a:lvl4pPr>
            <a:lvl5pPr>
              <a:defRPr sz="3375" b="1" i="0">
                <a:solidFill>
                  <a:srgbClr val="193244"/>
                </a:solidFill>
                <a:latin typeface="Nimbus Mono PS"/>
                <a:ea typeface="Nimbus Mono PS"/>
                <a:cs typeface="Nimbus Mono PS"/>
              </a:defRPr>
            </a:lvl5pPr>
            <a:lvl6pPr>
              <a:defRPr sz="3375" b="1" i="0">
                <a:solidFill>
                  <a:srgbClr val="193244"/>
                </a:solidFill>
                <a:latin typeface="Nimbus Mono PS"/>
                <a:ea typeface="Nimbus Mono PS"/>
                <a:cs typeface="Nimbus Mono PS"/>
              </a:defRPr>
            </a:lvl6pPr>
            <a:lvl7pPr>
              <a:defRPr sz="3375" b="1" i="0">
                <a:solidFill>
                  <a:srgbClr val="193244"/>
                </a:solidFill>
                <a:latin typeface="Nimbus Mono PS"/>
                <a:ea typeface="Nimbus Mono PS"/>
                <a:cs typeface="Nimbus Mono PS"/>
              </a:defRPr>
            </a:lvl7pPr>
            <a:lvl8pPr>
              <a:defRPr sz="3375" b="1" i="0">
                <a:solidFill>
                  <a:srgbClr val="193244"/>
                </a:solidFill>
                <a:latin typeface="Nimbus Mono PS"/>
                <a:ea typeface="Nimbus Mono PS"/>
                <a:cs typeface="Nimbus Mono PS"/>
              </a:defRPr>
            </a:lvl8pPr>
            <a:lvl9pPr>
              <a:defRPr sz="3375" b="1" i="0">
                <a:solidFill>
                  <a:srgbClr val="193244"/>
                </a:solidFill>
                <a:latin typeface="Nimbus Mono PS"/>
                <a:ea typeface="Nimbus Mono PS"/>
                <a:cs typeface="Nimbus Mono PS"/>
              </a:defRPr>
            </a:lvl9pPr>
          </a:lstStyle>
          <a:p xmlns:a="http://schemas.openxmlformats.org/drawingml/2006/main">
            <a:pPr>
              <a:defRPr sz="3375" b="1" i="0">
                <a:solidFill>
                  <a:srgbClr val="193244"/>
                </a:solidFill>
                <a:latin typeface="Nimbus Mono PS"/>
                <a:ea typeface="Nimbus Mono PS"/>
                <a:cs typeface="Nimbus Mono PS"/>
              </a:defRPr>
            </a:pPr>
            <a:r>
              <a:rPr sz="3375" b="1" i="0">
                <a:solidFill>
                  <a:srgbClr val="193244"/>
                </a:solidFill>
                <a:latin typeface="Nimbus Mono PS"/>
                <a:ea typeface="Nimbus Mono PS"/>
                <a:cs typeface="Nimbus Mono PS"/>
              </a:rPr>
              <a:t>Skills opcionais</a:t>
            </a:r>
          </a:p>
        </p:txBody>
      </p:sp>
      <p:sp>
        <p:nvSpPr>
          <p:cNvPr id="3" name="text-1">
            <a:extLst xmlns:a="http://schemas.openxmlformats.org/drawingml/2006/main">
              <a:ext uri="{FF2B5EF4-FFF2-40B4-BE49-F238E27FC236}">
                <a16:creationId xmlns:a16="http://schemas.microsoft.com/office/drawing/2014/main" id="{5DED9F0A-3505-4A69-A9FA-A79D50221431}"/>
              </a:ext>
            </a:extLst>
          </p:cNvPr>
          <p:cNvSpPr>
            <a:spLocks xmlns:a="http://schemas.openxmlformats.org/drawingml/2006/main" noGrp="1"/>
          </p:cNvSpPr>
          <p:nvPr/>
        </p:nvSpPr>
        <p:spPr>
          <a:xfrm xmlns:a="http://schemas.openxmlformats.org/drawingml/2006/main">
            <a:off x="742950" y="1428750"/>
            <a:ext cx="13620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0" i="0">
                <a:solidFill>
                  <a:srgbClr val="54656D"/>
                </a:solidFill>
                <a:latin typeface="Nimbus Sans"/>
                <a:ea typeface="Nimbus Sans"/>
                <a:cs typeface="Nimbus Sans"/>
              </a:defRPr>
            </a:defPPr>
            <a:lvl1pPr>
              <a:defRPr sz="2025" b="0" i="0">
                <a:solidFill>
                  <a:srgbClr val="54656D"/>
                </a:solidFill>
                <a:latin typeface="Nimbus Sans"/>
                <a:ea typeface="Nimbus Sans"/>
                <a:cs typeface="Nimbus Sans"/>
              </a:defRPr>
            </a:lvl1pPr>
            <a:lvl2pPr>
              <a:defRPr sz="2025" b="0" i="0">
                <a:solidFill>
                  <a:srgbClr val="54656D"/>
                </a:solidFill>
                <a:latin typeface="Nimbus Sans"/>
                <a:ea typeface="Nimbus Sans"/>
                <a:cs typeface="Nimbus Sans"/>
              </a:defRPr>
            </a:lvl2pPr>
            <a:lvl3pPr>
              <a:defRPr sz="2025" b="0" i="0">
                <a:solidFill>
                  <a:srgbClr val="54656D"/>
                </a:solidFill>
                <a:latin typeface="Nimbus Sans"/>
                <a:ea typeface="Nimbus Sans"/>
                <a:cs typeface="Nimbus Sans"/>
              </a:defRPr>
            </a:lvl3pPr>
            <a:lvl4pPr>
              <a:defRPr sz="2025" b="0" i="0">
                <a:solidFill>
                  <a:srgbClr val="54656D"/>
                </a:solidFill>
                <a:latin typeface="Nimbus Sans"/>
                <a:ea typeface="Nimbus Sans"/>
                <a:cs typeface="Nimbus Sans"/>
              </a:defRPr>
            </a:lvl4pPr>
            <a:lvl5pPr>
              <a:defRPr sz="2025" b="0" i="0">
                <a:solidFill>
                  <a:srgbClr val="54656D"/>
                </a:solidFill>
                <a:latin typeface="Nimbus Sans"/>
                <a:ea typeface="Nimbus Sans"/>
                <a:cs typeface="Nimbus Sans"/>
              </a:defRPr>
            </a:lvl5pPr>
            <a:lvl6pPr>
              <a:defRPr sz="2025" b="0" i="0">
                <a:solidFill>
                  <a:srgbClr val="54656D"/>
                </a:solidFill>
                <a:latin typeface="Nimbus Sans"/>
                <a:ea typeface="Nimbus Sans"/>
                <a:cs typeface="Nimbus Sans"/>
              </a:defRPr>
            </a:lvl6pPr>
            <a:lvl7pPr>
              <a:defRPr sz="2025" b="0" i="0">
                <a:solidFill>
                  <a:srgbClr val="54656D"/>
                </a:solidFill>
                <a:latin typeface="Nimbus Sans"/>
                <a:ea typeface="Nimbus Sans"/>
                <a:cs typeface="Nimbus Sans"/>
              </a:defRPr>
            </a:lvl7pPr>
            <a:lvl8pPr>
              <a:defRPr sz="2025" b="0" i="0">
                <a:solidFill>
                  <a:srgbClr val="54656D"/>
                </a:solidFill>
                <a:latin typeface="Nimbus Sans"/>
                <a:ea typeface="Nimbus Sans"/>
                <a:cs typeface="Nimbus Sans"/>
              </a:defRPr>
            </a:lvl8pPr>
            <a:lvl9pPr>
              <a:defRPr sz="2025" b="0" i="0">
                <a:solidFill>
                  <a:srgbClr val="54656D"/>
                </a:solidFill>
                <a:latin typeface="Nimbus Sans"/>
                <a:ea typeface="Nimbus Sans"/>
                <a:cs typeface="Nimbus Sans"/>
              </a:defRPr>
            </a:lvl9pPr>
          </a:lstStyle>
          <a:p xmlns:a="http://schemas.openxmlformats.org/drawingml/2006/main">
            <a:pPr>
              <a:defRPr sz="2025" b="0" i="0">
                <a:solidFill>
                  <a:srgbClr val="54656D"/>
                </a:solidFill>
                <a:latin typeface="Nimbus Sans"/>
                <a:ea typeface="Nimbus Sans"/>
                <a:cs typeface="Nimbus Sans"/>
              </a:defRPr>
            </a:pPr>
            <a:r>
              <a:rPr sz="2025" b="0" i="0">
                <a:solidFill>
                  <a:srgbClr val="54656D"/>
                </a:solidFill>
                <a:latin typeface="Nimbus Sans"/>
                <a:ea typeface="Nimbus Sans"/>
                <a:cs typeface="Nimbus Sans"/>
              </a:rPr>
              <a:t>O método funciona pelos arquivos do projeto. Skills ajudam em procedimentos recorrentes.</a:t>
            </a:r>
          </a:p>
        </p:txBody>
      </p:sp>
      <p:sp>
        <p:nvSpPr>
          <p:cNvPr id="4" name="text-2">
            <a:extLst xmlns:a="http://schemas.openxmlformats.org/drawingml/2006/main">
              <a:ext uri="{FF2B5EF4-FFF2-40B4-BE49-F238E27FC236}">
                <a16:creationId xmlns:a16="http://schemas.microsoft.com/office/drawing/2014/main" id="{B50FEC7F-FC66-46D0-B33B-1A6CC6271302}"/>
              </a:ext>
            </a:extLst>
          </p:cNvPr>
          <p:cNvSpPr>
            <a:spLocks xmlns:a="http://schemas.openxmlformats.org/drawingml/2006/main" noGrp="1"/>
          </p:cNvSpPr>
          <p:nvPr/>
        </p:nvSpPr>
        <p:spPr>
          <a:xfrm xmlns:a="http://schemas.openxmlformats.org/drawingml/2006/main">
            <a:off x="742950" y="8096250"/>
            <a:ext cx="12573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00" b="0" i="0">
                <a:solidFill>
                  <a:srgbClr val="54656D"/>
                </a:solidFill>
                <a:latin typeface="Nimbus Mono PS"/>
                <a:ea typeface="Nimbus Mono PS"/>
                <a:cs typeface="Nimbus Mono PS"/>
              </a:defRPr>
            </a:defPPr>
            <a:lvl1pPr>
              <a:defRPr sz="1200" b="0" i="0">
                <a:solidFill>
                  <a:srgbClr val="54656D"/>
                </a:solidFill>
                <a:latin typeface="Nimbus Mono PS"/>
                <a:ea typeface="Nimbus Mono PS"/>
                <a:cs typeface="Nimbus Mono PS"/>
              </a:defRPr>
            </a:lvl1pPr>
            <a:lvl2pPr>
              <a:defRPr sz="1200" b="0" i="0">
                <a:solidFill>
                  <a:srgbClr val="54656D"/>
                </a:solidFill>
                <a:latin typeface="Nimbus Mono PS"/>
                <a:ea typeface="Nimbus Mono PS"/>
                <a:cs typeface="Nimbus Mono PS"/>
              </a:defRPr>
            </a:lvl2pPr>
            <a:lvl3pPr>
              <a:defRPr sz="1200" b="0" i="0">
                <a:solidFill>
                  <a:srgbClr val="54656D"/>
                </a:solidFill>
                <a:latin typeface="Nimbus Mono PS"/>
                <a:ea typeface="Nimbus Mono PS"/>
                <a:cs typeface="Nimbus Mono PS"/>
              </a:defRPr>
            </a:lvl3pPr>
            <a:lvl4pPr>
              <a:defRPr sz="1200" b="0" i="0">
                <a:solidFill>
                  <a:srgbClr val="54656D"/>
                </a:solidFill>
                <a:latin typeface="Nimbus Mono PS"/>
                <a:ea typeface="Nimbus Mono PS"/>
                <a:cs typeface="Nimbus Mono PS"/>
              </a:defRPr>
            </a:lvl4pPr>
            <a:lvl5pPr>
              <a:defRPr sz="1200" b="0" i="0">
                <a:solidFill>
                  <a:srgbClr val="54656D"/>
                </a:solidFill>
                <a:latin typeface="Nimbus Mono PS"/>
                <a:ea typeface="Nimbus Mono PS"/>
                <a:cs typeface="Nimbus Mono PS"/>
              </a:defRPr>
            </a:lvl5pPr>
            <a:lvl6pPr>
              <a:defRPr sz="1200" b="0" i="0">
                <a:solidFill>
                  <a:srgbClr val="54656D"/>
                </a:solidFill>
                <a:latin typeface="Nimbus Mono PS"/>
                <a:ea typeface="Nimbus Mono PS"/>
                <a:cs typeface="Nimbus Mono PS"/>
              </a:defRPr>
            </a:lvl6pPr>
            <a:lvl7pPr>
              <a:defRPr sz="1200" b="0" i="0">
                <a:solidFill>
                  <a:srgbClr val="54656D"/>
                </a:solidFill>
                <a:latin typeface="Nimbus Mono PS"/>
                <a:ea typeface="Nimbus Mono PS"/>
                <a:cs typeface="Nimbus Mono PS"/>
              </a:defRPr>
            </a:lvl7pPr>
            <a:lvl8pPr>
              <a:defRPr sz="1200" b="0" i="0">
                <a:solidFill>
                  <a:srgbClr val="54656D"/>
                </a:solidFill>
                <a:latin typeface="Nimbus Mono PS"/>
                <a:ea typeface="Nimbus Mono PS"/>
                <a:cs typeface="Nimbus Mono PS"/>
              </a:defRPr>
            </a:lvl8pPr>
            <a:lvl9pPr>
              <a:defRPr sz="1200" b="0" i="0">
                <a:solidFill>
                  <a:srgbClr val="54656D"/>
                </a:solidFill>
                <a:latin typeface="Nimbus Mono PS"/>
                <a:ea typeface="Nimbus Mono PS"/>
                <a:cs typeface="Nimbus Mono PS"/>
              </a:defRPr>
            </a:lvl9pPr>
          </a:lstStyle>
          <a:p xmlns:a="http://schemas.openxmlformats.org/drawingml/2006/main">
            <a:pPr>
              <a:defRPr sz="1200" b="0" i="0">
                <a:solidFill>
                  <a:srgbClr val="54656D"/>
                </a:solidFill>
                <a:latin typeface="Nimbus Mono PS"/>
                <a:ea typeface="Nimbus Mono PS"/>
                <a:cs typeface="Nimbus Mono PS"/>
              </a:defRPr>
            </a:pPr>
            <a:r>
              <a:rPr sz="1200" b="0" i="0">
                <a:solidFill>
                  <a:srgbClr val="54656D"/>
                </a:solidFill>
                <a:latin typeface="Nimbus Mono PS"/>
                <a:ea typeface="Nimbus Mono PS"/>
                <a:cs typeface="Nimbus Mono PS"/>
              </a:rPr>
              <a:t>GUIA  /  SKILLS</a:t>
            </a:r>
          </a:p>
        </p:txBody>
      </p:sp>
      <p:sp>
        <p:nvSpPr>
          <p:cNvPr id="5" name="text-3">
            <a:extLst xmlns:a="http://schemas.openxmlformats.org/drawingml/2006/main">
              <a:ext uri="{FF2B5EF4-FFF2-40B4-BE49-F238E27FC236}">
                <a16:creationId xmlns:a16="http://schemas.microsoft.com/office/drawing/2014/main" id="{45AA0E8B-04C6-4FA3-8782-235BD5336074}"/>
              </a:ext>
            </a:extLst>
          </p:cNvPr>
          <p:cNvSpPr>
            <a:spLocks xmlns:a="http://schemas.openxmlformats.org/drawingml/2006/main" noGrp="1"/>
          </p:cNvSpPr>
          <p:nvPr/>
        </p:nvSpPr>
        <p:spPr>
          <a:xfrm xmlns:a="http://schemas.openxmlformats.org/drawingml/2006/main">
            <a:off x="13944600" y="8048625"/>
            <a:ext cx="609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1" i="0">
                <a:solidFill>
                  <a:srgbClr val="B9502E"/>
                </a:solidFill>
                <a:latin typeface="Nimbus Mono PS"/>
                <a:ea typeface="Nimbus Mono PS"/>
                <a:cs typeface="Nimbus Mono PS"/>
              </a:defRPr>
            </a:defPPr>
            <a:lvl1pPr>
              <a:defRPr sz="1800" b="1" i="0">
                <a:solidFill>
                  <a:srgbClr val="B9502E"/>
                </a:solidFill>
                <a:latin typeface="Nimbus Mono PS"/>
                <a:ea typeface="Nimbus Mono PS"/>
                <a:cs typeface="Nimbus Mono PS"/>
              </a:defRPr>
            </a:lvl1pPr>
            <a:lvl2pPr>
              <a:defRPr sz="1800" b="1" i="0">
                <a:solidFill>
                  <a:srgbClr val="B9502E"/>
                </a:solidFill>
                <a:latin typeface="Nimbus Mono PS"/>
                <a:ea typeface="Nimbus Mono PS"/>
                <a:cs typeface="Nimbus Mono PS"/>
              </a:defRPr>
            </a:lvl2pPr>
            <a:lvl3pPr>
              <a:defRPr sz="1800" b="1" i="0">
                <a:solidFill>
                  <a:srgbClr val="B9502E"/>
                </a:solidFill>
                <a:latin typeface="Nimbus Mono PS"/>
                <a:ea typeface="Nimbus Mono PS"/>
                <a:cs typeface="Nimbus Mono PS"/>
              </a:defRPr>
            </a:lvl3pPr>
            <a:lvl4pPr>
              <a:defRPr sz="1800" b="1" i="0">
                <a:solidFill>
                  <a:srgbClr val="B9502E"/>
                </a:solidFill>
                <a:latin typeface="Nimbus Mono PS"/>
                <a:ea typeface="Nimbus Mono PS"/>
                <a:cs typeface="Nimbus Mono PS"/>
              </a:defRPr>
            </a:lvl4pPr>
            <a:lvl5pPr>
              <a:defRPr sz="1800" b="1" i="0">
                <a:solidFill>
                  <a:srgbClr val="B9502E"/>
                </a:solidFill>
                <a:latin typeface="Nimbus Mono PS"/>
                <a:ea typeface="Nimbus Mono PS"/>
                <a:cs typeface="Nimbus Mono PS"/>
              </a:defRPr>
            </a:lvl5pPr>
            <a:lvl6pPr>
              <a:defRPr sz="1800" b="1" i="0">
                <a:solidFill>
                  <a:srgbClr val="B9502E"/>
                </a:solidFill>
                <a:latin typeface="Nimbus Mono PS"/>
                <a:ea typeface="Nimbus Mono PS"/>
                <a:cs typeface="Nimbus Mono PS"/>
              </a:defRPr>
            </a:lvl6pPr>
            <a:lvl7pPr>
              <a:defRPr sz="1800" b="1" i="0">
                <a:solidFill>
                  <a:srgbClr val="B9502E"/>
                </a:solidFill>
                <a:latin typeface="Nimbus Mono PS"/>
                <a:ea typeface="Nimbus Mono PS"/>
                <a:cs typeface="Nimbus Mono PS"/>
              </a:defRPr>
            </a:lvl7pPr>
            <a:lvl8pPr>
              <a:defRPr sz="1800" b="1" i="0">
                <a:solidFill>
                  <a:srgbClr val="B9502E"/>
                </a:solidFill>
                <a:latin typeface="Nimbus Mono PS"/>
                <a:ea typeface="Nimbus Mono PS"/>
                <a:cs typeface="Nimbus Mono PS"/>
              </a:defRPr>
            </a:lvl8pPr>
            <a:lvl9pPr>
              <a:defRPr sz="1800" b="1" i="0">
                <a:solidFill>
                  <a:srgbClr val="B9502E"/>
                </a:solidFill>
                <a:latin typeface="Nimbus Mono PS"/>
                <a:ea typeface="Nimbus Mono PS"/>
                <a:cs typeface="Nimbus Mono PS"/>
              </a:defRPr>
            </a:lvl9pPr>
          </a:lstStyle>
          <a:p xmlns:a="http://schemas.openxmlformats.org/drawingml/2006/main">
            <a:pPr>
              <a:defRPr sz="1800" b="1" i="0">
                <a:solidFill>
                  <a:srgbClr val="B9502E"/>
                </a:solidFill>
                <a:latin typeface="Nimbus Mono PS"/>
                <a:ea typeface="Nimbus Mono PS"/>
                <a:cs typeface="Nimbus Mono PS"/>
              </a:defRPr>
            </a:pPr>
            <a:r>
              <a:rPr sz="1800" b="1" i="0">
                <a:solidFill>
                  <a:srgbClr val="B9502E"/>
                </a:solidFill>
                <a:latin typeface="Nimbus Mono PS"/>
                <a:ea typeface="Nimbus Mono PS"/>
                <a:cs typeface="Nimbus Mono PS"/>
              </a:rPr>
              <a:t>14</a:t>
            </a:r>
          </a:p>
        </p:txBody>
      </p:sp>
      <p:sp>
        <p:nvSpPr>
          <p:cNvPr id="6" name="text-4">
            <a:extLst xmlns:a="http://schemas.openxmlformats.org/drawingml/2006/main">
              <a:ext uri="{FF2B5EF4-FFF2-40B4-BE49-F238E27FC236}">
                <a16:creationId xmlns:a16="http://schemas.microsoft.com/office/drawing/2014/main" id="{4AACE3B4-5E49-4792-9528-63B1D7E00CC6}"/>
              </a:ext>
            </a:extLst>
          </p:cNvPr>
          <p:cNvSpPr>
            <a:spLocks xmlns:a="http://schemas.openxmlformats.org/drawingml/2006/main" noGrp="1"/>
          </p:cNvSpPr>
          <p:nvPr/>
        </p:nvSpPr>
        <p:spPr>
          <a:xfrm xmlns:a="http://schemas.openxmlformats.org/drawingml/2006/main">
            <a:off x="771525" y="2352675"/>
            <a:ext cx="6572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325" b="1" i="0">
                <a:solidFill>
                  <a:srgbClr val="193244"/>
                </a:solidFill>
                <a:latin typeface="Nimbus Mono PS"/>
                <a:ea typeface="Nimbus Mono PS"/>
                <a:cs typeface="Nimbus Mono PS"/>
              </a:defRPr>
            </a:defPPr>
            <a:lvl1pPr>
              <a:defRPr sz="2325" b="1" i="0">
                <a:solidFill>
                  <a:srgbClr val="193244"/>
                </a:solidFill>
                <a:latin typeface="Nimbus Mono PS"/>
                <a:ea typeface="Nimbus Mono PS"/>
                <a:cs typeface="Nimbus Mono PS"/>
              </a:defRPr>
            </a:lvl1pPr>
            <a:lvl2pPr>
              <a:defRPr sz="2325" b="1" i="0">
                <a:solidFill>
                  <a:srgbClr val="193244"/>
                </a:solidFill>
                <a:latin typeface="Nimbus Mono PS"/>
                <a:ea typeface="Nimbus Mono PS"/>
                <a:cs typeface="Nimbus Mono PS"/>
              </a:defRPr>
            </a:lvl2pPr>
            <a:lvl3pPr>
              <a:defRPr sz="2325" b="1" i="0">
                <a:solidFill>
                  <a:srgbClr val="193244"/>
                </a:solidFill>
                <a:latin typeface="Nimbus Mono PS"/>
                <a:ea typeface="Nimbus Mono PS"/>
                <a:cs typeface="Nimbus Mono PS"/>
              </a:defRPr>
            </a:lvl3pPr>
            <a:lvl4pPr>
              <a:defRPr sz="2325" b="1" i="0">
                <a:solidFill>
                  <a:srgbClr val="193244"/>
                </a:solidFill>
                <a:latin typeface="Nimbus Mono PS"/>
                <a:ea typeface="Nimbus Mono PS"/>
                <a:cs typeface="Nimbus Mono PS"/>
              </a:defRPr>
            </a:lvl4pPr>
            <a:lvl5pPr>
              <a:defRPr sz="2325" b="1" i="0">
                <a:solidFill>
                  <a:srgbClr val="193244"/>
                </a:solidFill>
                <a:latin typeface="Nimbus Mono PS"/>
                <a:ea typeface="Nimbus Mono PS"/>
                <a:cs typeface="Nimbus Mono PS"/>
              </a:defRPr>
            </a:lvl5pPr>
            <a:lvl6pPr>
              <a:defRPr sz="2325" b="1" i="0">
                <a:solidFill>
                  <a:srgbClr val="193244"/>
                </a:solidFill>
                <a:latin typeface="Nimbus Mono PS"/>
                <a:ea typeface="Nimbus Mono PS"/>
                <a:cs typeface="Nimbus Mono PS"/>
              </a:defRPr>
            </a:lvl6pPr>
            <a:lvl7pPr>
              <a:defRPr sz="2325" b="1" i="0">
                <a:solidFill>
                  <a:srgbClr val="193244"/>
                </a:solidFill>
                <a:latin typeface="Nimbus Mono PS"/>
                <a:ea typeface="Nimbus Mono PS"/>
                <a:cs typeface="Nimbus Mono PS"/>
              </a:defRPr>
            </a:lvl7pPr>
            <a:lvl8pPr>
              <a:defRPr sz="2325" b="1" i="0">
                <a:solidFill>
                  <a:srgbClr val="193244"/>
                </a:solidFill>
                <a:latin typeface="Nimbus Mono PS"/>
                <a:ea typeface="Nimbus Mono PS"/>
                <a:cs typeface="Nimbus Mono PS"/>
              </a:defRPr>
            </a:lvl8pPr>
            <a:lvl9pPr>
              <a:defRPr sz="2325" b="1" i="0">
                <a:solidFill>
                  <a:srgbClr val="193244"/>
                </a:solidFill>
                <a:latin typeface="Nimbus Mono PS"/>
                <a:ea typeface="Nimbus Mono PS"/>
                <a:cs typeface="Nimbus Mono PS"/>
              </a:defRPr>
            </a:lvl9pPr>
          </a:lstStyle>
          <a:p xmlns:a="http://schemas.openxmlformats.org/drawingml/2006/main">
            <a:pPr>
              <a:defRPr sz="2325" b="1" i="0">
                <a:solidFill>
                  <a:srgbClr val="193244"/>
                </a:solidFill>
                <a:latin typeface="Nimbus Mono PS"/>
                <a:ea typeface="Nimbus Mono PS"/>
                <a:cs typeface="Nimbus Mono PS"/>
              </a:defRPr>
            </a:pPr>
            <a:r>
              <a:rPr sz="2325" b="1" i="0">
                <a:solidFill>
                  <a:srgbClr val="193244"/>
                </a:solidFill>
                <a:latin typeface="Nimbus Mono PS"/>
                <a:ea typeface="Nimbus Mono PS"/>
                <a:cs typeface="Nimbus Mono PS"/>
              </a:rPr>
              <a:t>/sddstart</a:t>
            </a:r>
          </a:p>
        </p:txBody>
      </p:sp>
      <p:sp>
        <p:nvSpPr>
          <p:cNvPr id="7" name="text-5">
            <a:extLst xmlns:a="http://schemas.openxmlformats.org/drawingml/2006/main">
              <a:ext uri="{FF2B5EF4-FFF2-40B4-BE49-F238E27FC236}">
                <a16:creationId xmlns:a16="http://schemas.microsoft.com/office/drawing/2014/main" id="{E651B104-F1B3-44E3-AD14-91BABB1019E0}"/>
              </a:ext>
            </a:extLst>
          </p:cNvPr>
          <p:cNvSpPr>
            <a:spLocks xmlns:a="http://schemas.openxmlformats.org/drawingml/2006/main" noGrp="1"/>
          </p:cNvSpPr>
          <p:nvPr/>
        </p:nvSpPr>
        <p:spPr>
          <a:xfrm xmlns:a="http://schemas.openxmlformats.org/drawingml/2006/main">
            <a:off x="771525" y="2924175"/>
            <a:ext cx="657225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75" b="0" i="0">
                <a:solidFill>
                  <a:srgbClr val="193244"/>
                </a:solidFill>
                <a:latin typeface="Nimbus Sans"/>
                <a:ea typeface="Nimbus Sans"/>
                <a:cs typeface="Nimbus Sans"/>
              </a:defRPr>
            </a:defPPr>
            <a:lvl1pPr>
              <a:defRPr sz="2175" b="0" i="0">
                <a:solidFill>
                  <a:srgbClr val="193244"/>
                </a:solidFill>
                <a:latin typeface="Nimbus Sans"/>
                <a:ea typeface="Nimbus Sans"/>
                <a:cs typeface="Nimbus Sans"/>
              </a:defRPr>
            </a:lvl1pPr>
            <a:lvl2pPr>
              <a:defRPr sz="2175" b="0" i="0">
                <a:solidFill>
                  <a:srgbClr val="193244"/>
                </a:solidFill>
                <a:latin typeface="Nimbus Sans"/>
                <a:ea typeface="Nimbus Sans"/>
                <a:cs typeface="Nimbus Sans"/>
              </a:defRPr>
            </a:lvl2pPr>
            <a:lvl3pPr>
              <a:defRPr sz="2175" b="0" i="0">
                <a:solidFill>
                  <a:srgbClr val="193244"/>
                </a:solidFill>
                <a:latin typeface="Nimbus Sans"/>
                <a:ea typeface="Nimbus Sans"/>
                <a:cs typeface="Nimbus Sans"/>
              </a:defRPr>
            </a:lvl3pPr>
            <a:lvl4pPr>
              <a:defRPr sz="2175" b="0" i="0">
                <a:solidFill>
                  <a:srgbClr val="193244"/>
                </a:solidFill>
                <a:latin typeface="Nimbus Sans"/>
                <a:ea typeface="Nimbus Sans"/>
                <a:cs typeface="Nimbus Sans"/>
              </a:defRPr>
            </a:lvl4pPr>
            <a:lvl5pPr>
              <a:defRPr sz="2175" b="0" i="0">
                <a:solidFill>
                  <a:srgbClr val="193244"/>
                </a:solidFill>
                <a:latin typeface="Nimbus Sans"/>
                <a:ea typeface="Nimbus Sans"/>
                <a:cs typeface="Nimbus Sans"/>
              </a:defRPr>
            </a:lvl5pPr>
            <a:lvl6pPr>
              <a:defRPr sz="2175" b="0" i="0">
                <a:solidFill>
                  <a:srgbClr val="193244"/>
                </a:solidFill>
                <a:latin typeface="Nimbus Sans"/>
                <a:ea typeface="Nimbus Sans"/>
                <a:cs typeface="Nimbus Sans"/>
              </a:defRPr>
            </a:lvl6pPr>
            <a:lvl7pPr>
              <a:defRPr sz="2175" b="0" i="0">
                <a:solidFill>
                  <a:srgbClr val="193244"/>
                </a:solidFill>
                <a:latin typeface="Nimbus Sans"/>
                <a:ea typeface="Nimbus Sans"/>
                <a:cs typeface="Nimbus Sans"/>
              </a:defRPr>
            </a:lvl7pPr>
            <a:lvl8pPr>
              <a:defRPr sz="2175" b="0" i="0">
                <a:solidFill>
                  <a:srgbClr val="193244"/>
                </a:solidFill>
                <a:latin typeface="Nimbus Sans"/>
                <a:ea typeface="Nimbus Sans"/>
                <a:cs typeface="Nimbus Sans"/>
              </a:defRPr>
            </a:lvl8pPr>
            <a:lvl9pPr>
              <a:defRPr sz="2175" b="0" i="0">
                <a:solidFill>
                  <a:srgbClr val="193244"/>
                </a:solidFill>
                <a:latin typeface="Nimbus Sans"/>
                <a:ea typeface="Nimbus Sans"/>
                <a:cs typeface="Nimbus Sans"/>
              </a:defRPr>
            </a:lvl9pPr>
          </a:lstStyle>
          <a:p xmlns:a="http://schemas.openxmlformats.org/drawingml/2006/main">
            <a:pPr>
              <a:defRPr sz="2175" b="0" i="0">
                <a:solidFill>
                  <a:srgbClr val="193244"/>
                </a:solidFill>
                <a:latin typeface="Nimbus Sans"/>
                <a:ea typeface="Nimbus Sans"/>
                <a:cs typeface="Nimbus Sans"/>
              </a:defRPr>
            </a:pPr>
            <a:r>
              <a:rPr sz="2175" b="0" i="0">
                <a:solidFill>
                  <a:srgbClr val="193244"/>
                </a:solidFill>
                <a:latin typeface="Nimbus Sans"/>
                <a:ea typeface="Nimbus Sans"/>
                <a:cs typeface="Nimbus Sans"/>
              </a:rPr>
              <a:t>Iniciar ou retomar o método.</a:t>
            </a:r>
          </a:p>
          <a:p xmlns:a="http://schemas.openxmlformats.org/drawingml/2006/main">
            <a:pPr>
              <a:defRPr sz="2175" b="0" i="0">
                <a:solidFill>
                  <a:srgbClr val="193244"/>
                </a:solidFill>
                <a:latin typeface="Nimbus Sans"/>
                <a:ea typeface="Nimbus Sans"/>
                <a:cs typeface="Nimbus Sans"/>
              </a:defRPr>
            </a:pPr>
            <a:r>
              <a:rPr sz="2175" b="0" i="0">
                <a:solidFill>
                  <a:srgbClr val="193244"/>
                </a:solidFill>
                <a:latin typeface="Nimbus Sans"/>
                <a:ea typeface="Nimbus Sans"/>
                <a:cs typeface="Nimbus Sans"/>
              </a:rPr>
              <a:t>Preserva tarefa e checkpoint existentes.</a:t>
            </a:r>
          </a:p>
          <a:p xmlns:a="http://schemas.openxmlformats.org/drawingml/2006/main">
            <a:pPr>
              <a:defRPr sz="2175" b="0" i="0">
                <a:solidFill>
                  <a:srgbClr val="193244"/>
                </a:solidFill>
                <a:latin typeface="Nimbus Sans"/>
                <a:ea typeface="Nimbus Sans"/>
                <a:cs typeface="Nimbus Sans"/>
              </a:defRPr>
            </a:pPr>
            <a:r>
              <a:rPr sz="2175" b="0" i="0">
                <a:solidFill>
                  <a:srgbClr val="193244"/>
                </a:solidFill>
                <a:latin typeface="Nimbus Sans"/>
                <a:ea typeface="Nimbus Sans"/>
                <a:cs typeface="Nimbus Sans"/>
              </a:rPr>
              <a:t>Prepara a tarefa escolhida para revisão.</a:t>
            </a:r>
          </a:p>
          <a:p xmlns:a="http://schemas.openxmlformats.org/drawingml/2006/main">
            <a:pPr>
              <a:defRPr sz="2175" b="0" i="0">
                <a:solidFill>
                  <a:srgbClr val="193244"/>
                </a:solidFill>
                <a:latin typeface="Nimbus Sans"/>
                <a:ea typeface="Nimbus Sans"/>
                <a:cs typeface="Nimbus Sans"/>
              </a:defRPr>
            </a:pPr>
            <a:r>
              <a:rPr sz="2175" b="0" i="0">
                <a:solidFill>
                  <a:srgbClr val="193244"/>
                </a:solidFill>
                <a:latin typeface="Nimbus Sans"/>
                <a:ea typeface="Nimbus Sans"/>
                <a:cs typeface="Nimbus Sans"/>
              </a:rPr>
              <a:t>Para antes de implementar.</a:t>
            </a:r>
          </a:p>
        </p:txBody>
      </p:sp>
      <p:sp>
        <p:nvSpPr>
          <p:cNvPr id="8" name="text-6">
            <a:extLst xmlns:a="http://schemas.openxmlformats.org/drawingml/2006/main">
              <a:ext uri="{FF2B5EF4-FFF2-40B4-BE49-F238E27FC236}">
                <a16:creationId xmlns:a16="http://schemas.microsoft.com/office/drawing/2014/main" id="{F82A597C-8F23-4FDB-BA64-7C81DC550A67}"/>
              </a:ext>
            </a:extLst>
          </p:cNvPr>
          <p:cNvSpPr>
            <a:spLocks xmlns:a="http://schemas.openxmlformats.org/drawingml/2006/main" noGrp="1"/>
          </p:cNvSpPr>
          <p:nvPr/>
        </p:nvSpPr>
        <p:spPr>
          <a:xfrm xmlns:a="http://schemas.openxmlformats.org/drawingml/2006/main">
            <a:off x="771525" y="5200650"/>
            <a:ext cx="6572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325" b="1" i="0">
                <a:solidFill>
                  <a:srgbClr val="193244"/>
                </a:solidFill>
                <a:latin typeface="Nimbus Mono PS"/>
                <a:ea typeface="Nimbus Mono PS"/>
                <a:cs typeface="Nimbus Mono PS"/>
              </a:defRPr>
            </a:defPPr>
            <a:lvl1pPr>
              <a:defRPr sz="2325" b="1" i="0">
                <a:solidFill>
                  <a:srgbClr val="193244"/>
                </a:solidFill>
                <a:latin typeface="Nimbus Mono PS"/>
                <a:ea typeface="Nimbus Mono PS"/>
                <a:cs typeface="Nimbus Mono PS"/>
              </a:defRPr>
            </a:lvl1pPr>
            <a:lvl2pPr>
              <a:defRPr sz="2325" b="1" i="0">
                <a:solidFill>
                  <a:srgbClr val="193244"/>
                </a:solidFill>
                <a:latin typeface="Nimbus Mono PS"/>
                <a:ea typeface="Nimbus Mono PS"/>
                <a:cs typeface="Nimbus Mono PS"/>
              </a:defRPr>
            </a:lvl2pPr>
            <a:lvl3pPr>
              <a:defRPr sz="2325" b="1" i="0">
                <a:solidFill>
                  <a:srgbClr val="193244"/>
                </a:solidFill>
                <a:latin typeface="Nimbus Mono PS"/>
                <a:ea typeface="Nimbus Mono PS"/>
                <a:cs typeface="Nimbus Mono PS"/>
              </a:defRPr>
            </a:lvl3pPr>
            <a:lvl4pPr>
              <a:defRPr sz="2325" b="1" i="0">
                <a:solidFill>
                  <a:srgbClr val="193244"/>
                </a:solidFill>
                <a:latin typeface="Nimbus Mono PS"/>
                <a:ea typeface="Nimbus Mono PS"/>
                <a:cs typeface="Nimbus Mono PS"/>
              </a:defRPr>
            </a:lvl4pPr>
            <a:lvl5pPr>
              <a:defRPr sz="2325" b="1" i="0">
                <a:solidFill>
                  <a:srgbClr val="193244"/>
                </a:solidFill>
                <a:latin typeface="Nimbus Mono PS"/>
                <a:ea typeface="Nimbus Mono PS"/>
                <a:cs typeface="Nimbus Mono PS"/>
              </a:defRPr>
            </a:lvl5pPr>
            <a:lvl6pPr>
              <a:defRPr sz="2325" b="1" i="0">
                <a:solidFill>
                  <a:srgbClr val="193244"/>
                </a:solidFill>
                <a:latin typeface="Nimbus Mono PS"/>
                <a:ea typeface="Nimbus Mono PS"/>
                <a:cs typeface="Nimbus Mono PS"/>
              </a:defRPr>
            </a:lvl6pPr>
            <a:lvl7pPr>
              <a:defRPr sz="2325" b="1" i="0">
                <a:solidFill>
                  <a:srgbClr val="193244"/>
                </a:solidFill>
                <a:latin typeface="Nimbus Mono PS"/>
                <a:ea typeface="Nimbus Mono PS"/>
                <a:cs typeface="Nimbus Mono PS"/>
              </a:defRPr>
            </a:lvl7pPr>
            <a:lvl8pPr>
              <a:defRPr sz="2325" b="1" i="0">
                <a:solidFill>
                  <a:srgbClr val="193244"/>
                </a:solidFill>
                <a:latin typeface="Nimbus Mono PS"/>
                <a:ea typeface="Nimbus Mono PS"/>
                <a:cs typeface="Nimbus Mono PS"/>
              </a:defRPr>
            </a:lvl8pPr>
            <a:lvl9pPr>
              <a:defRPr sz="2325" b="1" i="0">
                <a:solidFill>
                  <a:srgbClr val="193244"/>
                </a:solidFill>
                <a:latin typeface="Nimbus Mono PS"/>
                <a:ea typeface="Nimbus Mono PS"/>
                <a:cs typeface="Nimbus Mono PS"/>
              </a:defRPr>
            </a:lvl9pPr>
          </a:lstStyle>
          <a:p xmlns:a="http://schemas.openxmlformats.org/drawingml/2006/main">
            <a:pPr>
              <a:defRPr sz="2325" b="1" i="0">
                <a:solidFill>
                  <a:srgbClr val="193244"/>
                </a:solidFill>
                <a:latin typeface="Nimbus Mono PS"/>
                <a:ea typeface="Nimbus Mono PS"/>
                <a:cs typeface="Nimbus Mono PS"/>
              </a:defRPr>
            </a:pPr>
            <a:r>
              <a:rPr sz="2325" b="1" i="0">
                <a:solidFill>
                  <a:srgbClr val="193244"/>
                </a:solidFill>
                <a:latin typeface="Nimbus Mono PS"/>
                <a:ea typeface="Nimbus Mono PS"/>
                <a:cs typeface="Nimbus Mono PS"/>
              </a:rPr>
              <a:t>/sddfriction</a:t>
            </a:r>
          </a:p>
        </p:txBody>
      </p:sp>
      <p:sp>
        <p:nvSpPr>
          <p:cNvPr id="9" name="text-7">
            <a:extLst xmlns:a="http://schemas.openxmlformats.org/drawingml/2006/main">
              <a:ext uri="{FF2B5EF4-FFF2-40B4-BE49-F238E27FC236}">
                <a16:creationId xmlns:a16="http://schemas.microsoft.com/office/drawing/2014/main" id="{4E27793A-C7F5-4898-A9A2-85CAF1342917}"/>
              </a:ext>
            </a:extLst>
          </p:cNvPr>
          <p:cNvSpPr>
            <a:spLocks xmlns:a="http://schemas.openxmlformats.org/drawingml/2006/main" noGrp="1"/>
          </p:cNvSpPr>
          <p:nvPr/>
        </p:nvSpPr>
        <p:spPr>
          <a:xfrm xmlns:a="http://schemas.openxmlformats.org/drawingml/2006/main">
            <a:off x="771525" y="5772150"/>
            <a:ext cx="657225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75" b="0" i="0">
                <a:solidFill>
                  <a:srgbClr val="193244"/>
                </a:solidFill>
                <a:latin typeface="Nimbus Sans"/>
                <a:ea typeface="Nimbus Sans"/>
                <a:cs typeface="Nimbus Sans"/>
              </a:defRPr>
            </a:defPPr>
            <a:lvl1pPr>
              <a:defRPr sz="2175" b="0" i="0">
                <a:solidFill>
                  <a:srgbClr val="193244"/>
                </a:solidFill>
                <a:latin typeface="Nimbus Sans"/>
                <a:ea typeface="Nimbus Sans"/>
                <a:cs typeface="Nimbus Sans"/>
              </a:defRPr>
            </a:lvl1pPr>
            <a:lvl2pPr>
              <a:defRPr sz="2175" b="0" i="0">
                <a:solidFill>
                  <a:srgbClr val="193244"/>
                </a:solidFill>
                <a:latin typeface="Nimbus Sans"/>
                <a:ea typeface="Nimbus Sans"/>
                <a:cs typeface="Nimbus Sans"/>
              </a:defRPr>
            </a:lvl2pPr>
            <a:lvl3pPr>
              <a:defRPr sz="2175" b="0" i="0">
                <a:solidFill>
                  <a:srgbClr val="193244"/>
                </a:solidFill>
                <a:latin typeface="Nimbus Sans"/>
                <a:ea typeface="Nimbus Sans"/>
                <a:cs typeface="Nimbus Sans"/>
              </a:defRPr>
            </a:lvl3pPr>
            <a:lvl4pPr>
              <a:defRPr sz="2175" b="0" i="0">
                <a:solidFill>
                  <a:srgbClr val="193244"/>
                </a:solidFill>
                <a:latin typeface="Nimbus Sans"/>
                <a:ea typeface="Nimbus Sans"/>
                <a:cs typeface="Nimbus Sans"/>
              </a:defRPr>
            </a:lvl4pPr>
            <a:lvl5pPr>
              <a:defRPr sz="2175" b="0" i="0">
                <a:solidFill>
                  <a:srgbClr val="193244"/>
                </a:solidFill>
                <a:latin typeface="Nimbus Sans"/>
                <a:ea typeface="Nimbus Sans"/>
                <a:cs typeface="Nimbus Sans"/>
              </a:defRPr>
            </a:lvl5pPr>
            <a:lvl6pPr>
              <a:defRPr sz="2175" b="0" i="0">
                <a:solidFill>
                  <a:srgbClr val="193244"/>
                </a:solidFill>
                <a:latin typeface="Nimbus Sans"/>
                <a:ea typeface="Nimbus Sans"/>
                <a:cs typeface="Nimbus Sans"/>
              </a:defRPr>
            </a:lvl6pPr>
            <a:lvl7pPr>
              <a:defRPr sz="2175" b="0" i="0">
                <a:solidFill>
                  <a:srgbClr val="193244"/>
                </a:solidFill>
                <a:latin typeface="Nimbus Sans"/>
                <a:ea typeface="Nimbus Sans"/>
                <a:cs typeface="Nimbus Sans"/>
              </a:defRPr>
            </a:lvl7pPr>
            <a:lvl8pPr>
              <a:defRPr sz="2175" b="0" i="0">
                <a:solidFill>
                  <a:srgbClr val="193244"/>
                </a:solidFill>
                <a:latin typeface="Nimbus Sans"/>
                <a:ea typeface="Nimbus Sans"/>
                <a:cs typeface="Nimbus Sans"/>
              </a:defRPr>
            </a:lvl8pPr>
            <a:lvl9pPr>
              <a:defRPr sz="2175" b="0" i="0">
                <a:solidFill>
                  <a:srgbClr val="193244"/>
                </a:solidFill>
                <a:latin typeface="Nimbus Sans"/>
                <a:ea typeface="Nimbus Sans"/>
                <a:cs typeface="Nimbus Sans"/>
              </a:defRPr>
            </a:lvl9pPr>
          </a:lstStyle>
          <a:p xmlns:a="http://schemas.openxmlformats.org/drawingml/2006/main">
            <a:pPr>
              <a:defRPr sz="2175" b="0" i="0">
                <a:solidFill>
                  <a:srgbClr val="193244"/>
                </a:solidFill>
                <a:latin typeface="Nimbus Sans"/>
                <a:ea typeface="Nimbus Sans"/>
                <a:cs typeface="Nimbus Sans"/>
              </a:defRPr>
            </a:pPr>
            <a:r>
              <a:rPr sz="2175" b="0" i="0">
                <a:solidFill>
                  <a:srgbClr val="193244"/>
                </a:solidFill>
                <a:latin typeface="Nimbus Sans"/>
                <a:ea typeface="Nimbus Sans"/>
                <a:cs typeface="Nimbus Sans"/>
              </a:rPr>
              <a:t>Analisar atritos nas tarefas arquivadas.</a:t>
            </a:r>
          </a:p>
          <a:p xmlns:a="http://schemas.openxmlformats.org/drawingml/2006/main">
            <a:pPr>
              <a:defRPr sz="2175" b="0" i="0">
                <a:solidFill>
                  <a:srgbClr val="193244"/>
                </a:solidFill>
                <a:latin typeface="Nimbus Sans"/>
                <a:ea typeface="Nimbus Sans"/>
                <a:cs typeface="Nimbus Sans"/>
              </a:defRPr>
            </a:pPr>
            <a:r>
              <a:rPr sz="2175" b="0" i="0">
                <a:solidFill>
                  <a:srgbClr val="193244"/>
                </a:solidFill>
                <a:latin typeface="Nimbus Sans"/>
                <a:ea typeface="Nimbus Sans"/>
                <a:cs typeface="Nimbus Sans"/>
              </a:rPr>
              <a:t>Propõe uma melhoria mínima ou informa que faltam evidências. Faz somente análise.</a:t>
            </a:r>
          </a:p>
        </p:txBody>
      </p:sp>
      <p:sp>
        <p:nvSpPr>
          <p:cNvPr id="10" name="text-8">
            <a:extLst xmlns:a="http://schemas.openxmlformats.org/drawingml/2006/main">
              <a:ext uri="{FF2B5EF4-FFF2-40B4-BE49-F238E27FC236}">
                <a16:creationId xmlns:a16="http://schemas.microsoft.com/office/drawing/2014/main" id="{FAF892A8-9AD5-4998-A971-0CCAAE9DB408}"/>
              </a:ext>
            </a:extLst>
          </p:cNvPr>
          <p:cNvSpPr>
            <a:spLocks xmlns:a="http://schemas.openxmlformats.org/drawingml/2006/main" noGrp="1"/>
          </p:cNvSpPr>
          <p:nvPr/>
        </p:nvSpPr>
        <p:spPr>
          <a:xfrm xmlns:a="http://schemas.openxmlformats.org/drawingml/2006/main">
            <a:off x="8572500" y="2352675"/>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325" b="1" i="0">
                <a:solidFill>
                  <a:srgbClr val="193244"/>
                </a:solidFill>
                <a:latin typeface="Nimbus Mono PS"/>
                <a:ea typeface="Nimbus Mono PS"/>
                <a:cs typeface="Nimbus Mono PS"/>
              </a:defRPr>
            </a:defPPr>
            <a:lvl1pPr>
              <a:defRPr sz="2325" b="1" i="0">
                <a:solidFill>
                  <a:srgbClr val="193244"/>
                </a:solidFill>
                <a:latin typeface="Nimbus Mono PS"/>
                <a:ea typeface="Nimbus Mono PS"/>
                <a:cs typeface="Nimbus Mono PS"/>
              </a:defRPr>
            </a:lvl1pPr>
            <a:lvl2pPr>
              <a:defRPr sz="2325" b="1" i="0">
                <a:solidFill>
                  <a:srgbClr val="193244"/>
                </a:solidFill>
                <a:latin typeface="Nimbus Mono PS"/>
                <a:ea typeface="Nimbus Mono PS"/>
                <a:cs typeface="Nimbus Mono PS"/>
              </a:defRPr>
            </a:lvl2pPr>
            <a:lvl3pPr>
              <a:defRPr sz="2325" b="1" i="0">
                <a:solidFill>
                  <a:srgbClr val="193244"/>
                </a:solidFill>
                <a:latin typeface="Nimbus Mono PS"/>
                <a:ea typeface="Nimbus Mono PS"/>
                <a:cs typeface="Nimbus Mono PS"/>
              </a:defRPr>
            </a:lvl3pPr>
            <a:lvl4pPr>
              <a:defRPr sz="2325" b="1" i="0">
                <a:solidFill>
                  <a:srgbClr val="193244"/>
                </a:solidFill>
                <a:latin typeface="Nimbus Mono PS"/>
                <a:ea typeface="Nimbus Mono PS"/>
                <a:cs typeface="Nimbus Mono PS"/>
              </a:defRPr>
            </a:lvl4pPr>
            <a:lvl5pPr>
              <a:defRPr sz="2325" b="1" i="0">
                <a:solidFill>
                  <a:srgbClr val="193244"/>
                </a:solidFill>
                <a:latin typeface="Nimbus Mono PS"/>
                <a:ea typeface="Nimbus Mono PS"/>
                <a:cs typeface="Nimbus Mono PS"/>
              </a:defRPr>
            </a:lvl5pPr>
            <a:lvl6pPr>
              <a:defRPr sz="2325" b="1" i="0">
                <a:solidFill>
                  <a:srgbClr val="193244"/>
                </a:solidFill>
                <a:latin typeface="Nimbus Mono PS"/>
                <a:ea typeface="Nimbus Mono PS"/>
                <a:cs typeface="Nimbus Mono PS"/>
              </a:defRPr>
            </a:lvl6pPr>
            <a:lvl7pPr>
              <a:defRPr sz="2325" b="1" i="0">
                <a:solidFill>
                  <a:srgbClr val="193244"/>
                </a:solidFill>
                <a:latin typeface="Nimbus Mono PS"/>
                <a:ea typeface="Nimbus Mono PS"/>
                <a:cs typeface="Nimbus Mono PS"/>
              </a:defRPr>
            </a:lvl7pPr>
            <a:lvl8pPr>
              <a:defRPr sz="2325" b="1" i="0">
                <a:solidFill>
                  <a:srgbClr val="193244"/>
                </a:solidFill>
                <a:latin typeface="Nimbus Mono PS"/>
                <a:ea typeface="Nimbus Mono PS"/>
                <a:cs typeface="Nimbus Mono PS"/>
              </a:defRPr>
            </a:lvl8pPr>
            <a:lvl9pPr>
              <a:defRPr sz="2325" b="1" i="0">
                <a:solidFill>
                  <a:srgbClr val="193244"/>
                </a:solidFill>
                <a:latin typeface="Nimbus Mono PS"/>
                <a:ea typeface="Nimbus Mono PS"/>
                <a:cs typeface="Nimbus Mono PS"/>
              </a:defRPr>
            </a:lvl9pPr>
          </a:lstStyle>
          <a:p xmlns:a="http://schemas.openxmlformats.org/drawingml/2006/main">
            <a:pPr>
              <a:defRPr sz="2325" b="1" i="0">
                <a:solidFill>
                  <a:srgbClr val="193244"/>
                </a:solidFill>
                <a:latin typeface="Nimbus Mono PS"/>
                <a:ea typeface="Nimbus Mono PS"/>
                <a:cs typeface="Nimbus Mono PS"/>
              </a:defRPr>
            </a:pPr>
            <a:r>
              <a:rPr sz="2325" b="1" i="0">
                <a:solidFill>
                  <a:srgbClr val="193244"/>
                </a:solidFill>
                <a:latin typeface="Nimbus Mono PS"/>
                <a:ea typeface="Nimbus Mono PS"/>
                <a:cs typeface="Nimbus Mono PS"/>
              </a:rPr>
              <a:t>/sddupdate</a:t>
            </a:r>
          </a:p>
        </p:txBody>
      </p:sp>
      <p:sp>
        <p:nvSpPr>
          <p:cNvPr id="11" name="text-9">
            <a:extLst xmlns:a="http://schemas.openxmlformats.org/drawingml/2006/main">
              <a:ext uri="{FF2B5EF4-FFF2-40B4-BE49-F238E27FC236}">
                <a16:creationId xmlns:a16="http://schemas.microsoft.com/office/drawing/2014/main" id="{14B8F828-5CEE-44E8-AD40-AC9899CB258F}"/>
              </a:ext>
            </a:extLst>
          </p:cNvPr>
          <p:cNvSpPr>
            <a:spLocks xmlns:a="http://schemas.openxmlformats.org/drawingml/2006/main" noGrp="1"/>
          </p:cNvSpPr>
          <p:nvPr/>
        </p:nvSpPr>
        <p:spPr>
          <a:xfrm xmlns:a="http://schemas.openxmlformats.org/drawingml/2006/main">
            <a:off x="8572500" y="2924175"/>
            <a:ext cx="5905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75" b="0" i="0">
                <a:solidFill>
                  <a:srgbClr val="193244"/>
                </a:solidFill>
                <a:latin typeface="Nimbus Sans"/>
                <a:ea typeface="Nimbus Sans"/>
                <a:cs typeface="Nimbus Sans"/>
              </a:defRPr>
            </a:defPPr>
            <a:lvl1pPr>
              <a:defRPr sz="2175" b="0" i="0">
                <a:solidFill>
                  <a:srgbClr val="193244"/>
                </a:solidFill>
                <a:latin typeface="Nimbus Sans"/>
                <a:ea typeface="Nimbus Sans"/>
                <a:cs typeface="Nimbus Sans"/>
              </a:defRPr>
            </a:lvl1pPr>
            <a:lvl2pPr>
              <a:defRPr sz="2175" b="0" i="0">
                <a:solidFill>
                  <a:srgbClr val="193244"/>
                </a:solidFill>
                <a:latin typeface="Nimbus Sans"/>
                <a:ea typeface="Nimbus Sans"/>
                <a:cs typeface="Nimbus Sans"/>
              </a:defRPr>
            </a:lvl2pPr>
            <a:lvl3pPr>
              <a:defRPr sz="2175" b="0" i="0">
                <a:solidFill>
                  <a:srgbClr val="193244"/>
                </a:solidFill>
                <a:latin typeface="Nimbus Sans"/>
                <a:ea typeface="Nimbus Sans"/>
                <a:cs typeface="Nimbus Sans"/>
              </a:defRPr>
            </a:lvl3pPr>
            <a:lvl4pPr>
              <a:defRPr sz="2175" b="0" i="0">
                <a:solidFill>
                  <a:srgbClr val="193244"/>
                </a:solidFill>
                <a:latin typeface="Nimbus Sans"/>
                <a:ea typeface="Nimbus Sans"/>
                <a:cs typeface="Nimbus Sans"/>
              </a:defRPr>
            </a:lvl4pPr>
            <a:lvl5pPr>
              <a:defRPr sz="2175" b="0" i="0">
                <a:solidFill>
                  <a:srgbClr val="193244"/>
                </a:solidFill>
                <a:latin typeface="Nimbus Sans"/>
                <a:ea typeface="Nimbus Sans"/>
                <a:cs typeface="Nimbus Sans"/>
              </a:defRPr>
            </a:lvl5pPr>
            <a:lvl6pPr>
              <a:defRPr sz="2175" b="0" i="0">
                <a:solidFill>
                  <a:srgbClr val="193244"/>
                </a:solidFill>
                <a:latin typeface="Nimbus Sans"/>
                <a:ea typeface="Nimbus Sans"/>
                <a:cs typeface="Nimbus Sans"/>
              </a:defRPr>
            </a:lvl6pPr>
            <a:lvl7pPr>
              <a:defRPr sz="2175" b="0" i="0">
                <a:solidFill>
                  <a:srgbClr val="193244"/>
                </a:solidFill>
                <a:latin typeface="Nimbus Sans"/>
                <a:ea typeface="Nimbus Sans"/>
                <a:cs typeface="Nimbus Sans"/>
              </a:defRPr>
            </a:lvl7pPr>
            <a:lvl8pPr>
              <a:defRPr sz="2175" b="0" i="0">
                <a:solidFill>
                  <a:srgbClr val="193244"/>
                </a:solidFill>
                <a:latin typeface="Nimbus Sans"/>
                <a:ea typeface="Nimbus Sans"/>
                <a:cs typeface="Nimbus Sans"/>
              </a:defRPr>
            </a:lvl8pPr>
            <a:lvl9pPr>
              <a:defRPr sz="2175" b="0" i="0">
                <a:solidFill>
                  <a:srgbClr val="193244"/>
                </a:solidFill>
                <a:latin typeface="Nimbus Sans"/>
                <a:ea typeface="Nimbus Sans"/>
                <a:cs typeface="Nimbus Sans"/>
              </a:defRPr>
            </a:lvl9pPr>
          </a:lstStyle>
          <a:p xmlns:a="http://schemas.openxmlformats.org/drawingml/2006/main">
            <a:pPr>
              <a:defRPr sz="2175" b="0" i="0">
                <a:solidFill>
                  <a:srgbClr val="193244"/>
                </a:solidFill>
                <a:latin typeface="Nimbus Sans"/>
                <a:ea typeface="Nimbus Sans"/>
                <a:cs typeface="Nimbus Sans"/>
              </a:defRPr>
            </a:pPr>
            <a:r>
              <a:rPr sz="2175" b="0" i="0">
                <a:solidFill>
                  <a:srgbClr val="193244"/>
                </a:solidFill>
                <a:latin typeface="Nimbus Sans"/>
                <a:ea typeface="Nimbus Sans"/>
                <a:cs typeface="Nimbus Sans"/>
              </a:rPr>
              <a:t>Atualizar o método em um projeto antigo.</a:t>
            </a:r>
          </a:p>
          <a:p xmlns:a="http://schemas.openxmlformats.org/drawingml/2006/main">
            <a:pPr>
              <a:defRPr sz="2175" b="0" i="0">
                <a:solidFill>
                  <a:srgbClr val="193244"/>
                </a:solidFill>
                <a:latin typeface="Nimbus Sans"/>
                <a:ea typeface="Nimbus Sans"/>
                <a:cs typeface="Nimbus Sans"/>
              </a:defRPr>
            </a:pPr>
            <a:r>
              <a:rPr sz="2175" b="0" i="0">
                <a:solidFill>
                  <a:srgbClr val="193244"/>
                </a:solidFill>
                <a:latin typeface="Nimbus Sans"/>
                <a:ea typeface="Nimbus Sans"/>
                <a:cs typeface="Nimbus Sans"/>
              </a:rPr>
              <a:t>Compara os modelos locais e apresenta uma proposta antes de alterar regras.</a:t>
            </a:r>
          </a:p>
        </p:txBody>
      </p:sp>
      <p:sp>
        <p:nvSpPr>
          <p:cNvPr id="12" name="text-10">
            <a:extLst xmlns:a="http://schemas.openxmlformats.org/drawingml/2006/main">
              <a:ext uri="{FF2B5EF4-FFF2-40B4-BE49-F238E27FC236}">
                <a16:creationId xmlns:a16="http://schemas.microsoft.com/office/drawing/2014/main" id="{CDE9B924-2124-4676-9AC2-A151DF91FB7F}"/>
              </a:ext>
            </a:extLst>
          </p:cNvPr>
          <p:cNvSpPr>
            <a:spLocks xmlns:a="http://schemas.openxmlformats.org/drawingml/2006/main" noGrp="1"/>
          </p:cNvSpPr>
          <p:nvPr/>
        </p:nvSpPr>
        <p:spPr>
          <a:xfrm xmlns:a="http://schemas.openxmlformats.org/drawingml/2006/main">
            <a:off x="8572500" y="5200650"/>
            <a:ext cx="5905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00" b="1" i="0">
                <a:solidFill>
                  <a:srgbClr val="B9502E"/>
                </a:solidFill>
                <a:latin typeface="Nimbus Sans"/>
                <a:ea typeface="Nimbus Sans"/>
                <a:cs typeface="Nimbus Sans"/>
              </a:defRPr>
            </a:defPPr>
            <a:lvl1pPr>
              <a:defRPr sz="2100" b="1" i="0">
                <a:solidFill>
                  <a:srgbClr val="B9502E"/>
                </a:solidFill>
                <a:latin typeface="Nimbus Sans"/>
                <a:ea typeface="Nimbus Sans"/>
                <a:cs typeface="Nimbus Sans"/>
              </a:defRPr>
            </a:lvl1pPr>
            <a:lvl2pPr>
              <a:defRPr sz="2100" b="1" i="0">
                <a:solidFill>
                  <a:srgbClr val="B9502E"/>
                </a:solidFill>
                <a:latin typeface="Nimbus Sans"/>
                <a:ea typeface="Nimbus Sans"/>
                <a:cs typeface="Nimbus Sans"/>
              </a:defRPr>
            </a:lvl2pPr>
            <a:lvl3pPr>
              <a:defRPr sz="2100" b="1" i="0">
                <a:solidFill>
                  <a:srgbClr val="B9502E"/>
                </a:solidFill>
                <a:latin typeface="Nimbus Sans"/>
                <a:ea typeface="Nimbus Sans"/>
                <a:cs typeface="Nimbus Sans"/>
              </a:defRPr>
            </a:lvl3pPr>
            <a:lvl4pPr>
              <a:defRPr sz="2100" b="1" i="0">
                <a:solidFill>
                  <a:srgbClr val="B9502E"/>
                </a:solidFill>
                <a:latin typeface="Nimbus Sans"/>
                <a:ea typeface="Nimbus Sans"/>
                <a:cs typeface="Nimbus Sans"/>
              </a:defRPr>
            </a:lvl4pPr>
            <a:lvl5pPr>
              <a:defRPr sz="2100" b="1" i="0">
                <a:solidFill>
                  <a:srgbClr val="B9502E"/>
                </a:solidFill>
                <a:latin typeface="Nimbus Sans"/>
                <a:ea typeface="Nimbus Sans"/>
                <a:cs typeface="Nimbus Sans"/>
              </a:defRPr>
            </a:lvl5pPr>
            <a:lvl6pPr>
              <a:defRPr sz="2100" b="1" i="0">
                <a:solidFill>
                  <a:srgbClr val="B9502E"/>
                </a:solidFill>
                <a:latin typeface="Nimbus Sans"/>
                <a:ea typeface="Nimbus Sans"/>
                <a:cs typeface="Nimbus Sans"/>
              </a:defRPr>
            </a:lvl6pPr>
            <a:lvl7pPr>
              <a:defRPr sz="2100" b="1" i="0">
                <a:solidFill>
                  <a:srgbClr val="B9502E"/>
                </a:solidFill>
                <a:latin typeface="Nimbus Sans"/>
                <a:ea typeface="Nimbus Sans"/>
                <a:cs typeface="Nimbus Sans"/>
              </a:defRPr>
            </a:lvl7pPr>
            <a:lvl8pPr>
              <a:defRPr sz="2100" b="1" i="0">
                <a:solidFill>
                  <a:srgbClr val="B9502E"/>
                </a:solidFill>
                <a:latin typeface="Nimbus Sans"/>
                <a:ea typeface="Nimbus Sans"/>
                <a:cs typeface="Nimbus Sans"/>
              </a:defRPr>
            </a:lvl8pPr>
            <a:lvl9pPr>
              <a:defRPr sz="2100" b="1" i="0">
                <a:solidFill>
                  <a:srgbClr val="B9502E"/>
                </a:solidFill>
                <a:latin typeface="Nimbus Sans"/>
                <a:ea typeface="Nimbus Sans"/>
                <a:cs typeface="Nimbus Sans"/>
              </a:defRPr>
            </a:lvl9pPr>
          </a:lstStyle>
          <a:p xmlns:a="http://schemas.openxmlformats.org/drawingml/2006/main">
            <a:pPr>
              <a:defRPr sz="2100" b="1" i="0">
                <a:solidFill>
                  <a:srgbClr val="B9502E"/>
                </a:solidFill>
                <a:latin typeface="Nimbus Sans"/>
                <a:ea typeface="Nimbus Sans"/>
                <a:cs typeface="Nimbus Sans"/>
              </a:defRPr>
            </a:pPr>
            <a:r>
              <a:rPr sz="2100" b="1" i="0">
                <a:solidFill>
                  <a:srgbClr val="B9502E"/>
                </a:solidFill>
                <a:latin typeface="Nimbus Sans"/>
                <a:ea typeface="Nimbus Sans"/>
                <a:cs typeface="Nimbus Sans"/>
              </a:rPr>
              <a:t>Instalação pessoal no Windows</a:t>
            </a:r>
          </a:p>
        </p:txBody>
      </p:sp>
      <p:sp>
        <p:nvSpPr>
          <p:cNvPr id="13" name="text-11">
            <a:extLst xmlns:a="http://schemas.openxmlformats.org/drawingml/2006/main">
              <a:ext uri="{FF2B5EF4-FFF2-40B4-BE49-F238E27FC236}">
                <a16:creationId xmlns:a16="http://schemas.microsoft.com/office/drawing/2014/main" id="{97226D26-9E80-4DAE-A41C-D6AFA9A944CA}"/>
              </a:ext>
            </a:extLst>
          </p:cNvPr>
          <p:cNvSpPr>
            <a:spLocks xmlns:a="http://schemas.openxmlformats.org/drawingml/2006/main" noGrp="1"/>
          </p:cNvSpPr>
          <p:nvPr/>
        </p:nvSpPr>
        <p:spPr>
          <a:xfrm xmlns:a="http://schemas.openxmlformats.org/drawingml/2006/main">
            <a:off x="8572500" y="5753100"/>
            <a:ext cx="59055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0" i="0">
                <a:solidFill>
                  <a:srgbClr val="193244"/>
                </a:solidFill>
                <a:latin typeface="Nimbus Sans"/>
                <a:ea typeface="Nimbus Sans"/>
                <a:cs typeface="Nimbus Sans"/>
              </a:defRPr>
            </a:defPPr>
            <a:lvl1pPr>
              <a:defRPr sz="2025" b="0" i="0">
                <a:solidFill>
                  <a:srgbClr val="193244"/>
                </a:solidFill>
                <a:latin typeface="Nimbus Sans"/>
                <a:ea typeface="Nimbus Sans"/>
                <a:cs typeface="Nimbus Sans"/>
              </a:defRPr>
            </a:lvl1pPr>
            <a:lvl2pPr>
              <a:defRPr sz="2025" b="0" i="0">
                <a:solidFill>
                  <a:srgbClr val="193244"/>
                </a:solidFill>
                <a:latin typeface="Nimbus Sans"/>
                <a:ea typeface="Nimbus Sans"/>
                <a:cs typeface="Nimbus Sans"/>
              </a:defRPr>
            </a:lvl2pPr>
            <a:lvl3pPr>
              <a:defRPr sz="2025" b="0" i="0">
                <a:solidFill>
                  <a:srgbClr val="193244"/>
                </a:solidFill>
                <a:latin typeface="Nimbus Sans"/>
                <a:ea typeface="Nimbus Sans"/>
                <a:cs typeface="Nimbus Sans"/>
              </a:defRPr>
            </a:lvl3pPr>
            <a:lvl4pPr>
              <a:defRPr sz="2025" b="0" i="0">
                <a:solidFill>
                  <a:srgbClr val="193244"/>
                </a:solidFill>
                <a:latin typeface="Nimbus Sans"/>
                <a:ea typeface="Nimbus Sans"/>
                <a:cs typeface="Nimbus Sans"/>
              </a:defRPr>
            </a:lvl4pPr>
            <a:lvl5pPr>
              <a:defRPr sz="2025" b="0" i="0">
                <a:solidFill>
                  <a:srgbClr val="193244"/>
                </a:solidFill>
                <a:latin typeface="Nimbus Sans"/>
                <a:ea typeface="Nimbus Sans"/>
                <a:cs typeface="Nimbus Sans"/>
              </a:defRPr>
            </a:lvl5pPr>
            <a:lvl6pPr>
              <a:defRPr sz="2025" b="0" i="0">
                <a:solidFill>
                  <a:srgbClr val="193244"/>
                </a:solidFill>
                <a:latin typeface="Nimbus Sans"/>
                <a:ea typeface="Nimbus Sans"/>
                <a:cs typeface="Nimbus Sans"/>
              </a:defRPr>
            </a:lvl6pPr>
            <a:lvl7pPr>
              <a:defRPr sz="2025" b="0" i="0">
                <a:solidFill>
                  <a:srgbClr val="193244"/>
                </a:solidFill>
                <a:latin typeface="Nimbus Sans"/>
                <a:ea typeface="Nimbus Sans"/>
                <a:cs typeface="Nimbus Sans"/>
              </a:defRPr>
            </a:lvl7pPr>
            <a:lvl8pPr>
              <a:defRPr sz="2025" b="0" i="0">
                <a:solidFill>
                  <a:srgbClr val="193244"/>
                </a:solidFill>
                <a:latin typeface="Nimbus Sans"/>
                <a:ea typeface="Nimbus Sans"/>
                <a:cs typeface="Nimbus Sans"/>
              </a:defRPr>
            </a:lvl8pPr>
            <a:lvl9pPr>
              <a:defRPr sz="2025" b="0" i="0">
                <a:solidFill>
                  <a:srgbClr val="193244"/>
                </a:solidFill>
                <a:latin typeface="Nimbus Sans"/>
                <a:ea typeface="Nimbus Sans"/>
                <a:cs typeface="Nimbus Sans"/>
              </a:defRPr>
            </a:lvl9pPr>
          </a:lstStyle>
          <a:p xmlns:a="http://schemas.openxmlformats.org/drawingml/2006/main">
            <a:pPr>
              <a:defRPr sz="2025" b="0" i="0">
                <a:solidFill>
                  <a:srgbClr val="193244"/>
                </a:solidFill>
                <a:latin typeface="Nimbus Sans"/>
                <a:ea typeface="Nimbus Sans"/>
                <a:cs typeface="Nimbus Sans"/>
              </a:defRPr>
            </a:pPr>
            <a:r>
              <a:rPr sz="2025" b="0" i="0">
                <a:solidFill>
                  <a:srgbClr val="193244"/>
                </a:solidFill>
                <a:latin typeface="Nimbus Sans"/>
                <a:ea typeface="Nimbus Sans"/>
                <a:cs typeface="Nimbus Sans"/>
              </a:rPr>
              <a:t>Copiar cada pasta de skill, mantendo SKILL.md.</a:t>
            </a:r>
          </a:p>
        </p:txBody>
      </p:sp>
      <p:sp>
        <p:nvSpPr>
          <p:cNvPr id="14" name="text-12">
            <a:extLst xmlns:a="http://schemas.openxmlformats.org/drawingml/2006/main">
              <a:ext uri="{FF2B5EF4-FFF2-40B4-BE49-F238E27FC236}">
                <a16:creationId xmlns:a16="http://schemas.microsoft.com/office/drawing/2014/main" id="{37523D76-76B9-4494-A0FA-C761DB754269}"/>
              </a:ext>
            </a:extLst>
          </p:cNvPr>
          <p:cNvSpPr>
            <a:spLocks xmlns:a="http://schemas.openxmlformats.org/drawingml/2006/main" noGrp="1"/>
          </p:cNvSpPr>
          <p:nvPr/>
        </p:nvSpPr>
        <p:spPr>
          <a:xfrm xmlns:a="http://schemas.openxmlformats.org/drawingml/2006/main">
            <a:off x="8572500" y="6543675"/>
            <a:ext cx="59055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0" i="0">
                <a:solidFill>
                  <a:srgbClr val="193244"/>
                </a:solidFill>
                <a:latin typeface="Nimbus Mono PS"/>
                <a:ea typeface="Nimbus Mono PS"/>
                <a:cs typeface="Nimbus Mono PS"/>
              </a:defRPr>
            </a:defPPr>
            <a:lvl1pPr>
              <a:defRPr sz="1875" b="0" i="0">
                <a:solidFill>
                  <a:srgbClr val="193244"/>
                </a:solidFill>
                <a:latin typeface="Nimbus Mono PS"/>
                <a:ea typeface="Nimbus Mono PS"/>
                <a:cs typeface="Nimbus Mono PS"/>
              </a:defRPr>
            </a:lvl1pPr>
            <a:lvl2pPr>
              <a:defRPr sz="1875" b="0" i="0">
                <a:solidFill>
                  <a:srgbClr val="193244"/>
                </a:solidFill>
                <a:latin typeface="Nimbus Mono PS"/>
                <a:ea typeface="Nimbus Mono PS"/>
                <a:cs typeface="Nimbus Mono PS"/>
              </a:defRPr>
            </a:lvl2pPr>
            <a:lvl3pPr>
              <a:defRPr sz="1875" b="0" i="0">
                <a:solidFill>
                  <a:srgbClr val="193244"/>
                </a:solidFill>
                <a:latin typeface="Nimbus Mono PS"/>
                <a:ea typeface="Nimbus Mono PS"/>
                <a:cs typeface="Nimbus Mono PS"/>
              </a:defRPr>
            </a:lvl3pPr>
            <a:lvl4pPr>
              <a:defRPr sz="1875" b="0" i="0">
                <a:solidFill>
                  <a:srgbClr val="193244"/>
                </a:solidFill>
                <a:latin typeface="Nimbus Mono PS"/>
                <a:ea typeface="Nimbus Mono PS"/>
                <a:cs typeface="Nimbus Mono PS"/>
              </a:defRPr>
            </a:lvl4pPr>
            <a:lvl5pPr>
              <a:defRPr sz="1875" b="0" i="0">
                <a:solidFill>
                  <a:srgbClr val="193244"/>
                </a:solidFill>
                <a:latin typeface="Nimbus Mono PS"/>
                <a:ea typeface="Nimbus Mono PS"/>
                <a:cs typeface="Nimbus Mono PS"/>
              </a:defRPr>
            </a:lvl5pPr>
            <a:lvl6pPr>
              <a:defRPr sz="1875" b="0" i="0">
                <a:solidFill>
                  <a:srgbClr val="193244"/>
                </a:solidFill>
                <a:latin typeface="Nimbus Mono PS"/>
                <a:ea typeface="Nimbus Mono PS"/>
                <a:cs typeface="Nimbus Mono PS"/>
              </a:defRPr>
            </a:lvl6pPr>
            <a:lvl7pPr>
              <a:defRPr sz="1875" b="0" i="0">
                <a:solidFill>
                  <a:srgbClr val="193244"/>
                </a:solidFill>
                <a:latin typeface="Nimbus Mono PS"/>
                <a:ea typeface="Nimbus Mono PS"/>
                <a:cs typeface="Nimbus Mono PS"/>
              </a:defRPr>
            </a:lvl7pPr>
            <a:lvl8pPr>
              <a:defRPr sz="1875" b="0" i="0">
                <a:solidFill>
                  <a:srgbClr val="193244"/>
                </a:solidFill>
                <a:latin typeface="Nimbus Mono PS"/>
                <a:ea typeface="Nimbus Mono PS"/>
                <a:cs typeface="Nimbus Mono PS"/>
              </a:defRPr>
            </a:lvl8pPr>
            <a:lvl9pPr>
              <a:defRPr sz="1875" b="0" i="0">
                <a:solidFill>
                  <a:srgbClr val="193244"/>
                </a:solidFill>
                <a:latin typeface="Nimbus Mono PS"/>
                <a:ea typeface="Nimbus Mono PS"/>
                <a:cs typeface="Nimbus Mono PS"/>
              </a:defRPr>
            </a:lvl9pPr>
          </a:lstStyle>
          <a:p xmlns:a="http://schemas.openxmlformats.org/drawingml/2006/main">
            <a:pPr>
              <a:defRPr sz="1875" b="0" i="0">
                <a:solidFill>
                  <a:srgbClr val="193244"/>
                </a:solidFill>
                <a:latin typeface="Nimbus Mono PS"/>
                <a:ea typeface="Nimbus Mono PS"/>
                <a:cs typeface="Nimbus Mono PS"/>
              </a:defRPr>
            </a:pPr>
            <a:r>
              <a:rPr sz="1875" b="0" i="0">
                <a:solidFill>
                  <a:srgbClr val="193244"/>
                </a:solidFill>
                <a:latin typeface="Nimbus Mono PS"/>
                <a:ea typeface="Nimbus Mono PS"/>
                <a:cs typeface="Nimbus Mono PS"/>
              </a:rPr>
              <a:t>Claude Code: .claude\skills\&lt;skill&gt;\</a:t>
            </a:r>
          </a:p>
          <a:p xmlns:a="http://schemas.openxmlformats.org/drawingml/2006/main">
            <a:pPr>
              <a:defRPr sz="1875" b="0" i="0">
                <a:solidFill>
                  <a:srgbClr val="193244"/>
                </a:solidFill>
                <a:latin typeface="Nimbus Mono PS"/>
                <a:ea typeface="Nimbus Mono PS"/>
                <a:cs typeface="Nimbus Mono PS"/>
              </a:defRPr>
            </a:pPr>
            <a:r>
              <a:rPr sz="1875" b="0" i="0">
                <a:solidFill>
                  <a:srgbClr val="193244"/>
                </a:solidFill>
                <a:latin typeface="Nimbus Mono PS"/>
                <a:ea typeface="Nimbus Mono PS"/>
                <a:cs typeface="Nimbus Mono PS"/>
              </a:rPr>
              <a:t>Devin CLI: .agents\skills\&lt;skill&gt;\</a:t>
            </a:r>
          </a:p>
          <a:p xmlns:a="http://schemas.openxmlformats.org/drawingml/2006/main">
            <a:r>
              <a:t/>
            </a:r>
          </a:p>
          <a:p xmlns:a="http://schemas.openxmlformats.org/drawingml/2006/main">
            <a:pPr>
              <a:defRPr sz="1875" b="0" i="0">
                <a:solidFill>
                  <a:srgbClr val="193244"/>
                </a:solidFill>
                <a:latin typeface="Nimbus Mono PS"/>
                <a:ea typeface="Nimbus Mono PS"/>
                <a:cs typeface="Nimbus Mono PS"/>
              </a:defRPr>
            </a:pPr>
            <a:r>
              <a:rPr sz="1875" b="0" i="0">
                <a:solidFill>
                  <a:srgbClr val="193244"/>
                </a:solidFill>
                <a:latin typeface="Nimbus Mono PS"/>
                <a:ea typeface="Nimbus Mono PS"/>
                <a:cs typeface="Nimbus Mono PS"/>
              </a:rPr>
              <a:t>Diretórios dentro de C:\Users\&lt;user&gt;\</a:t>
            </a:r>
          </a:p>
        </p:txBody>
      </p:sp>
    </p:spTree>
    <p:extLst>
      <p:ext uri="{BB962C8B-B14F-4D97-AF65-F5344CB8AC3E}">
        <p14:creationId xmlns:p14="http://schemas.microsoft.com/office/powerpoint/2010/main" val="2003005165"/>
      </p:ext>
    </p:extLst>
  </p:cSld>
</p:sld>
</file>

<file path=ppt/slides/slide15.xml><?xml version="1.0" encoding="utf-8"?>
<p:sld xmlns:p="http://schemas.openxmlformats.org/presentationml/2006/main">
  <p:cSld>
    <p:bg>
      <p:bgPr>
        <a:solidFill xmlns:a="http://schemas.openxmlformats.org/drawingml/2006/main">
          <a:srgbClr val="FCFAF5"/>
        </a:solidFill>
      </p:bgPr>
    </p:bg>
    <p:spTree>
      <p:nvGrpSpPr>
        <p:cNvPr id="1" name=""/>
        <p:cNvGrpSpPr/>
        <p:nvPr/>
      </p:nvGrpSpPr>
      <p:grpSpPr>
        <a:xfrm xmlns:a="http://schemas.openxmlformats.org/drawingml/2006/main"/>
      </p:grpSpPr>
      <p:pic>
        <p:nvPicPr>
          <p:cNvPr id="15" name="">
            <a:extLst xmlns:a="http://schemas.openxmlformats.org/drawingml/2006/main">
              <a:ext uri="{FF2B5EF4-FFF2-40B4-BE49-F238E27FC236}">
                <a16:creationId xmlns:a16="http://schemas.microsoft.com/office/drawing/2014/main" id="{2A7B0EA8-FCC4-4AFB-B405-AA78855C9B14}"/>
              </a:ext>
            </a:extLst>
          </p:cNvPr>
          <p:cNvPicPr>
            <a:picLocks xmlns:a="http://schemas.openxmlformats.org/drawingml/2006/main" noChangeAspect="1"/>
          </p:cNvPicPr>
          <p:nvPr/>
        </p:nvPicPr>
        <p:blipFill>
          <a:blip xmlns:r="http://schemas.openxmlformats.org/officeDocument/2006/relationships" xmlns:a="http://schemas.openxmlformats.org/drawingml/2006/main" r:embed="R4cfa82d5ef504d3f"/>
          <a:srcRect xmlns:a="http://schemas.openxmlformats.org/drawingml/2006/main" l="0" t="27" r="0" b="27"/>
          <a:stretch xmlns:a="http://schemas.openxmlformats.org/drawingml/2006/main">
            <a:fillRect l="0" t="0" r="0" b="0"/>
          </a:stretch>
        </p:blipFill>
        <p:spPr>
          <a:xfrm xmlns:a="http://schemas.openxmlformats.org/drawingml/2006/main">
            <a:off x="0" y="0"/>
            <a:ext cx="15240000" cy="8572500"/>
          </a:xfrm>
          <a:prstGeom xmlns:a="http://schemas.openxmlformats.org/drawingml/2006/main" prst="rect">
            <a:avLst/>
          </a:prstGeom>
        </p:spPr>
      </p:pic>
      <p:sp>
        <p:nvSpPr>
          <p:cNvPr id="2" name="text-0">
            <a:extLst xmlns:a="http://schemas.openxmlformats.org/drawingml/2006/main">
              <a:ext uri="{FF2B5EF4-FFF2-40B4-BE49-F238E27FC236}">
                <a16:creationId xmlns:a16="http://schemas.microsoft.com/office/drawing/2014/main" id="{348889D5-FA4B-4020-8E07-F4323C403A2A}"/>
              </a:ext>
            </a:extLst>
          </p:cNvPr>
          <p:cNvSpPr>
            <a:spLocks xmlns:a="http://schemas.openxmlformats.org/drawingml/2006/main" noGrp="1"/>
          </p:cNvSpPr>
          <p:nvPr/>
        </p:nvSpPr>
        <p:spPr>
          <a:xfrm xmlns:a="http://schemas.openxmlformats.org/drawingml/2006/main">
            <a:off x="723900" y="523875"/>
            <a:ext cx="137922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75" b="1" i="0">
                <a:solidFill>
                  <a:srgbClr val="193244"/>
                </a:solidFill>
                <a:latin typeface="Nimbus Mono PS"/>
                <a:ea typeface="Nimbus Mono PS"/>
                <a:cs typeface="Nimbus Mono PS"/>
              </a:defRPr>
            </a:defPPr>
            <a:lvl1pPr>
              <a:defRPr sz="3375" b="1" i="0">
                <a:solidFill>
                  <a:srgbClr val="193244"/>
                </a:solidFill>
                <a:latin typeface="Nimbus Mono PS"/>
                <a:ea typeface="Nimbus Mono PS"/>
                <a:cs typeface="Nimbus Mono PS"/>
              </a:defRPr>
            </a:lvl1pPr>
            <a:lvl2pPr>
              <a:defRPr sz="3375" b="1" i="0">
                <a:solidFill>
                  <a:srgbClr val="193244"/>
                </a:solidFill>
                <a:latin typeface="Nimbus Mono PS"/>
                <a:ea typeface="Nimbus Mono PS"/>
                <a:cs typeface="Nimbus Mono PS"/>
              </a:defRPr>
            </a:lvl2pPr>
            <a:lvl3pPr>
              <a:defRPr sz="3375" b="1" i="0">
                <a:solidFill>
                  <a:srgbClr val="193244"/>
                </a:solidFill>
                <a:latin typeface="Nimbus Mono PS"/>
                <a:ea typeface="Nimbus Mono PS"/>
                <a:cs typeface="Nimbus Mono PS"/>
              </a:defRPr>
            </a:lvl3pPr>
            <a:lvl4pPr>
              <a:defRPr sz="3375" b="1" i="0">
                <a:solidFill>
                  <a:srgbClr val="193244"/>
                </a:solidFill>
                <a:latin typeface="Nimbus Mono PS"/>
                <a:ea typeface="Nimbus Mono PS"/>
                <a:cs typeface="Nimbus Mono PS"/>
              </a:defRPr>
            </a:lvl4pPr>
            <a:lvl5pPr>
              <a:defRPr sz="3375" b="1" i="0">
                <a:solidFill>
                  <a:srgbClr val="193244"/>
                </a:solidFill>
                <a:latin typeface="Nimbus Mono PS"/>
                <a:ea typeface="Nimbus Mono PS"/>
                <a:cs typeface="Nimbus Mono PS"/>
              </a:defRPr>
            </a:lvl5pPr>
            <a:lvl6pPr>
              <a:defRPr sz="3375" b="1" i="0">
                <a:solidFill>
                  <a:srgbClr val="193244"/>
                </a:solidFill>
                <a:latin typeface="Nimbus Mono PS"/>
                <a:ea typeface="Nimbus Mono PS"/>
                <a:cs typeface="Nimbus Mono PS"/>
              </a:defRPr>
            </a:lvl6pPr>
            <a:lvl7pPr>
              <a:defRPr sz="3375" b="1" i="0">
                <a:solidFill>
                  <a:srgbClr val="193244"/>
                </a:solidFill>
                <a:latin typeface="Nimbus Mono PS"/>
                <a:ea typeface="Nimbus Mono PS"/>
                <a:cs typeface="Nimbus Mono PS"/>
              </a:defRPr>
            </a:lvl7pPr>
            <a:lvl8pPr>
              <a:defRPr sz="3375" b="1" i="0">
                <a:solidFill>
                  <a:srgbClr val="193244"/>
                </a:solidFill>
                <a:latin typeface="Nimbus Mono PS"/>
                <a:ea typeface="Nimbus Mono PS"/>
                <a:cs typeface="Nimbus Mono PS"/>
              </a:defRPr>
            </a:lvl8pPr>
            <a:lvl9pPr>
              <a:defRPr sz="3375" b="1" i="0">
                <a:solidFill>
                  <a:srgbClr val="193244"/>
                </a:solidFill>
                <a:latin typeface="Nimbus Mono PS"/>
                <a:ea typeface="Nimbus Mono PS"/>
                <a:cs typeface="Nimbus Mono PS"/>
              </a:defRPr>
            </a:lvl9pPr>
          </a:lstStyle>
          <a:p xmlns:a="http://schemas.openxmlformats.org/drawingml/2006/main">
            <a:pPr>
              <a:defRPr sz="3375" b="1" i="0">
                <a:solidFill>
                  <a:srgbClr val="193244"/>
                </a:solidFill>
                <a:latin typeface="Nimbus Mono PS"/>
                <a:ea typeface="Nimbus Mono PS"/>
                <a:cs typeface="Nimbus Mono PS"/>
              </a:defRPr>
            </a:pPr>
            <a:r>
              <a:rPr sz="3375" b="1" i="0">
                <a:solidFill>
                  <a:srgbClr val="193244"/>
                </a:solidFill>
                <a:latin typeface="Nimbus Mono PS"/>
                <a:ea typeface="Nimbus Mono PS"/>
                <a:cs typeface="Nimbus Mono PS"/>
              </a:rPr>
              <a:t>Retomada, correção e atualização</a:t>
            </a:r>
          </a:p>
        </p:txBody>
      </p:sp>
      <p:sp>
        <p:nvSpPr>
          <p:cNvPr id="3" name="text-1">
            <a:extLst xmlns:a="http://schemas.openxmlformats.org/drawingml/2006/main">
              <a:ext uri="{FF2B5EF4-FFF2-40B4-BE49-F238E27FC236}">
                <a16:creationId xmlns:a16="http://schemas.microsoft.com/office/drawing/2014/main" id="{D09736D9-AE32-481B-8BEE-435D2B2D3D6A}"/>
              </a:ext>
            </a:extLst>
          </p:cNvPr>
          <p:cNvSpPr>
            <a:spLocks xmlns:a="http://schemas.openxmlformats.org/drawingml/2006/main" noGrp="1"/>
          </p:cNvSpPr>
          <p:nvPr/>
        </p:nvSpPr>
        <p:spPr>
          <a:xfrm xmlns:a="http://schemas.openxmlformats.org/drawingml/2006/main">
            <a:off x="742950" y="1428750"/>
            <a:ext cx="13620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0" i="0">
                <a:solidFill>
                  <a:srgbClr val="54656D"/>
                </a:solidFill>
                <a:latin typeface="Nimbus Sans"/>
                <a:ea typeface="Nimbus Sans"/>
                <a:cs typeface="Nimbus Sans"/>
              </a:defRPr>
            </a:defPPr>
            <a:lvl1pPr>
              <a:defRPr sz="2025" b="0" i="0">
                <a:solidFill>
                  <a:srgbClr val="54656D"/>
                </a:solidFill>
                <a:latin typeface="Nimbus Sans"/>
                <a:ea typeface="Nimbus Sans"/>
                <a:cs typeface="Nimbus Sans"/>
              </a:defRPr>
            </a:lvl1pPr>
            <a:lvl2pPr>
              <a:defRPr sz="2025" b="0" i="0">
                <a:solidFill>
                  <a:srgbClr val="54656D"/>
                </a:solidFill>
                <a:latin typeface="Nimbus Sans"/>
                <a:ea typeface="Nimbus Sans"/>
                <a:cs typeface="Nimbus Sans"/>
              </a:defRPr>
            </a:lvl2pPr>
            <a:lvl3pPr>
              <a:defRPr sz="2025" b="0" i="0">
                <a:solidFill>
                  <a:srgbClr val="54656D"/>
                </a:solidFill>
                <a:latin typeface="Nimbus Sans"/>
                <a:ea typeface="Nimbus Sans"/>
                <a:cs typeface="Nimbus Sans"/>
              </a:defRPr>
            </a:lvl3pPr>
            <a:lvl4pPr>
              <a:defRPr sz="2025" b="0" i="0">
                <a:solidFill>
                  <a:srgbClr val="54656D"/>
                </a:solidFill>
                <a:latin typeface="Nimbus Sans"/>
                <a:ea typeface="Nimbus Sans"/>
                <a:cs typeface="Nimbus Sans"/>
              </a:defRPr>
            </a:lvl4pPr>
            <a:lvl5pPr>
              <a:defRPr sz="2025" b="0" i="0">
                <a:solidFill>
                  <a:srgbClr val="54656D"/>
                </a:solidFill>
                <a:latin typeface="Nimbus Sans"/>
                <a:ea typeface="Nimbus Sans"/>
                <a:cs typeface="Nimbus Sans"/>
              </a:defRPr>
            </a:lvl5pPr>
            <a:lvl6pPr>
              <a:defRPr sz="2025" b="0" i="0">
                <a:solidFill>
                  <a:srgbClr val="54656D"/>
                </a:solidFill>
                <a:latin typeface="Nimbus Sans"/>
                <a:ea typeface="Nimbus Sans"/>
                <a:cs typeface="Nimbus Sans"/>
              </a:defRPr>
            </a:lvl6pPr>
            <a:lvl7pPr>
              <a:defRPr sz="2025" b="0" i="0">
                <a:solidFill>
                  <a:srgbClr val="54656D"/>
                </a:solidFill>
                <a:latin typeface="Nimbus Sans"/>
                <a:ea typeface="Nimbus Sans"/>
                <a:cs typeface="Nimbus Sans"/>
              </a:defRPr>
            </a:lvl7pPr>
            <a:lvl8pPr>
              <a:defRPr sz="2025" b="0" i="0">
                <a:solidFill>
                  <a:srgbClr val="54656D"/>
                </a:solidFill>
                <a:latin typeface="Nimbus Sans"/>
                <a:ea typeface="Nimbus Sans"/>
                <a:cs typeface="Nimbus Sans"/>
              </a:defRPr>
            </a:lvl8pPr>
            <a:lvl9pPr>
              <a:defRPr sz="2025" b="0" i="0">
                <a:solidFill>
                  <a:srgbClr val="54656D"/>
                </a:solidFill>
                <a:latin typeface="Nimbus Sans"/>
                <a:ea typeface="Nimbus Sans"/>
                <a:cs typeface="Nimbus Sans"/>
              </a:defRPr>
            </a:lvl9pPr>
          </a:lstStyle>
          <a:p xmlns:a="http://schemas.openxmlformats.org/drawingml/2006/main">
            <a:pPr>
              <a:defRPr sz="2025" b="0" i="0">
                <a:solidFill>
                  <a:srgbClr val="54656D"/>
                </a:solidFill>
                <a:latin typeface="Nimbus Sans"/>
                <a:ea typeface="Nimbus Sans"/>
                <a:cs typeface="Nimbus Sans"/>
              </a:defRPr>
            </a:pPr>
            <a:r>
              <a:rPr sz="2025" b="0" i="0">
                <a:solidFill>
                  <a:srgbClr val="54656D"/>
                </a:solidFill>
                <a:latin typeface="Nimbus Sans"/>
                <a:ea typeface="Nimbus Sans"/>
                <a:cs typeface="Nimbus Sans"/>
              </a:rPr>
              <a:t>O contexto registrado permite continuar sem perder o trabalho já produzido.</a:t>
            </a:r>
          </a:p>
        </p:txBody>
      </p:sp>
      <p:sp>
        <p:nvSpPr>
          <p:cNvPr id="4" name="text-2">
            <a:extLst xmlns:a="http://schemas.openxmlformats.org/drawingml/2006/main">
              <a:ext uri="{FF2B5EF4-FFF2-40B4-BE49-F238E27FC236}">
                <a16:creationId xmlns:a16="http://schemas.microsoft.com/office/drawing/2014/main" id="{B04FC605-7079-45D4-BB1D-575B3966F856}"/>
              </a:ext>
            </a:extLst>
          </p:cNvPr>
          <p:cNvSpPr>
            <a:spLocks xmlns:a="http://schemas.openxmlformats.org/drawingml/2006/main" noGrp="1"/>
          </p:cNvSpPr>
          <p:nvPr/>
        </p:nvSpPr>
        <p:spPr>
          <a:xfrm xmlns:a="http://schemas.openxmlformats.org/drawingml/2006/main">
            <a:off x="742950" y="8096250"/>
            <a:ext cx="12573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00" b="0" i="0">
                <a:solidFill>
                  <a:srgbClr val="54656D"/>
                </a:solidFill>
                <a:latin typeface="Nimbus Mono PS"/>
                <a:ea typeface="Nimbus Mono PS"/>
                <a:cs typeface="Nimbus Mono PS"/>
              </a:defRPr>
            </a:defPPr>
            <a:lvl1pPr>
              <a:defRPr sz="1200" b="0" i="0">
                <a:solidFill>
                  <a:srgbClr val="54656D"/>
                </a:solidFill>
                <a:latin typeface="Nimbus Mono PS"/>
                <a:ea typeface="Nimbus Mono PS"/>
                <a:cs typeface="Nimbus Mono PS"/>
              </a:defRPr>
            </a:lvl1pPr>
            <a:lvl2pPr>
              <a:defRPr sz="1200" b="0" i="0">
                <a:solidFill>
                  <a:srgbClr val="54656D"/>
                </a:solidFill>
                <a:latin typeface="Nimbus Mono PS"/>
                <a:ea typeface="Nimbus Mono PS"/>
                <a:cs typeface="Nimbus Mono PS"/>
              </a:defRPr>
            </a:lvl2pPr>
            <a:lvl3pPr>
              <a:defRPr sz="1200" b="0" i="0">
                <a:solidFill>
                  <a:srgbClr val="54656D"/>
                </a:solidFill>
                <a:latin typeface="Nimbus Mono PS"/>
                <a:ea typeface="Nimbus Mono PS"/>
                <a:cs typeface="Nimbus Mono PS"/>
              </a:defRPr>
            </a:lvl3pPr>
            <a:lvl4pPr>
              <a:defRPr sz="1200" b="0" i="0">
                <a:solidFill>
                  <a:srgbClr val="54656D"/>
                </a:solidFill>
                <a:latin typeface="Nimbus Mono PS"/>
                <a:ea typeface="Nimbus Mono PS"/>
                <a:cs typeface="Nimbus Mono PS"/>
              </a:defRPr>
            </a:lvl4pPr>
            <a:lvl5pPr>
              <a:defRPr sz="1200" b="0" i="0">
                <a:solidFill>
                  <a:srgbClr val="54656D"/>
                </a:solidFill>
                <a:latin typeface="Nimbus Mono PS"/>
                <a:ea typeface="Nimbus Mono PS"/>
                <a:cs typeface="Nimbus Mono PS"/>
              </a:defRPr>
            </a:lvl5pPr>
            <a:lvl6pPr>
              <a:defRPr sz="1200" b="0" i="0">
                <a:solidFill>
                  <a:srgbClr val="54656D"/>
                </a:solidFill>
                <a:latin typeface="Nimbus Mono PS"/>
                <a:ea typeface="Nimbus Mono PS"/>
                <a:cs typeface="Nimbus Mono PS"/>
              </a:defRPr>
            </a:lvl6pPr>
            <a:lvl7pPr>
              <a:defRPr sz="1200" b="0" i="0">
                <a:solidFill>
                  <a:srgbClr val="54656D"/>
                </a:solidFill>
                <a:latin typeface="Nimbus Mono PS"/>
                <a:ea typeface="Nimbus Mono PS"/>
                <a:cs typeface="Nimbus Mono PS"/>
              </a:defRPr>
            </a:lvl7pPr>
            <a:lvl8pPr>
              <a:defRPr sz="1200" b="0" i="0">
                <a:solidFill>
                  <a:srgbClr val="54656D"/>
                </a:solidFill>
                <a:latin typeface="Nimbus Mono PS"/>
                <a:ea typeface="Nimbus Mono PS"/>
                <a:cs typeface="Nimbus Mono PS"/>
              </a:defRPr>
            </a:lvl8pPr>
            <a:lvl9pPr>
              <a:defRPr sz="1200" b="0" i="0">
                <a:solidFill>
                  <a:srgbClr val="54656D"/>
                </a:solidFill>
                <a:latin typeface="Nimbus Mono PS"/>
                <a:ea typeface="Nimbus Mono PS"/>
                <a:cs typeface="Nimbus Mono PS"/>
              </a:defRPr>
            </a:lvl9pPr>
          </a:lstStyle>
          <a:p xmlns:a="http://schemas.openxmlformats.org/drawingml/2006/main">
            <a:pPr>
              <a:defRPr sz="1200" b="0" i="0">
                <a:solidFill>
                  <a:srgbClr val="54656D"/>
                </a:solidFill>
                <a:latin typeface="Nimbus Mono PS"/>
                <a:ea typeface="Nimbus Mono PS"/>
                <a:cs typeface="Nimbus Mono PS"/>
              </a:defRPr>
            </a:pPr>
            <a:r>
              <a:rPr sz="1200" b="0" i="0">
                <a:solidFill>
                  <a:srgbClr val="54656D"/>
                </a:solidFill>
                <a:latin typeface="Nimbus Mono PS"/>
                <a:ea typeface="Nimbus Mono PS"/>
                <a:cs typeface="Nimbus Mono PS"/>
              </a:rPr>
              <a:t>GUIA  /  SITUAÇÕES DO DIA A DIA</a:t>
            </a:r>
          </a:p>
        </p:txBody>
      </p:sp>
      <p:sp>
        <p:nvSpPr>
          <p:cNvPr id="5" name="text-3">
            <a:extLst xmlns:a="http://schemas.openxmlformats.org/drawingml/2006/main">
              <a:ext uri="{FF2B5EF4-FFF2-40B4-BE49-F238E27FC236}">
                <a16:creationId xmlns:a16="http://schemas.microsoft.com/office/drawing/2014/main" id="{F07FF9F6-37F5-4A73-8A93-1B7FCEBF3C92}"/>
              </a:ext>
            </a:extLst>
          </p:cNvPr>
          <p:cNvSpPr>
            <a:spLocks xmlns:a="http://schemas.openxmlformats.org/drawingml/2006/main" noGrp="1"/>
          </p:cNvSpPr>
          <p:nvPr/>
        </p:nvSpPr>
        <p:spPr>
          <a:xfrm xmlns:a="http://schemas.openxmlformats.org/drawingml/2006/main">
            <a:off x="13944600" y="8048625"/>
            <a:ext cx="609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1" i="0">
                <a:solidFill>
                  <a:srgbClr val="B9502E"/>
                </a:solidFill>
                <a:latin typeface="Nimbus Mono PS"/>
                <a:ea typeface="Nimbus Mono PS"/>
                <a:cs typeface="Nimbus Mono PS"/>
              </a:defRPr>
            </a:defPPr>
            <a:lvl1pPr>
              <a:defRPr sz="1800" b="1" i="0">
                <a:solidFill>
                  <a:srgbClr val="B9502E"/>
                </a:solidFill>
                <a:latin typeface="Nimbus Mono PS"/>
                <a:ea typeface="Nimbus Mono PS"/>
                <a:cs typeface="Nimbus Mono PS"/>
              </a:defRPr>
            </a:lvl1pPr>
            <a:lvl2pPr>
              <a:defRPr sz="1800" b="1" i="0">
                <a:solidFill>
                  <a:srgbClr val="B9502E"/>
                </a:solidFill>
                <a:latin typeface="Nimbus Mono PS"/>
                <a:ea typeface="Nimbus Mono PS"/>
                <a:cs typeface="Nimbus Mono PS"/>
              </a:defRPr>
            </a:lvl2pPr>
            <a:lvl3pPr>
              <a:defRPr sz="1800" b="1" i="0">
                <a:solidFill>
                  <a:srgbClr val="B9502E"/>
                </a:solidFill>
                <a:latin typeface="Nimbus Mono PS"/>
                <a:ea typeface="Nimbus Mono PS"/>
                <a:cs typeface="Nimbus Mono PS"/>
              </a:defRPr>
            </a:lvl3pPr>
            <a:lvl4pPr>
              <a:defRPr sz="1800" b="1" i="0">
                <a:solidFill>
                  <a:srgbClr val="B9502E"/>
                </a:solidFill>
                <a:latin typeface="Nimbus Mono PS"/>
                <a:ea typeface="Nimbus Mono PS"/>
                <a:cs typeface="Nimbus Mono PS"/>
              </a:defRPr>
            </a:lvl4pPr>
            <a:lvl5pPr>
              <a:defRPr sz="1800" b="1" i="0">
                <a:solidFill>
                  <a:srgbClr val="B9502E"/>
                </a:solidFill>
                <a:latin typeface="Nimbus Mono PS"/>
                <a:ea typeface="Nimbus Mono PS"/>
                <a:cs typeface="Nimbus Mono PS"/>
              </a:defRPr>
            </a:lvl5pPr>
            <a:lvl6pPr>
              <a:defRPr sz="1800" b="1" i="0">
                <a:solidFill>
                  <a:srgbClr val="B9502E"/>
                </a:solidFill>
                <a:latin typeface="Nimbus Mono PS"/>
                <a:ea typeface="Nimbus Mono PS"/>
                <a:cs typeface="Nimbus Mono PS"/>
              </a:defRPr>
            </a:lvl6pPr>
            <a:lvl7pPr>
              <a:defRPr sz="1800" b="1" i="0">
                <a:solidFill>
                  <a:srgbClr val="B9502E"/>
                </a:solidFill>
                <a:latin typeface="Nimbus Mono PS"/>
                <a:ea typeface="Nimbus Mono PS"/>
                <a:cs typeface="Nimbus Mono PS"/>
              </a:defRPr>
            </a:lvl7pPr>
            <a:lvl8pPr>
              <a:defRPr sz="1800" b="1" i="0">
                <a:solidFill>
                  <a:srgbClr val="B9502E"/>
                </a:solidFill>
                <a:latin typeface="Nimbus Mono PS"/>
                <a:ea typeface="Nimbus Mono PS"/>
                <a:cs typeface="Nimbus Mono PS"/>
              </a:defRPr>
            </a:lvl8pPr>
            <a:lvl9pPr>
              <a:defRPr sz="1800" b="1" i="0">
                <a:solidFill>
                  <a:srgbClr val="B9502E"/>
                </a:solidFill>
                <a:latin typeface="Nimbus Mono PS"/>
                <a:ea typeface="Nimbus Mono PS"/>
                <a:cs typeface="Nimbus Mono PS"/>
              </a:defRPr>
            </a:lvl9pPr>
          </a:lstStyle>
          <a:p xmlns:a="http://schemas.openxmlformats.org/drawingml/2006/main">
            <a:pPr>
              <a:defRPr sz="1800" b="1" i="0">
                <a:solidFill>
                  <a:srgbClr val="B9502E"/>
                </a:solidFill>
                <a:latin typeface="Nimbus Mono PS"/>
                <a:ea typeface="Nimbus Mono PS"/>
                <a:cs typeface="Nimbus Mono PS"/>
              </a:defRPr>
            </a:pPr>
            <a:r>
              <a:rPr sz="1800" b="1" i="0">
                <a:solidFill>
                  <a:srgbClr val="B9502E"/>
                </a:solidFill>
                <a:latin typeface="Nimbus Mono PS"/>
                <a:ea typeface="Nimbus Mono PS"/>
                <a:cs typeface="Nimbus Mono PS"/>
              </a:rPr>
              <a:t>15</a:t>
            </a:r>
          </a:p>
        </p:txBody>
      </p:sp>
      <p:sp>
        <p:nvSpPr>
          <p:cNvPr id="6" name="text-4">
            <a:extLst xmlns:a="http://schemas.openxmlformats.org/drawingml/2006/main">
              <a:ext uri="{FF2B5EF4-FFF2-40B4-BE49-F238E27FC236}">
                <a16:creationId xmlns:a16="http://schemas.microsoft.com/office/drawing/2014/main" id="{897E854F-FF67-487A-87E3-934F31D425E5}"/>
              </a:ext>
            </a:extLst>
          </p:cNvPr>
          <p:cNvSpPr>
            <a:spLocks xmlns:a="http://schemas.openxmlformats.org/drawingml/2006/main" noGrp="1"/>
          </p:cNvSpPr>
          <p:nvPr/>
        </p:nvSpPr>
        <p:spPr>
          <a:xfrm xmlns:a="http://schemas.openxmlformats.org/drawingml/2006/main">
            <a:off x="771525" y="2371725"/>
            <a:ext cx="642937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325" b="1" i="0">
                <a:solidFill>
                  <a:srgbClr val="193244"/>
                </a:solidFill>
                <a:latin typeface="Nimbus Mono PS"/>
                <a:ea typeface="Nimbus Mono PS"/>
                <a:cs typeface="Nimbus Mono PS"/>
              </a:defRPr>
            </a:defPPr>
            <a:lvl1pPr>
              <a:defRPr sz="2325" b="1" i="0">
                <a:solidFill>
                  <a:srgbClr val="193244"/>
                </a:solidFill>
                <a:latin typeface="Nimbus Mono PS"/>
                <a:ea typeface="Nimbus Mono PS"/>
                <a:cs typeface="Nimbus Mono PS"/>
              </a:defRPr>
            </a:lvl1pPr>
            <a:lvl2pPr>
              <a:defRPr sz="2325" b="1" i="0">
                <a:solidFill>
                  <a:srgbClr val="193244"/>
                </a:solidFill>
                <a:latin typeface="Nimbus Mono PS"/>
                <a:ea typeface="Nimbus Mono PS"/>
                <a:cs typeface="Nimbus Mono PS"/>
              </a:defRPr>
            </a:lvl2pPr>
            <a:lvl3pPr>
              <a:defRPr sz="2325" b="1" i="0">
                <a:solidFill>
                  <a:srgbClr val="193244"/>
                </a:solidFill>
                <a:latin typeface="Nimbus Mono PS"/>
                <a:ea typeface="Nimbus Mono PS"/>
                <a:cs typeface="Nimbus Mono PS"/>
              </a:defRPr>
            </a:lvl3pPr>
            <a:lvl4pPr>
              <a:defRPr sz="2325" b="1" i="0">
                <a:solidFill>
                  <a:srgbClr val="193244"/>
                </a:solidFill>
                <a:latin typeface="Nimbus Mono PS"/>
                <a:ea typeface="Nimbus Mono PS"/>
                <a:cs typeface="Nimbus Mono PS"/>
              </a:defRPr>
            </a:lvl4pPr>
            <a:lvl5pPr>
              <a:defRPr sz="2325" b="1" i="0">
                <a:solidFill>
                  <a:srgbClr val="193244"/>
                </a:solidFill>
                <a:latin typeface="Nimbus Mono PS"/>
                <a:ea typeface="Nimbus Mono PS"/>
                <a:cs typeface="Nimbus Mono PS"/>
              </a:defRPr>
            </a:lvl5pPr>
            <a:lvl6pPr>
              <a:defRPr sz="2325" b="1" i="0">
                <a:solidFill>
                  <a:srgbClr val="193244"/>
                </a:solidFill>
                <a:latin typeface="Nimbus Mono PS"/>
                <a:ea typeface="Nimbus Mono PS"/>
                <a:cs typeface="Nimbus Mono PS"/>
              </a:defRPr>
            </a:lvl6pPr>
            <a:lvl7pPr>
              <a:defRPr sz="2325" b="1" i="0">
                <a:solidFill>
                  <a:srgbClr val="193244"/>
                </a:solidFill>
                <a:latin typeface="Nimbus Mono PS"/>
                <a:ea typeface="Nimbus Mono PS"/>
                <a:cs typeface="Nimbus Mono PS"/>
              </a:defRPr>
            </a:lvl7pPr>
            <a:lvl8pPr>
              <a:defRPr sz="2325" b="1" i="0">
                <a:solidFill>
                  <a:srgbClr val="193244"/>
                </a:solidFill>
                <a:latin typeface="Nimbus Mono PS"/>
                <a:ea typeface="Nimbus Mono PS"/>
                <a:cs typeface="Nimbus Mono PS"/>
              </a:defRPr>
            </a:lvl8pPr>
            <a:lvl9pPr>
              <a:defRPr sz="2325" b="1" i="0">
                <a:solidFill>
                  <a:srgbClr val="193244"/>
                </a:solidFill>
                <a:latin typeface="Nimbus Mono PS"/>
                <a:ea typeface="Nimbus Mono PS"/>
                <a:cs typeface="Nimbus Mono PS"/>
              </a:defRPr>
            </a:lvl9pPr>
          </a:lstStyle>
          <a:p xmlns:a="http://schemas.openxmlformats.org/drawingml/2006/main">
            <a:pPr>
              <a:defRPr sz="2325" b="1" i="0">
                <a:solidFill>
                  <a:srgbClr val="193244"/>
                </a:solidFill>
                <a:latin typeface="Nimbus Mono PS"/>
                <a:ea typeface="Nimbus Mono PS"/>
                <a:cs typeface="Nimbus Mono PS"/>
              </a:defRPr>
            </a:pPr>
            <a:r>
              <a:rPr sz="2325" b="1" i="0">
                <a:solidFill>
                  <a:srgbClr val="193244"/>
                </a:solidFill>
                <a:latin typeface="Nimbus Mono PS"/>
                <a:ea typeface="Nimbus Mono PS"/>
                <a:cs typeface="Nimbus Mono PS"/>
              </a:rPr>
              <a:t>A sessão parou</a:t>
            </a:r>
          </a:p>
        </p:txBody>
      </p:sp>
      <p:sp>
        <p:nvSpPr>
          <p:cNvPr id="7" name="text-5">
            <a:extLst xmlns:a="http://schemas.openxmlformats.org/drawingml/2006/main">
              <a:ext uri="{FF2B5EF4-FFF2-40B4-BE49-F238E27FC236}">
                <a16:creationId xmlns:a16="http://schemas.microsoft.com/office/drawing/2014/main" id="{D94A085D-E1B4-4D8D-ADCB-493515AB0C9C}"/>
              </a:ext>
            </a:extLst>
          </p:cNvPr>
          <p:cNvSpPr>
            <a:spLocks xmlns:a="http://schemas.openxmlformats.org/drawingml/2006/main" noGrp="1"/>
          </p:cNvSpPr>
          <p:nvPr/>
        </p:nvSpPr>
        <p:spPr>
          <a:xfrm xmlns:a="http://schemas.openxmlformats.org/drawingml/2006/main">
            <a:off x="771525" y="2943225"/>
            <a:ext cx="6429375"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250" b="0" i="0">
                <a:solidFill>
                  <a:srgbClr val="193244"/>
                </a:solidFill>
                <a:latin typeface="Nimbus Sans"/>
                <a:ea typeface="Nimbus Sans"/>
                <a:cs typeface="Nimbus Sans"/>
              </a:defRPr>
            </a:defPPr>
            <a:lvl1pPr>
              <a:defRPr sz="2250" b="0" i="0">
                <a:solidFill>
                  <a:srgbClr val="193244"/>
                </a:solidFill>
                <a:latin typeface="Nimbus Sans"/>
                <a:ea typeface="Nimbus Sans"/>
                <a:cs typeface="Nimbus Sans"/>
              </a:defRPr>
            </a:lvl1pPr>
            <a:lvl2pPr>
              <a:defRPr sz="2250" b="0" i="0">
                <a:solidFill>
                  <a:srgbClr val="193244"/>
                </a:solidFill>
                <a:latin typeface="Nimbus Sans"/>
                <a:ea typeface="Nimbus Sans"/>
                <a:cs typeface="Nimbus Sans"/>
              </a:defRPr>
            </a:lvl2pPr>
            <a:lvl3pPr>
              <a:defRPr sz="2250" b="0" i="0">
                <a:solidFill>
                  <a:srgbClr val="193244"/>
                </a:solidFill>
                <a:latin typeface="Nimbus Sans"/>
                <a:ea typeface="Nimbus Sans"/>
                <a:cs typeface="Nimbus Sans"/>
              </a:defRPr>
            </a:lvl3pPr>
            <a:lvl4pPr>
              <a:defRPr sz="2250" b="0" i="0">
                <a:solidFill>
                  <a:srgbClr val="193244"/>
                </a:solidFill>
                <a:latin typeface="Nimbus Sans"/>
                <a:ea typeface="Nimbus Sans"/>
                <a:cs typeface="Nimbus Sans"/>
              </a:defRPr>
            </a:lvl4pPr>
            <a:lvl5pPr>
              <a:defRPr sz="2250" b="0" i="0">
                <a:solidFill>
                  <a:srgbClr val="193244"/>
                </a:solidFill>
                <a:latin typeface="Nimbus Sans"/>
                <a:ea typeface="Nimbus Sans"/>
                <a:cs typeface="Nimbus Sans"/>
              </a:defRPr>
            </a:lvl5pPr>
            <a:lvl6pPr>
              <a:defRPr sz="2250" b="0" i="0">
                <a:solidFill>
                  <a:srgbClr val="193244"/>
                </a:solidFill>
                <a:latin typeface="Nimbus Sans"/>
                <a:ea typeface="Nimbus Sans"/>
                <a:cs typeface="Nimbus Sans"/>
              </a:defRPr>
            </a:lvl6pPr>
            <a:lvl7pPr>
              <a:defRPr sz="2250" b="0" i="0">
                <a:solidFill>
                  <a:srgbClr val="193244"/>
                </a:solidFill>
                <a:latin typeface="Nimbus Sans"/>
                <a:ea typeface="Nimbus Sans"/>
                <a:cs typeface="Nimbus Sans"/>
              </a:defRPr>
            </a:lvl7pPr>
            <a:lvl8pPr>
              <a:defRPr sz="2250" b="0" i="0">
                <a:solidFill>
                  <a:srgbClr val="193244"/>
                </a:solidFill>
                <a:latin typeface="Nimbus Sans"/>
                <a:ea typeface="Nimbus Sans"/>
                <a:cs typeface="Nimbus Sans"/>
              </a:defRPr>
            </a:lvl8pPr>
            <a:lvl9pPr>
              <a:defRPr sz="2250" b="0" i="0">
                <a:solidFill>
                  <a:srgbClr val="193244"/>
                </a:solidFill>
                <a:latin typeface="Nimbus Sans"/>
                <a:ea typeface="Nimbus Sans"/>
                <a:cs typeface="Nimbus Sans"/>
              </a:defRPr>
            </a:lvl9pPr>
          </a:lstStyle>
          <a:p xmlns:a="http://schemas.openxmlformats.org/drawingml/2006/main">
            <a:pPr>
              <a:defRPr sz="2250" b="0" i="0">
                <a:solidFill>
                  <a:srgbClr val="193244"/>
                </a:solidFill>
                <a:latin typeface="Nimbus Sans"/>
                <a:ea typeface="Nimbus Sans"/>
                <a:cs typeface="Nimbus Sans"/>
              </a:defRPr>
            </a:pPr>
            <a:r>
              <a:rPr sz="2250" b="0" i="0">
                <a:solidFill>
                  <a:srgbClr val="193244"/>
                </a:solidFill>
                <a:latin typeface="Nimbus Sans"/>
                <a:ea typeface="Nimbus Sans"/>
                <a:cs typeface="Nimbus Sans"/>
              </a:rPr>
              <a:t>Atualizar o checkpoint: estado, próximo passo e bloqueios. Retomar a tarefa com esse contexto.</a:t>
            </a:r>
          </a:p>
        </p:txBody>
      </p:sp>
      <p:sp>
        <p:nvSpPr>
          <p:cNvPr id="8" name="text-6">
            <a:extLst xmlns:a="http://schemas.openxmlformats.org/drawingml/2006/main">
              <a:ext uri="{FF2B5EF4-FFF2-40B4-BE49-F238E27FC236}">
                <a16:creationId xmlns:a16="http://schemas.microsoft.com/office/drawing/2014/main" id="{3DF8DCEC-26BF-40B3-A5A4-DD0611A1CC61}"/>
              </a:ext>
            </a:extLst>
          </p:cNvPr>
          <p:cNvSpPr>
            <a:spLocks xmlns:a="http://schemas.openxmlformats.org/drawingml/2006/main" noGrp="1"/>
          </p:cNvSpPr>
          <p:nvPr/>
        </p:nvSpPr>
        <p:spPr>
          <a:xfrm xmlns:a="http://schemas.openxmlformats.org/drawingml/2006/main">
            <a:off x="771525" y="5038725"/>
            <a:ext cx="642937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325" b="1" i="0">
                <a:solidFill>
                  <a:srgbClr val="193244"/>
                </a:solidFill>
                <a:latin typeface="Nimbus Mono PS"/>
                <a:ea typeface="Nimbus Mono PS"/>
                <a:cs typeface="Nimbus Mono PS"/>
              </a:defRPr>
            </a:defPPr>
            <a:lvl1pPr>
              <a:defRPr sz="2325" b="1" i="0">
                <a:solidFill>
                  <a:srgbClr val="193244"/>
                </a:solidFill>
                <a:latin typeface="Nimbus Mono PS"/>
                <a:ea typeface="Nimbus Mono PS"/>
                <a:cs typeface="Nimbus Mono PS"/>
              </a:defRPr>
            </a:lvl1pPr>
            <a:lvl2pPr>
              <a:defRPr sz="2325" b="1" i="0">
                <a:solidFill>
                  <a:srgbClr val="193244"/>
                </a:solidFill>
                <a:latin typeface="Nimbus Mono PS"/>
                <a:ea typeface="Nimbus Mono PS"/>
                <a:cs typeface="Nimbus Mono PS"/>
              </a:defRPr>
            </a:lvl2pPr>
            <a:lvl3pPr>
              <a:defRPr sz="2325" b="1" i="0">
                <a:solidFill>
                  <a:srgbClr val="193244"/>
                </a:solidFill>
                <a:latin typeface="Nimbus Mono PS"/>
                <a:ea typeface="Nimbus Mono PS"/>
                <a:cs typeface="Nimbus Mono PS"/>
              </a:defRPr>
            </a:lvl3pPr>
            <a:lvl4pPr>
              <a:defRPr sz="2325" b="1" i="0">
                <a:solidFill>
                  <a:srgbClr val="193244"/>
                </a:solidFill>
                <a:latin typeface="Nimbus Mono PS"/>
                <a:ea typeface="Nimbus Mono PS"/>
                <a:cs typeface="Nimbus Mono PS"/>
              </a:defRPr>
            </a:lvl4pPr>
            <a:lvl5pPr>
              <a:defRPr sz="2325" b="1" i="0">
                <a:solidFill>
                  <a:srgbClr val="193244"/>
                </a:solidFill>
                <a:latin typeface="Nimbus Mono PS"/>
                <a:ea typeface="Nimbus Mono PS"/>
                <a:cs typeface="Nimbus Mono PS"/>
              </a:defRPr>
            </a:lvl5pPr>
            <a:lvl6pPr>
              <a:defRPr sz="2325" b="1" i="0">
                <a:solidFill>
                  <a:srgbClr val="193244"/>
                </a:solidFill>
                <a:latin typeface="Nimbus Mono PS"/>
                <a:ea typeface="Nimbus Mono PS"/>
                <a:cs typeface="Nimbus Mono PS"/>
              </a:defRPr>
            </a:lvl6pPr>
            <a:lvl7pPr>
              <a:defRPr sz="2325" b="1" i="0">
                <a:solidFill>
                  <a:srgbClr val="193244"/>
                </a:solidFill>
                <a:latin typeface="Nimbus Mono PS"/>
                <a:ea typeface="Nimbus Mono PS"/>
                <a:cs typeface="Nimbus Mono PS"/>
              </a:defRPr>
            </a:lvl7pPr>
            <a:lvl8pPr>
              <a:defRPr sz="2325" b="1" i="0">
                <a:solidFill>
                  <a:srgbClr val="193244"/>
                </a:solidFill>
                <a:latin typeface="Nimbus Mono PS"/>
                <a:ea typeface="Nimbus Mono PS"/>
                <a:cs typeface="Nimbus Mono PS"/>
              </a:defRPr>
            </a:lvl8pPr>
            <a:lvl9pPr>
              <a:defRPr sz="2325" b="1" i="0">
                <a:solidFill>
                  <a:srgbClr val="193244"/>
                </a:solidFill>
                <a:latin typeface="Nimbus Mono PS"/>
                <a:ea typeface="Nimbus Mono PS"/>
                <a:cs typeface="Nimbus Mono PS"/>
              </a:defRPr>
            </a:lvl9pPr>
          </a:lstStyle>
          <a:p xmlns:a="http://schemas.openxmlformats.org/drawingml/2006/main">
            <a:pPr>
              <a:defRPr sz="2325" b="1" i="0">
                <a:solidFill>
                  <a:srgbClr val="193244"/>
                </a:solidFill>
                <a:latin typeface="Nimbus Mono PS"/>
                <a:ea typeface="Nimbus Mono PS"/>
                <a:cs typeface="Nimbus Mono PS"/>
              </a:defRPr>
            </a:pPr>
            <a:r>
              <a:rPr sz="2325" b="1" i="0">
                <a:solidFill>
                  <a:srgbClr val="193244"/>
                </a:solidFill>
                <a:latin typeface="Nimbus Mono PS"/>
                <a:ea typeface="Nimbus Mono PS"/>
                <a:cs typeface="Nimbus Mono PS"/>
              </a:rPr>
              <a:t>A validação falhou</a:t>
            </a:r>
          </a:p>
        </p:txBody>
      </p:sp>
      <p:sp>
        <p:nvSpPr>
          <p:cNvPr id="9" name="text-7">
            <a:extLst xmlns:a="http://schemas.openxmlformats.org/drawingml/2006/main">
              <a:ext uri="{FF2B5EF4-FFF2-40B4-BE49-F238E27FC236}">
                <a16:creationId xmlns:a16="http://schemas.microsoft.com/office/drawing/2014/main" id="{5241B52F-834A-4689-B65B-248E70D8220C}"/>
              </a:ext>
            </a:extLst>
          </p:cNvPr>
          <p:cNvSpPr>
            <a:spLocks xmlns:a="http://schemas.openxmlformats.org/drawingml/2006/main" noGrp="1"/>
          </p:cNvSpPr>
          <p:nvPr/>
        </p:nvSpPr>
        <p:spPr>
          <a:xfrm xmlns:a="http://schemas.openxmlformats.org/drawingml/2006/main">
            <a:off x="771525" y="5610225"/>
            <a:ext cx="6429375"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250" b="0" i="0">
                <a:solidFill>
                  <a:srgbClr val="193244"/>
                </a:solidFill>
                <a:latin typeface="Nimbus Sans"/>
                <a:ea typeface="Nimbus Sans"/>
                <a:cs typeface="Nimbus Sans"/>
              </a:defRPr>
            </a:defPPr>
            <a:lvl1pPr>
              <a:defRPr sz="2250" b="0" i="0">
                <a:solidFill>
                  <a:srgbClr val="193244"/>
                </a:solidFill>
                <a:latin typeface="Nimbus Sans"/>
                <a:ea typeface="Nimbus Sans"/>
                <a:cs typeface="Nimbus Sans"/>
              </a:defRPr>
            </a:lvl1pPr>
            <a:lvl2pPr>
              <a:defRPr sz="2250" b="0" i="0">
                <a:solidFill>
                  <a:srgbClr val="193244"/>
                </a:solidFill>
                <a:latin typeface="Nimbus Sans"/>
                <a:ea typeface="Nimbus Sans"/>
                <a:cs typeface="Nimbus Sans"/>
              </a:defRPr>
            </a:lvl2pPr>
            <a:lvl3pPr>
              <a:defRPr sz="2250" b="0" i="0">
                <a:solidFill>
                  <a:srgbClr val="193244"/>
                </a:solidFill>
                <a:latin typeface="Nimbus Sans"/>
                <a:ea typeface="Nimbus Sans"/>
                <a:cs typeface="Nimbus Sans"/>
              </a:defRPr>
            </a:lvl3pPr>
            <a:lvl4pPr>
              <a:defRPr sz="2250" b="0" i="0">
                <a:solidFill>
                  <a:srgbClr val="193244"/>
                </a:solidFill>
                <a:latin typeface="Nimbus Sans"/>
                <a:ea typeface="Nimbus Sans"/>
                <a:cs typeface="Nimbus Sans"/>
              </a:defRPr>
            </a:lvl4pPr>
            <a:lvl5pPr>
              <a:defRPr sz="2250" b="0" i="0">
                <a:solidFill>
                  <a:srgbClr val="193244"/>
                </a:solidFill>
                <a:latin typeface="Nimbus Sans"/>
                <a:ea typeface="Nimbus Sans"/>
                <a:cs typeface="Nimbus Sans"/>
              </a:defRPr>
            </a:lvl5pPr>
            <a:lvl6pPr>
              <a:defRPr sz="2250" b="0" i="0">
                <a:solidFill>
                  <a:srgbClr val="193244"/>
                </a:solidFill>
                <a:latin typeface="Nimbus Sans"/>
                <a:ea typeface="Nimbus Sans"/>
                <a:cs typeface="Nimbus Sans"/>
              </a:defRPr>
            </a:lvl6pPr>
            <a:lvl7pPr>
              <a:defRPr sz="2250" b="0" i="0">
                <a:solidFill>
                  <a:srgbClr val="193244"/>
                </a:solidFill>
                <a:latin typeface="Nimbus Sans"/>
                <a:ea typeface="Nimbus Sans"/>
                <a:cs typeface="Nimbus Sans"/>
              </a:defRPr>
            </a:lvl7pPr>
            <a:lvl8pPr>
              <a:defRPr sz="2250" b="0" i="0">
                <a:solidFill>
                  <a:srgbClr val="193244"/>
                </a:solidFill>
                <a:latin typeface="Nimbus Sans"/>
                <a:ea typeface="Nimbus Sans"/>
                <a:cs typeface="Nimbus Sans"/>
              </a:defRPr>
            </a:lvl8pPr>
            <a:lvl9pPr>
              <a:defRPr sz="2250" b="0" i="0">
                <a:solidFill>
                  <a:srgbClr val="193244"/>
                </a:solidFill>
                <a:latin typeface="Nimbus Sans"/>
                <a:ea typeface="Nimbus Sans"/>
                <a:cs typeface="Nimbus Sans"/>
              </a:defRPr>
            </a:lvl9pPr>
          </a:lstStyle>
          <a:p xmlns:a="http://schemas.openxmlformats.org/drawingml/2006/main">
            <a:pPr>
              <a:defRPr sz="2250" b="0" i="0">
                <a:solidFill>
                  <a:srgbClr val="193244"/>
                </a:solidFill>
                <a:latin typeface="Nimbus Sans"/>
                <a:ea typeface="Nimbus Sans"/>
                <a:cs typeface="Nimbus Sans"/>
              </a:defRPr>
            </a:pPr>
            <a:r>
              <a:rPr sz="2250" b="0" i="0">
                <a:solidFill>
                  <a:srgbClr val="193244"/>
                </a:solidFill>
                <a:latin typeface="Nimbus Sans"/>
                <a:ea typeface="Nimbus Sans"/>
                <a:cs typeface="Nimbus Sans"/>
              </a:rPr>
              <a:t>Corrigir e verificar novamente. Mudanças de escopo ou critério precisam de revisão e aprovação.</a:t>
            </a:r>
          </a:p>
        </p:txBody>
      </p:sp>
      <p:sp>
        <p:nvSpPr>
          <p:cNvPr id="10" name="text-8">
            <a:extLst xmlns:a="http://schemas.openxmlformats.org/drawingml/2006/main">
              <a:ext uri="{FF2B5EF4-FFF2-40B4-BE49-F238E27FC236}">
                <a16:creationId xmlns:a16="http://schemas.microsoft.com/office/drawing/2014/main" id="{D2CF1F86-1FC1-4951-90F1-54F54C6C829B}"/>
              </a:ext>
            </a:extLst>
          </p:cNvPr>
          <p:cNvSpPr>
            <a:spLocks xmlns:a="http://schemas.openxmlformats.org/drawingml/2006/main" noGrp="1"/>
          </p:cNvSpPr>
          <p:nvPr/>
        </p:nvSpPr>
        <p:spPr>
          <a:xfrm xmlns:a="http://schemas.openxmlformats.org/drawingml/2006/main">
            <a:off x="8562975" y="2371725"/>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325" b="1" i="0">
                <a:solidFill>
                  <a:srgbClr val="193244"/>
                </a:solidFill>
                <a:latin typeface="Nimbus Mono PS"/>
                <a:ea typeface="Nimbus Mono PS"/>
                <a:cs typeface="Nimbus Mono PS"/>
              </a:defRPr>
            </a:defPPr>
            <a:lvl1pPr>
              <a:defRPr sz="2325" b="1" i="0">
                <a:solidFill>
                  <a:srgbClr val="193244"/>
                </a:solidFill>
                <a:latin typeface="Nimbus Mono PS"/>
                <a:ea typeface="Nimbus Mono PS"/>
                <a:cs typeface="Nimbus Mono PS"/>
              </a:defRPr>
            </a:lvl1pPr>
            <a:lvl2pPr>
              <a:defRPr sz="2325" b="1" i="0">
                <a:solidFill>
                  <a:srgbClr val="193244"/>
                </a:solidFill>
                <a:latin typeface="Nimbus Mono PS"/>
                <a:ea typeface="Nimbus Mono PS"/>
                <a:cs typeface="Nimbus Mono PS"/>
              </a:defRPr>
            </a:lvl2pPr>
            <a:lvl3pPr>
              <a:defRPr sz="2325" b="1" i="0">
                <a:solidFill>
                  <a:srgbClr val="193244"/>
                </a:solidFill>
                <a:latin typeface="Nimbus Mono PS"/>
                <a:ea typeface="Nimbus Mono PS"/>
                <a:cs typeface="Nimbus Mono PS"/>
              </a:defRPr>
            </a:lvl3pPr>
            <a:lvl4pPr>
              <a:defRPr sz="2325" b="1" i="0">
                <a:solidFill>
                  <a:srgbClr val="193244"/>
                </a:solidFill>
                <a:latin typeface="Nimbus Mono PS"/>
                <a:ea typeface="Nimbus Mono PS"/>
                <a:cs typeface="Nimbus Mono PS"/>
              </a:defRPr>
            </a:lvl4pPr>
            <a:lvl5pPr>
              <a:defRPr sz="2325" b="1" i="0">
                <a:solidFill>
                  <a:srgbClr val="193244"/>
                </a:solidFill>
                <a:latin typeface="Nimbus Mono PS"/>
                <a:ea typeface="Nimbus Mono PS"/>
                <a:cs typeface="Nimbus Mono PS"/>
              </a:defRPr>
            </a:lvl5pPr>
            <a:lvl6pPr>
              <a:defRPr sz="2325" b="1" i="0">
                <a:solidFill>
                  <a:srgbClr val="193244"/>
                </a:solidFill>
                <a:latin typeface="Nimbus Mono PS"/>
                <a:ea typeface="Nimbus Mono PS"/>
                <a:cs typeface="Nimbus Mono PS"/>
              </a:defRPr>
            </a:lvl6pPr>
            <a:lvl7pPr>
              <a:defRPr sz="2325" b="1" i="0">
                <a:solidFill>
                  <a:srgbClr val="193244"/>
                </a:solidFill>
                <a:latin typeface="Nimbus Mono PS"/>
                <a:ea typeface="Nimbus Mono PS"/>
                <a:cs typeface="Nimbus Mono PS"/>
              </a:defRPr>
            </a:lvl7pPr>
            <a:lvl8pPr>
              <a:defRPr sz="2325" b="1" i="0">
                <a:solidFill>
                  <a:srgbClr val="193244"/>
                </a:solidFill>
                <a:latin typeface="Nimbus Mono PS"/>
                <a:ea typeface="Nimbus Mono PS"/>
                <a:cs typeface="Nimbus Mono PS"/>
              </a:defRPr>
            </a:lvl8pPr>
            <a:lvl9pPr>
              <a:defRPr sz="2325" b="1" i="0">
                <a:solidFill>
                  <a:srgbClr val="193244"/>
                </a:solidFill>
                <a:latin typeface="Nimbus Mono PS"/>
                <a:ea typeface="Nimbus Mono PS"/>
                <a:cs typeface="Nimbus Mono PS"/>
              </a:defRPr>
            </a:lvl9pPr>
          </a:lstStyle>
          <a:p xmlns:a="http://schemas.openxmlformats.org/drawingml/2006/main">
            <a:pPr>
              <a:defRPr sz="2325" b="1" i="0">
                <a:solidFill>
                  <a:srgbClr val="193244"/>
                </a:solidFill>
                <a:latin typeface="Nimbus Mono PS"/>
                <a:ea typeface="Nimbus Mono PS"/>
                <a:cs typeface="Nimbus Mono PS"/>
              </a:defRPr>
            </a:pPr>
            <a:r>
              <a:rPr sz="2325" b="1" i="0">
                <a:solidFill>
                  <a:srgbClr val="193244"/>
                </a:solidFill>
                <a:latin typeface="Nimbus Mono PS"/>
                <a:ea typeface="Nimbus Mono PS"/>
                <a:cs typeface="Nimbus Mono PS"/>
              </a:rPr>
              <a:t>O trabalho cresceu</a:t>
            </a:r>
          </a:p>
        </p:txBody>
      </p:sp>
      <p:sp>
        <p:nvSpPr>
          <p:cNvPr id="11" name="text-9">
            <a:extLst xmlns:a="http://schemas.openxmlformats.org/drawingml/2006/main">
              <a:ext uri="{FF2B5EF4-FFF2-40B4-BE49-F238E27FC236}">
                <a16:creationId xmlns:a16="http://schemas.microsoft.com/office/drawing/2014/main" id="{FCBBC9BC-877D-4C1F-884F-B0E01C55CD33}"/>
              </a:ext>
            </a:extLst>
          </p:cNvPr>
          <p:cNvSpPr>
            <a:spLocks xmlns:a="http://schemas.openxmlformats.org/drawingml/2006/main" noGrp="1"/>
          </p:cNvSpPr>
          <p:nvPr/>
        </p:nvSpPr>
        <p:spPr>
          <a:xfrm xmlns:a="http://schemas.openxmlformats.org/drawingml/2006/main">
            <a:off x="8562975" y="2943225"/>
            <a:ext cx="5905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250" b="0" i="0">
                <a:solidFill>
                  <a:srgbClr val="193244"/>
                </a:solidFill>
                <a:latin typeface="Nimbus Sans"/>
                <a:ea typeface="Nimbus Sans"/>
                <a:cs typeface="Nimbus Sans"/>
              </a:defRPr>
            </a:defPPr>
            <a:lvl1pPr>
              <a:defRPr sz="2250" b="0" i="0">
                <a:solidFill>
                  <a:srgbClr val="193244"/>
                </a:solidFill>
                <a:latin typeface="Nimbus Sans"/>
                <a:ea typeface="Nimbus Sans"/>
                <a:cs typeface="Nimbus Sans"/>
              </a:defRPr>
            </a:lvl1pPr>
            <a:lvl2pPr>
              <a:defRPr sz="2250" b="0" i="0">
                <a:solidFill>
                  <a:srgbClr val="193244"/>
                </a:solidFill>
                <a:latin typeface="Nimbus Sans"/>
                <a:ea typeface="Nimbus Sans"/>
                <a:cs typeface="Nimbus Sans"/>
              </a:defRPr>
            </a:lvl2pPr>
            <a:lvl3pPr>
              <a:defRPr sz="2250" b="0" i="0">
                <a:solidFill>
                  <a:srgbClr val="193244"/>
                </a:solidFill>
                <a:latin typeface="Nimbus Sans"/>
                <a:ea typeface="Nimbus Sans"/>
                <a:cs typeface="Nimbus Sans"/>
              </a:defRPr>
            </a:lvl3pPr>
            <a:lvl4pPr>
              <a:defRPr sz="2250" b="0" i="0">
                <a:solidFill>
                  <a:srgbClr val="193244"/>
                </a:solidFill>
                <a:latin typeface="Nimbus Sans"/>
                <a:ea typeface="Nimbus Sans"/>
                <a:cs typeface="Nimbus Sans"/>
              </a:defRPr>
            </a:lvl4pPr>
            <a:lvl5pPr>
              <a:defRPr sz="2250" b="0" i="0">
                <a:solidFill>
                  <a:srgbClr val="193244"/>
                </a:solidFill>
                <a:latin typeface="Nimbus Sans"/>
                <a:ea typeface="Nimbus Sans"/>
                <a:cs typeface="Nimbus Sans"/>
              </a:defRPr>
            </a:lvl5pPr>
            <a:lvl6pPr>
              <a:defRPr sz="2250" b="0" i="0">
                <a:solidFill>
                  <a:srgbClr val="193244"/>
                </a:solidFill>
                <a:latin typeface="Nimbus Sans"/>
                <a:ea typeface="Nimbus Sans"/>
                <a:cs typeface="Nimbus Sans"/>
              </a:defRPr>
            </a:lvl6pPr>
            <a:lvl7pPr>
              <a:defRPr sz="2250" b="0" i="0">
                <a:solidFill>
                  <a:srgbClr val="193244"/>
                </a:solidFill>
                <a:latin typeface="Nimbus Sans"/>
                <a:ea typeface="Nimbus Sans"/>
                <a:cs typeface="Nimbus Sans"/>
              </a:defRPr>
            </a:lvl7pPr>
            <a:lvl8pPr>
              <a:defRPr sz="2250" b="0" i="0">
                <a:solidFill>
                  <a:srgbClr val="193244"/>
                </a:solidFill>
                <a:latin typeface="Nimbus Sans"/>
                <a:ea typeface="Nimbus Sans"/>
                <a:cs typeface="Nimbus Sans"/>
              </a:defRPr>
            </a:lvl8pPr>
            <a:lvl9pPr>
              <a:defRPr sz="2250" b="0" i="0">
                <a:solidFill>
                  <a:srgbClr val="193244"/>
                </a:solidFill>
                <a:latin typeface="Nimbus Sans"/>
                <a:ea typeface="Nimbus Sans"/>
                <a:cs typeface="Nimbus Sans"/>
              </a:defRPr>
            </a:lvl9pPr>
          </a:lstStyle>
          <a:p xmlns:a="http://schemas.openxmlformats.org/drawingml/2006/main">
            <a:pPr>
              <a:defRPr sz="2250" b="0" i="0">
                <a:solidFill>
                  <a:srgbClr val="193244"/>
                </a:solidFill>
                <a:latin typeface="Nimbus Sans"/>
                <a:ea typeface="Nimbus Sans"/>
                <a:cs typeface="Nimbus Sans"/>
              </a:defRPr>
            </a:pPr>
            <a:r>
              <a:rPr sz="2250" b="0" i="0">
                <a:solidFill>
                  <a:srgbClr val="193244"/>
                </a:solidFill>
                <a:latin typeface="Nimbus Sans"/>
                <a:ea typeface="Nimbus Sans"/>
                <a:cs typeface="Nimbus Sans"/>
              </a:rPr>
              <a:t>Se houver entregas independentes, parar em estado seguro e propor tarefas menores.</a:t>
            </a:r>
          </a:p>
        </p:txBody>
      </p:sp>
      <p:sp>
        <p:nvSpPr>
          <p:cNvPr id="12" name="text-10">
            <a:extLst xmlns:a="http://schemas.openxmlformats.org/drawingml/2006/main">
              <a:ext uri="{FF2B5EF4-FFF2-40B4-BE49-F238E27FC236}">
                <a16:creationId xmlns:a16="http://schemas.microsoft.com/office/drawing/2014/main" id="{E99F288D-2957-43C5-A830-2C8A5B064906}"/>
              </a:ext>
            </a:extLst>
          </p:cNvPr>
          <p:cNvSpPr>
            <a:spLocks xmlns:a="http://schemas.openxmlformats.org/drawingml/2006/main" noGrp="1"/>
          </p:cNvSpPr>
          <p:nvPr/>
        </p:nvSpPr>
        <p:spPr>
          <a:xfrm xmlns:a="http://schemas.openxmlformats.org/drawingml/2006/main">
            <a:off x="8562975" y="5038725"/>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325" b="1" i="0">
                <a:solidFill>
                  <a:srgbClr val="193244"/>
                </a:solidFill>
                <a:latin typeface="Nimbus Mono PS"/>
                <a:ea typeface="Nimbus Mono PS"/>
                <a:cs typeface="Nimbus Mono PS"/>
              </a:defRPr>
            </a:defPPr>
            <a:lvl1pPr>
              <a:defRPr sz="2325" b="1" i="0">
                <a:solidFill>
                  <a:srgbClr val="193244"/>
                </a:solidFill>
                <a:latin typeface="Nimbus Mono PS"/>
                <a:ea typeface="Nimbus Mono PS"/>
                <a:cs typeface="Nimbus Mono PS"/>
              </a:defRPr>
            </a:lvl1pPr>
            <a:lvl2pPr>
              <a:defRPr sz="2325" b="1" i="0">
                <a:solidFill>
                  <a:srgbClr val="193244"/>
                </a:solidFill>
                <a:latin typeface="Nimbus Mono PS"/>
                <a:ea typeface="Nimbus Mono PS"/>
                <a:cs typeface="Nimbus Mono PS"/>
              </a:defRPr>
            </a:lvl2pPr>
            <a:lvl3pPr>
              <a:defRPr sz="2325" b="1" i="0">
                <a:solidFill>
                  <a:srgbClr val="193244"/>
                </a:solidFill>
                <a:latin typeface="Nimbus Mono PS"/>
                <a:ea typeface="Nimbus Mono PS"/>
                <a:cs typeface="Nimbus Mono PS"/>
              </a:defRPr>
            </a:lvl3pPr>
            <a:lvl4pPr>
              <a:defRPr sz="2325" b="1" i="0">
                <a:solidFill>
                  <a:srgbClr val="193244"/>
                </a:solidFill>
                <a:latin typeface="Nimbus Mono PS"/>
                <a:ea typeface="Nimbus Mono PS"/>
                <a:cs typeface="Nimbus Mono PS"/>
              </a:defRPr>
            </a:lvl4pPr>
            <a:lvl5pPr>
              <a:defRPr sz="2325" b="1" i="0">
                <a:solidFill>
                  <a:srgbClr val="193244"/>
                </a:solidFill>
                <a:latin typeface="Nimbus Mono PS"/>
                <a:ea typeface="Nimbus Mono PS"/>
                <a:cs typeface="Nimbus Mono PS"/>
              </a:defRPr>
            </a:lvl5pPr>
            <a:lvl6pPr>
              <a:defRPr sz="2325" b="1" i="0">
                <a:solidFill>
                  <a:srgbClr val="193244"/>
                </a:solidFill>
                <a:latin typeface="Nimbus Mono PS"/>
                <a:ea typeface="Nimbus Mono PS"/>
                <a:cs typeface="Nimbus Mono PS"/>
              </a:defRPr>
            </a:lvl6pPr>
            <a:lvl7pPr>
              <a:defRPr sz="2325" b="1" i="0">
                <a:solidFill>
                  <a:srgbClr val="193244"/>
                </a:solidFill>
                <a:latin typeface="Nimbus Mono PS"/>
                <a:ea typeface="Nimbus Mono PS"/>
                <a:cs typeface="Nimbus Mono PS"/>
              </a:defRPr>
            </a:lvl7pPr>
            <a:lvl8pPr>
              <a:defRPr sz="2325" b="1" i="0">
                <a:solidFill>
                  <a:srgbClr val="193244"/>
                </a:solidFill>
                <a:latin typeface="Nimbus Mono PS"/>
                <a:ea typeface="Nimbus Mono PS"/>
                <a:cs typeface="Nimbus Mono PS"/>
              </a:defRPr>
            </a:lvl8pPr>
            <a:lvl9pPr>
              <a:defRPr sz="2325" b="1" i="0">
                <a:solidFill>
                  <a:srgbClr val="193244"/>
                </a:solidFill>
                <a:latin typeface="Nimbus Mono PS"/>
                <a:ea typeface="Nimbus Mono PS"/>
                <a:cs typeface="Nimbus Mono PS"/>
              </a:defRPr>
            </a:lvl9pPr>
          </a:lstStyle>
          <a:p xmlns:a="http://schemas.openxmlformats.org/drawingml/2006/main">
            <a:pPr>
              <a:defRPr sz="2325" b="1" i="0">
                <a:solidFill>
                  <a:srgbClr val="193244"/>
                </a:solidFill>
                <a:latin typeface="Nimbus Mono PS"/>
                <a:ea typeface="Nimbus Mono PS"/>
                <a:cs typeface="Nimbus Mono PS"/>
              </a:defRPr>
            </a:pPr>
            <a:r>
              <a:rPr sz="2325" b="1" i="0">
                <a:solidFill>
                  <a:srgbClr val="193244"/>
                </a:solidFill>
                <a:latin typeface="Nimbus Mono PS"/>
                <a:ea typeface="Nimbus Mono PS"/>
                <a:cs typeface="Nimbus Mono PS"/>
              </a:rPr>
              <a:t>O projeto usa regras antigas</a:t>
            </a:r>
          </a:p>
        </p:txBody>
      </p:sp>
      <p:sp>
        <p:nvSpPr>
          <p:cNvPr id="13" name="text-11">
            <a:extLst xmlns:a="http://schemas.openxmlformats.org/drawingml/2006/main">
              <a:ext uri="{FF2B5EF4-FFF2-40B4-BE49-F238E27FC236}">
                <a16:creationId xmlns:a16="http://schemas.microsoft.com/office/drawing/2014/main" id="{D71FC306-0A60-40E3-9868-F675DFCCE7C9}"/>
              </a:ext>
            </a:extLst>
          </p:cNvPr>
          <p:cNvSpPr>
            <a:spLocks xmlns:a="http://schemas.openxmlformats.org/drawingml/2006/main" noGrp="1"/>
          </p:cNvSpPr>
          <p:nvPr/>
        </p:nvSpPr>
        <p:spPr>
          <a:xfrm xmlns:a="http://schemas.openxmlformats.org/drawingml/2006/main">
            <a:off x="8562975" y="5610225"/>
            <a:ext cx="5905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250" b="0" i="0">
                <a:solidFill>
                  <a:srgbClr val="193244"/>
                </a:solidFill>
                <a:latin typeface="Nimbus Sans"/>
                <a:ea typeface="Nimbus Sans"/>
                <a:cs typeface="Nimbus Sans"/>
              </a:defRPr>
            </a:defPPr>
            <a:lvl1pPr>
              <a:defRPr sz="2250" b="0" i="0">
                <a:solidFill>
                  <a:srgbClr val="193244"/>
                </a:solidFill>
                <a:latin typeface="Nimbus Sans"/>
                <a:ea typeface="Nimbus Sans"/>
                <a:cs typeface="Nimbus Sans"/>
              </a:defRPr>
            </a:lvl1pPr>
            <a:lvl2pPr>
              <a:defRPr sz="2250" b="0" i="0">
                <a:solidFill>
                  <a:srgbClr val="193244"/>
                </a:solidFill>
                <a:latin typeface="Nimbus Sans"/>
                <a:ea typeface="Nimbus Sans"/>
                <a:cs typeface="Nimbus Sans"/>
              </a:defRPr>
            </a:lvl2pPr>
            <a:lvl3pPr>
              <a:defRPr sz="2250" b="0" i="0">
                <a:solidFill>
                  <a:srgbClr val="193244"/>
                </a:solidFill>
                <a:latin typeface="Nimbus Sans"/>
                <a:ea typeface="Nimbus Sans"/>
                <a:cs typeface="Nimbus Sans"/>
              </a:defRPr>
            </a:lvl3pPr>
            <a:lvl4pPr>
              <a:defRPr sz="2250" b="0" i="0">
                <a:solidFill>
                  <a:srgbClr val="193244"/>
                </a:solidFill>
                <a:latin typeface="Nimbus Sans"/>
                <a:ea typeface="Nimbus Sans"/>
                <a:cs typeface="Nimbus Sans"/>
              </a:defRPr>
            </a:lvl4pPr>
            <a:lvl5pPr>
              <a:defRPr sz="2250" b="0" i="0">
                <a:solidFill>
                  <a:srgbClr val="193244"/>
                </a:solidFill>
                <a:latin typeface="Nimbus Sans"/>
                <a:ea typeface="Nimbus Sans"/>
                <a:cs typeface="Nimbus Sans"/>
              </a:defRPr>
            </a:lvl5pPr>
            <a:lvl6pPr>
              <a:defRPr sz="2250" b="0" i="0">
                <a:solidFill>
                  <a:srgbClr val="193244"/>
                </a:solidFill>
                <a:latin typeface="Nimbus Sans"/>
                <a:ea typeface="Nimbus Sans"/>
                <a:cs typeface="Nimbus Sans"/>
              </a:defRPr>
            </a:lvl6pPr>
            <a:lvl7pPr>
              <a:defRPr sz="2250" b="0" i="0">
                <a:solidFill>
                  <a:srgbClr val="193244"/>
                </a:solidFill>
                <a:latin typeface="Nimbus Sans"/>
                <a:ea typeface="Nimbus Sans"/>
                <a:cs typeface="Nimbus Sans"/>
              </a:defRPr>
            </a:lvl7pPr>
            <a:lvl8pPr>
              <a:defRPr sz="2250" b="0" i="0">
                <a:solidFill>
                  <a:srgbClr val="193244"/>
                </a:solidFill>
                <a:latin typeface="Nimbus Sans"/>
                <a:ea typeface="Nimbus Sans"/>
                <a:cs typeface="Nimbus Sans"/>
              </a:defRPr>
            </a:lvl8pPr>
            <a:lvl9pPr>
              <a:defRPr sz="2250" b="0" i="0">
                <a:solidFill>
                  <a:srgbClr val="193244"/>
                </a:solidFill>
                <a:latin typeface="Nimbus Sans"/>
                <a:ea typeface="Nimbus Sans"/>
                <a:cs typeface="Nimbus Sans"/>
              </a:defRPr>
            </a:lvl9pPr>
          </a:lstStyle>
          <a:p xmlns:a="http://schemas.openxmlformats.org/drawingml/2006/main">
            <a:pPr>
              <a:defRPr sz="2250" b="0" i="0">
                <a:solidFill>
                  <a:srgbClr val="193244"/>
                </a:solidFill>
                <a:latin typeface="Nimbus Sans"/>
                <a:ea typeface="Nimbus Sans"/>
                <a:cs typeface="Nimbus Sans"/>
              </a:defRPr>
            </a:pPr>
            <a:r>
              <a:rPr sz="2250" b="0" i="0">
                <a:solidFill>
                  <a:srgbClr val="193244"/>
                </a:solidFill>
                <a:latin typeface="Nimbus Sans"/>
                <a:ea typeface="Nimbus Sans"/>
                <a:cs typeface="Nimbus Sans"/>
              </a:rPr>
              <a:t>Atualizar o clone local sdd-fast e instalar a sddupdate atual. Chamar /sddupdate no projeto, revisar e aprovar a proposta.</a:t>
            </a:r>
          </a:p>
        </p:txBody>
      </p:sp>
      <p:sp>
        <p:nvSpPr>
          <p:cNvPr id="14" name="text-12">
            <a:extLst xmlns:a="http://schemas.openxmlformats.org/drawingml/2006/main">
              <a:ext uri="{FF2B5EF4-FFF2-40B4-BE49-F238E27FC236}">
                <a16:creationId xmlns:a16="http://schemas.microsoft.com/office/drawing/2014/main" id="{17A46CFA-9255-4ACA-B319-B865A1FBCF84}"/>
              </a:ext>
            </a:extLst>
          </p:cNvPr>
          <p:cNvSpPr>
            <a:spLocks xmlns:a="http://schemas.openxmlformats.org/drawingml/2006/main" noGrp="1"/>
          </p:cNvSpPr>
          <p:nvPr/>
        </p:nvSpPr>
        <p:spPr>
          <a:xfrm xmlns:a="http://schemas.openxmlformats.org/drawingml/2006/main">
            <a:off x="781050" y="7562850"/>
            <a:ext cx="13620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0" i="0">
                <a:solidFill>
                  <a:srgbClr val="54656D"/>
                </a:solidFill>
                <a:latin typeface="Nimbus Sans"/>
                <a:ea typeface="Nimbus Sans"/>
                <a:cs typeface="Nimbus Sans"/>
              </a:defRPr>
            </a:defPPr>
            <a:lvl1pPr>
              <a:defRPr sz="1875" b="0" i="0">
                <a:solidFill>
                  <a:srgbClr val="54656D"/>
                </a:solidFill>
                <a:latin typeface="Nimbus Sans"/>
                <a:ea typeface="Nimbus Sans"/>
                <a:cs typeface="Nimbus Sans"/>
              </a:defRPr>
            </a:lvl1pPr>
            <a:lvl2pPr>
              <a:defRPr sz="1875" b="0" i="0">
                <a:solidFill>
                  <a:srgbClr val="54656D"/>
                </a:solidFill>
                <a:latin typeface="Nimbus Sans"/>
                <a:ea typeface="Nimbus Sans"/>
                <a:cs typeface="Nimbus Sans"/>
              </a:defRPr>
            </a:lvl2pPr>
            <a:lvl3pPr>
              <a:defRPr sz="1875" b="0" i="0">
                <a:solidFill>
                  <a:srgbClr val="54656D"/>
                </a:solidFill>
                <a:latin typeface="Nimbus Sans"/>
                <a:ea typeface="Nimbus Sans"/>
                <a:cs typeface="Nimbus Sans"/>
              </a:defRPr>
            </a:lvl3pPr>
            <a:lvl4pPr>
              <a:defRPr sz="1875" b="0" i="0">
                <a:solidFill>
                  <a:srgbClr val="54656D"/>
                </a:solidFill>
                <a:latin typeface="Nimbus Sans"/>
                <a:ea typeface="Nimbus Sans"/>
                <a:cs typeface="Nimbus Sans"/>
              </a:defRPr>
            </a:lvl4pPr>
            <a:lvl5pPr>
              <a:defRPr sz="1875" b="0" i="0">
                <a:solidFill>
                  <a:srgbClr val="54656D"/>
                </a:solidFill>
                <a:latin typeface="Nimbus Sans"/>
                <a:ea typeface="Nimbus Sans"/>
                <a:cs typeface="Nimbus Sans"/>
              </a:defRPr>
            </a:lvl5pPr>
            <a:lvl6pPr>
              <a:defRPr sz="1875" b="0" i="0">
                <a:solidFill>
                  <a:srgbClr val="54656D"/>
                </a:solidFill>
                <a:latin typeface="Nimbus Sans"/>
                <a:ea typeface="Nimbus Sans"/>
                <a:cs typeface="Nimbus Sans"/>
              </a:defRPr>
            </a:lvl6pPr>
            <a:lvl7pPr>
              <a:defRPr sz="1875" b="0" i="0">
                <a:solidFill>
                  <a:srgbClr val="54656D"/>
                </a:solidFill>
                <a:latin typeface="Nimbus Sans"/>
                <a:ea typeface="Nimbus Sans"/>
                <a:cs typeface="Nimbus Sans"/>
              </a:defRPr>
            </a:lvl7pPr>
            <a:lvl8pPr>
              <a:defRPr sz="1875" b="0" i="0">
                <a:solidFill>
                  <a:srgbClr val="54656D"/>
                </a:solidFill>
                <a:latin typeface="Nimbus Sans"/>
                <a:ea typeface="Nimbus Sans"/>
                <a:cs typeface="Nimbus Sans"/>
              </a:defRPr>
            </a:lvl8pPr>
            <a:lvl9pPr>
              <a:defRPr sz="1875" b="0" i="0">
                <a:solidFill>
                  <a:srgbClr val="54656D"/>
                </a:solidFill>
                <a:latin typeface="Nimbus Sans"/>
                <a:ea typeface="Nimbus Sans"/>
                <a:cs typeface="Nimbus Sans"/>
              </a:defRPr>
            </a:lvl9pPr>
          </a:lstStyle>
          <a:p xmlns:a="http://schemas.openxmlformats.org/drawingml/2006/main">
            <a:pPr>
              <a:defRPr sz="1875" b="0" i="0">
                <a:solidFill>
                  <a:srgbClr val="54656D"/>
                </a:solidFill>
                <a:latin typeface="Nimbus Sans"/>
                <a:ea typeface="Nimbus Sans"/>
                <a:cs typeface="Nimbus Sans"/>
              </a:defRPr>
            </a:pPr>
            <a:r>
              <a:rPr sz="1875" b="0" i="0">
                <a:solidFill>
                  <a:srgbClr val="54656D"/>
                </a:solidFill>
                <a:latin typeface="Nimbus Sans"/>
                <a:ea typeface="Nimbus Sans"/>
                <a:cs typeface="Nimbus Sans"/>
              </a:rPr>
              <a:t>Na atualização, preservar contrato, comandos e tarefa ativa. Atualizar as demais skills manualmente.</a:t>
            </a:r>
          </a:p>
        </p:txBody>
      </p:sp>
    </p:spTree>
    <p:extLst>
      <p:ext uri="{BB962C8B-B14F-4D97-AF65-F5344CB8AC3E}">
        <p14:creationId xmlns:p14="http://schemas.microsoft.com/office/powerpoint/2010/main" val="885719409"/>
      </p:ext>
    </p:extLst>
  </p:cSld>
</p:sld>
</file>

<file path=ppt/slides/slide16.xml><?xml version="1.0" encoding="utf-8"?>
<p:sld xmlns:p="http://schemas.openxmlformats.org/presentationml/2006/main">
  <p:cSld>
    <p:bg>
      <p:bgPr>
        <a:solidFill xmlns:a="http://schemas.openxmlformats.org/drawingml/2006/main">
          <a:srgbClr val="FCFAF5"/>
        </a:solidFill>
      </p:bgPr>
    </p:bg>
    <p:spTree>
      <p:nvGrpSpPr>
        <p:cNvPr id="1" name=""/>
        <p:cNvGrpSpPr/>
        <p:nvPr/>
      </p:nvGrpSpPr>
      <p:grpSpPr>
        <a:xfrm xmlns:a="http://schemas.openxmlformats.org/drawingml/2006/main"/>
      </p:grpSpPr>
      <p:pic>
        <p:nvPicPr>
          <p:cNvPr id="18" name="">
            <a:extLst xmlns:a="http://schemas.openxmlformats.org/drawingml/2006/main">
              <a:ext uri="{FF2B5EF4-FFF2-40B4-BE49-F238E27FC236}">
                <a16:creationId xmlns:a16="http://schemas.microsoft.com/office/drawing/2014/main" id="{4BBEB313-DBE3-418E-A28A-8B201183779E}"/>
              </a:ext>
            </a:extLst>
          </p:cNvPr>
          <p:cNvPicPr>
            <a:picLocks xmlns:a="http://schemas.openxmlformats.org/drawingml/2006/main" noChangeAspect="1"/>
          </p:cNvPicPr>
          <p:nvPr/>
        </p:nvPicPr>
        <p:blipFill>
          <a:blip xmlns:r="http://schemas.openxmlformats.org/officeDocument/2006/relationships" xmlns:a="http://schemas.openxmlformats.org/drawingml/2006/main" r:embed="R3069b213b62d4350"/>
          <a:srcRect xmlns:a="http://schemas.openxmlformats.org/drawingml/2006/main" l="0" t="27" r="0" b="27"/>
          <a:stretch xmlns:a="http://schemas.openxmlformats.org/drawingml/2006/main">
            <a:fillRect l="0" t="0" r="0" b="0"/>
          </a:stretch>
        </p:blipFill>
        <p:spPr>
          <a:xfrm xmlns:a="http://schemas.openxmlformats.org/drawingml/2006/main">
            <a:off x="0" y="0"/>
            <a:ext cx="15240000" cy="8572500"/>
          </a:xfrm>
          <a:prstGeom xmlns:a="http://schemas.openxmlformats.org/drawingml/2006/main" prst="rect">
            <a:avLst/>
          </a:prstGeom>
        </p:spPr>
      </p:pic>
      <p:sp>
        <p:nvSpPr>
          <p:cNvPr id="2" name="text-0">
            <a:extLst xmlns:a="http://schemas.openxmlformats.org/drawingml/2006/main">
              <a:ext uri="{FF2B5EF4-FFF2-40B4-BE49-F238E27FC236}">
                <a16:creationId xmlns:a16="http://schemas.microsoft.com/office/drawing/2014/main" id="{DFABFB42-672E-4E63-8D68-933A559A9628}"/>
              </a:ext>
            </a:extLst>
          </p:cNvPr>
          <p:cNvSpPr>
            <a:spLocks xmlns:a="http://schemas.openxmlformats.org/drawingml/2006/main" noGrp="1"/>
          </p:cNvSpPr>
          <p:nvPr/>
        </p:nvSpPr>
        <p:spPr>
          <a:xfrm xmlns:a="http://schemas.openxmlformats.org/drawingml/2006/main">
            <a:off x="723900" y="523875"/>
            <a:ext cx="137922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75" b="1" i="0">
                <a:solidFill>
                  <a:srgbClr val="193244"/>
                </a:solidFill>
                <a:latin typeface="Nimbus Mono PS"/>
                <a:ea typeface="Nimbus Mono PS"/>
                <a:cs typeface="Nimbus Mono PS"/>
              </a:defRPr>
            </a:defPPr>
            <a:lvl1pPr>
              <a:defRPr sz="3375" b="1" i="0">
                <a:solidFill>
                  <a:srgbClr val="193244"/>
                </a:solidFill>
                <a:latin typeface="Nimbus Mono PS"/>
                <a:ea typeface="Nimbus Mono PS"/>
                <a:cs typeface="Nimbus Mono PS"/>
              </a:defRPr>
            </a:lvl1pPr>
            <a:lvl2pPr>
              <a:defRPr sz="3375" b="1" i="0">
                <a:solidFill>
                  <a:srgbClr val="193244"/>
                </a:solidFill>
                <a:latin typeface="Nimbus Mono PS"/>
                <a:ea typeface="Nimbus Mono PS"/>
                <a:cs typeface="Nimbus Mono PS"/>
              </a:defRPr>
            </a:lvl2pPr>
            <a:lvl3pPr>
              <a:defRPr sz="3375" b="1" i="0">
                <a:solidFill>
                  <a:srgbClr val="193244"/>
                </a:solidFill>
                <a:latin typeface="Nimbus Mono PS"/>
                <a:ea typeface="Nimbus Mono PS"/>
                <a:cs typeface="Nimbus Mono PS"/>
              </a:defRPr>
            </a:lvl3pPr>
            <a:lvl4pPr>
              <a:defRPr sz="3375" b="1" i="0">
                <a:solidFill>
                  <a:srgbClr val="193244"/>
                </a:solidFill>
                <a:latin typeface="Nimbus Mono PS"/>
                <a:ea typeface="Nimbus Mono PS"/>
                <a:cs typeface="Nimbus Mono PS"/>
              </a:defRPr>
            </a:lvl4pPr>
            <a:lvl5pPr>
              <a:defRPr sz="3375" b="1" i="0">
                <a:solidFill>
                  <a:srgbClr val="193244"/>
                </a:solidFill>
                <a:latin typeface="Nimbus Mono PS"/>
                <a:ea typeface="Nimbus Mono PS"/>
                <a:cs typeface="Nimbus Mono PS"/>
              </a:defRPr>
            </a:lvl5pPr>
            <a:lvl6pPr>
              <a:defRPr sz="3375" b="1" i="0">
                <a:solidFill>
                  <a:srgbClr val="193244"/>
                </a:solidFill>
                <a:latin typeface="Nimbus Mono PS"/>
                <a:ea typeface="Nimbus Mono PS"/>
                <a:cs typeface="Nimbus Mono PS"/>
              </a:defRPr>
            </a:lvl6pPr>
            <a:lvl7pPr>
              <a:defRPr sz="3375" b="1" i="0">
                <a:solidFill>
                  <a:srgbClr val="193244"/>
                </a:solidFill>
                <a:latin typeface="Nimbus Mono PS"/>
                <a:ea typeface="Nimbus Mono PS"/>
                <a:cs typeface="Nimbus Mono PS"/>
              </a:defRPr>
            </a:lvl7pPr>
            <a:lvl8pPr>
              <a:defRPr sz="3375" b="1" i="0">
                <a:solidFill>
                  <a:srgbClr val="193244"/>
                </a:solidFill>
                <a:latin typeface="Nimbus Mono PS"/>
                <a:ea typeface="Nimbus Mono PS"/>
                <a:cs typeface="Nimbus Mono PS"/>
              </a:defRPr>
            </a:lvl8pPr>
            <a:lvl9pPr>
              <a:defRPr sz="3375" b="1" i="0">
                <a:solidFill>
                  <a:srgbClr val="193244"/>
                </a:solidFill>
                <a:latin typeface="Nimbus Mono PS"/>
                <a:ea typeface="Nimbus Mono PS"/>
                <a:cs typeface="Nimbus Mono PS"/>
              </a:defRPr>
            </a:lvl9pPr>
          </a:lstStyle>
          <a:p xmlns:a="http://schemas.openxmlformats.org/drawingml/2006/main">
            <a:pPr>
              <a:defRPr sz="3375" b="1" i="0">
                <a:solidFill>
                  <a:srgbClr val="193244"/>
                </a:solidFill>
                <a:latin typeface="Nimbus Mono PS"/>
                <a:ea typeface="Nimbus Mono PS"/>
                <a:cs typeface="Nimbus Mono PS"/>
              </a:defRPr>
            </a:pPr>
            <a:r>
              <a:rPr sz="3375" b="1" i="0">
                <a:solidFill>
                  <a:srgbClr val="193244"/>
                </a:solidFill>
                <a:latin typeface="Nimbus Mono PS"/>
                <a:ea typeface="Nimbus Mono PS"/>
                <a:cs typeface="Nimbus Mono PS"/>
              </a:rPr>
              <a:t>Kaizen: melhorar com o uso</a:t>
            </a:r>
          </a:p>
        </p:txBody>
      </p:sp>
      <p:sp>
        <p:nvSpPr>
          <p:cNvPr id="3" name="text-1">
            <a:extLst xmlns:a="http://schemas.openxmlformats.org/drawingml/2006/main">
              <a:ext uri="{FF2B5EF4-FFF2-40B4-BE49-F238E27FC236}">
                <a16:creationId xmlns:a16="http://schemas.microsoft.com/office/drawing/2014/main" id="{D0E6D7C7-D744-483E-881A-676270D36AA6}"/>
              </a:ext>
            </a:extLst>
          </p:cNvPr>
          <p:cNvSpPr>
            <a:spLocks xmlns:a="http://schemas.openxmlformats.org/drawingml/2006/main" noGrp="1"/>
          </p:cNvSpPr>
          <p:nvPr/>
        </p:nvSpPr>
        <p:spPr>
          <a:xfrm xmlns:a="http://schemas.openxmlformats.org/drawingml/2006/main">
            <a:off x="742950" y="1428750"/>
            <a:ext cx="13620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0" i="0">
                <a:solidFill>
                  <a:srgbClr val="54656D"/>
                </a:solidFill>
                <a:latin typeface="Nimbus Sans"/>
                <a:ea typeface="Nimbus Sans"/>
                <a:cs typeface="Nimbus Sans"/>
              </a:defRPr>
            </a:defPPr>
            <a:lvl1pPr>
              <a:defRPr sz="2025" b="0" i="0">
                <a:solidFill>
                  <a:srgbClr val="54656D"/>
                </a:solidFill>
                <a:latin typeface="Nimbus Sans"/>
                <a:ea typeface="Nimbus Sans"/>
                <a:cs typeface="Nimbus Sans"/>
              </a:defRPr>
            </a:lvl1pPr>
            <a:lvl2pPr>
              <a:defRPr sz="2025" b="0" i="0">
                <a:solidFill>
                  <a:srgbClr val="54656D"/>
                </a:solidFill>
                <a:latin typeface="Nimbus Sans"/>
                <a:ea typeface="Nimbus Sans"/>
                <a:cs typeface="Nimbus Sans"/>
              </a:defRPr>
            </a:lvl2pPr>
            <a:lvl3pPr>
              <a:defRPr sz="2025" b="0" i="0">
                <a:solidFill>
                  <a:srgbClr val="54656D"/>
                </a:solidFill>
                <a:latin typeface="Nimbus Sans"/>
                <a:ea typeface="Nimbus Sans"/>
                <a:cs typeface="Nimbus Sans"/>
              </a:defRPr>
            </a:lvl3pPr>
            <a:lvl4pPr>
              <a:defRPr sz="2025" b="0" i="0">
                <a:solidFill>
                  <a:srgbClr val="54656D"/>
                </a:solidFill>
                <a:latin typeface="Nimbus Sans"/>
                <a:ea typeface="Nimbus Sans"/>
                <a:cs typeface="Nimbus Sans"/>
              </a:defRPr>
            </a:lvl4pPr>
            <a:lvl5pPr>
              <a:defRPr sz="2025" b="0" i="0">
                <a:solidFill>
                  <a:srgbClr val="54656D"/>
                </a:solidFill>
                <a:latin typeface="Nimbus Sans"/>
                <a:ea typeface="Nimbus Sans"/>
                <a:cs typeface="Nimbus Sans"/>
              </a:defRPr>
            </a:lvl5pPr>
            <a:lvl6pPr>
              <a:defRPr sz="2025" b="0" i="0">
                <a:solidFill>
                  <a:srgbClr val="54656D"/>
                </a:solidFill>
                <a:latin typeface="Nimbus Sans"/>
                <a:ea typeface="Nimbus Sans"/>
                <a:cs typeface="Nimbus Sans"/>
              </a:defRPr>
            </a:lvl6pPr>
            <a:lvl7pPr>
              <a:defRPr sz="2025" b="0" i="0">
                <a:solidFill>
                  <a:srgbClr val="54656D"/>
                </a:solidFill>
                <a:latin typeface="Nimbus Sans"/>
                <a:ea typeface="Nimbus Sans"/>
                <a:cs typeface="Nimbus Sans"/>
              </a:defRPr>
            </a:lvl7pPr>
            <a:lvl8pPr>
              <a:defRPr sz="2025" b="0" i="0">
                <a:solidFill>
                  <a:srgbClr val="54656D"/>
                </a:solidFill>
                <a:latin typeface="Nimbus Sans"/>
                <a:ea typeface="Nimbus Sans"/>
                <a:cs typeface="Nimbus Sans"/>
              </a:defRPr>
            </a:lvl8pPr>
            <a:lvl9pPr>
              <a:defRPr sz="2025" b="0" i="0">
                <a:solidFill>
                  <a:srgbClr val="54656D"/>
                </a:solidFill>
                <a:latin typeface="Nimbus Sans"/>
                <a:ea typeface="Nimbus Sans"/>
                <a:cs typeface="Nimbus Sans"/>
              </a:defRPr>
            </a:lvl9pPr>
          </a:lstStyle>
          <a:p xmlns:a="http://schemas.openxmlformats.org/drawingml/2006/main">
            <a:pPr>
              <a:defRPr sz="2025" b="0" i="0">
                <a:solidFill>
                  <a:srgbClr val="54656D"/>
                </a:solidFill>
                <a:latin typeface="Nimbus Sans"/>
                <a:ea typeface="Nimbus Sans"/>
                <a:cs typeface="Nimbus Sans"/>
              </a:defRPr>
            </a:pPr>
            <a:r>
              <a:rPr sz="2025" b="0" i="0">
                <a:solidFill>
                  <a:srgbClr val="54656D"/>
                </a:solidFill>
                <a:latin typeface="Nimbus Sans"/>
                <a:ea typeface="Nimbus Sans"/>
                <a:cs typeface="Nimbus Sans"/>
              </a:rPr>
              <a:t>Uma falha observada pode orientar uma melhoria pequena. A decisão continua humana.</a:t>
            </a:r>
          </a:p>
        </p:txBody>
      </p:sp>
      <p:sp>
        <p:nvSpPr>
          <p:cNvPr id="4" name="text-2">
            <a:extLst xmlns:a="http://schemas.openxmlformats.org/drawingml/2006/main">
              <a:ext uri="{FF2B5EF4-FFF2-40B4-BE49-F238E27FC236}">
                <a16:creationId xmlns:a16="http://schemas.microsoft.com/office/drawing/2014/main" id="{DA759EDA-A1A1-4C34-9FB7-3AFDC06A1E68}"/>
              </a:ext>
            </a:extLst>
          </p:cNvPr>
          <p:cNvSpPr>
            <a:spLocks xmlns:a="http://schemas.openxmlformats.org/drawingml/2006/main" noGrp="1"/>
          </p:cNvSpPr>
          <p:nvPr/>
        </p:nvSpPr>
        <p:spPr>
          <a:xfrm xmlns:a="http://schemas.openxmlformats.org/drawingml/2006/main">
            <a:off x="742950" y="8096250"/>
            <a:ext cx="12573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00" b="0" i="0">
                <a:solidFill>
                  <a:srgbClr val="54656D"/>
                </a:solidFill>
                <a:latin typeface="Nimbus Mono PS"/>
                <a:ea typeface="Nimbus Mono PS"/>
                <a:cs typeface="Nimbus Mono PS"/>
              </a:defRPr>
            </a:defPPr>
            <a:lvl1pPr>
              <a:defRPr sz="1200" b="0" i="0">
                <a:solidFill>
                  <a:srgbClr val="54656D"/>
                </a:solidFill>
                <a:latin typeface="Nimbus Mono PS"/>
                <a:ea typeface="Nimbus Mono PS"/>
                <a:cs typeface="Nimbus Mono PS"/>
              </a:defRPr>
            </a:lvl1pPr>
            <a:lvl2pPr>
              <a:defRPr sz="1200" b="0" i="0">
                <a:solidFill>
                  <a:srgbClr val="54656D"/>
                </a:solidFill>
                <a:latin typeface="Nimbus Mono PS"/>
                <a:ea typeface="Nimbus Mono PS"/>
                <a:cs typeface="Nimbus Mono PS"/>
              </a:defRPr>
            </a:lvl2pPr>
            <a:lvl3pPr>
              <a:defRPr sz="1200" b="0" i="0">
                <a:solidFill>
                  <a:srgbClr val="54656D"/>
                </a:solidFill>
                <a:latin typeface="Nimbus Mono PS"/>
                <a:ea typeface="Nimbus Mono PS"/>
                <a:cs typeface="Nimbus Mono PS"/>
              </a:defRPr>
            </a:lvl3pPr>
            <a:lvl4pPr>
              <a:defRPr sz="1200" b="0" i="0">
                <a:solidFill>
                  <a:srgbClr val="54656D"/>
                </a:solidFill>
                <a:latin typeface="Nimbus Mono PS"/>
                <a:ea typeface="Nimbus Mono PS"/>
                <a:cs typeface="Nimbus Mono PS"/>
              </a:defRPr>
            </a:lvl4pPr>
            <a:lvl5pPr>
              <a:defRPr sz="1200" b="0" i="0">
                <a:solidFill>
                  <a:srgbClr val="54656D"/>
                </a:solidFill>
                <a:latin typeface="Nimbus Mono PS"/>
                <a:ea typeface="Nimbus Mono PS"/>
                <a:cs typeface="Nimbus Mono PS"/>
              </a:defRPr>
            </a:lvl5pPr>
            <a:lvl6pPr>
              <a:defRPr sz="1200" b="0" i="0">
                <a:solidFill>
                  <a:srgbClr val="54656D"/>
                </a:solidFill>
                <a:latin typeface="Nimbus Mono PS"/>
                <a:ea typeface="Nimbus Mono PS"/>
                <a:cs typeface="Nimbus Mono PS"/>
              </a:defRPr>
            </a:lvl6pPr>
            <a:lvl7pPr>
              <a:defRPr sz="1200" b="0" i="0">
                <a:solidFill>
                  <a:srgbClr val="54656D"/>
                </a:solidFill>
                <a:latin typeface="Nimbus Mono PS"/>
                <a:ea typeface="Nimbus Mono PS"/>
                <a:cs typeface="Nimbus Mono PS"/>
              </a:defRPr>
            </a:lvl7pPr>
            <a:lvl8pPr>
              <a:defRPr sz="1200" b="0" i="0">
                <a:solidFill>
                  <a:srgbClr val="54656D"/>
                </a:solidFill>
                <a:latin typeface="Nimbus Mono PS"/>
                <a:ea typeface="Nimbus Mono PS"/>
                <a:cs typeface="Nimbus Mono PS"/>
              </a:defRPr>
            </a:lvl8pPr>
            <a:lvl9pPr>
              <a:defRPr sz="1200" b="0" i="0">
                <a:solidFill>
                  <a:srgbClr val="54656D"/>
                </a:solidFill>
                <a:latin typeface="Nimbus Mono PS"/>
                <a:ea typeface="Nimbus Mono PS"/>
                <a:cs typeface="Nimbus Mono PS"/>
              </a:defRPr>
            </a:lvl9pPr>
          </a:lstStyle>
          <a:p xmlns:a="http://schemas.openxmlformats.org/drawingml/2006/main">
            <a:pPr>
              <a:defRPr sz="1200" b="0" i="0">
                <a:solidFill>
                  <a:srgbClr val="54656D"/>
                </a:solidFill>
                <a:latin typeface="Nimbus Mono PS"/>
                <a:ea typeface="Nimbus Mono PS"/>
                <a:cs typeface="Nimbus Mono PS"/>
              </a:defRPr>
            </a:pPr>
            <a:r>
              <a:rPr sz="1200" b="0" i="0">
                <a:solidFill>
                  <a:srgbClr val="54656D"/>
                </a:solidFill>
                <a:latin typeface="Nimbus Mono PS"/>
                <a:ea typeface="Nimbus Mono PS"/>
                <a:cs typeface="Nimbus Mono PS"/>
              </a:rPr>
              <a:t>GUIA  /  MELHORIA CONTÍNUA</a:t>
            </a:r>
          </a:p>
        </p:txBody>
      </p:sp>
      <p:sp>
        <p:nvSpPr>
          <p:cNvPr id="5" name="text-3">
            <a:extLst xmlns:a="http://schemas.openxmlformats.org/drawingml/2006/main">
              <a:ext uri="{FF2B5EF4-FFF2-40B4-BE49-F238E27FC236}">
                <a16:creationId xmlns:a16="http://schemas.microsoft.com/office/drawing/2014/main" id="{F6E62F77-7719-4CAB-9ED2-F8796368859B}"/>
              </a:ext>
            </a:extLst>
          </p:cNvPr>
          <p:cNvSpPr>
            <a:spLocks xmlns:a="http://schemas.openxmlformats.org/drawingml/2006/main" noGrp="1"/>
          </p:cNvSpPr>
          <p:nvPr/>
        </p:nvSpPr>
        <p:spPr>
          <a:xfrm xmlns:a="http://schemas.openxmlformats.org/drawingml/2006/main">
            <a:off x="13944600" y="8048625"/>
            <a:ext cx="609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1" i="0">
                <a:solidFill>
                  <a:srgbClr val="B9502E"/>
                </a:solidFill>
                <a:latin typeface="Nimbus Mono PS"/>
                <a:ea typeface="Nimbus Mono PS"/>
                <a:cs typeface="Nimbus Mono PS"/>
              </a:defRPr>
            </a:defPPr>
            <a:lvl1pPr>
              <a:defRPr sz="1800" b="1" i="0">
                <a:solidFill>
                  <a:srgbClr val="B9502E"/>
                </a:solidFill>
                <a:latin typeface="Nimbus Mono PS"/>
                <a:ea typeface="Nimbus Mono PS"/>
                <a:cs typeface="Nimbus Mono PS"/>
              </a:defRPr>
            </a:lvl1pPr>
            <a:lvl2pPr>
              <a:defRPr sz="1800" b="1" i="0">
                <a:solidFill>
                  <a:srgbClr val="B9502E"/>
                </a:solidFill>
                <a:latin typeface="Nimbus Mono PS"/>
                <a:ea typeface="Nimbus Mono PS"/>
                <a:cs typeface="Nimbus Mono PS"/>
              </a:defRPr>
            </a:lvl2pPr>
            <a:lvl3pPr>
              <a:defRPr sz="1800" b="1" i="0">
                <a:solidFill>
                  <a:srgbClr val="B9502E"/>
                </a:solidFill>
                <a:latin typeface="Nimbus Mono PS"/>
                <a:ea typeface="Nimbus Mono PS"/>
                <a:cs typeface="Nimbus Mono PS"/>
              </a:defRPr>
            </a:lvl3pPr>
            <a:lvl4pPr>
              <a:defRPr sz="1800" b="1" i="0">
                <a:solidFill>
                  <a:srgbClr val="B9502E"/>
                </a:solidFill>
                <a:latin typeface="Nimbus Mono PS"/>
                <a:ea typeface="Nimbus Mono PS"/>
                <a:cs typeface="Nimbus Mono PS"/>
              </a:defRPr>
            </a:lvl4pPr>
            <a:lvl5pPr>
              <a:defRPr sz="1800" b="1" i="0">
                <a:solidFill>
                  <a:srgbClr val="B9502E"/>
                </a:solidFill>
                <a:latin typeface="Nimbus Mono PS"/>
                <a:ea typeface="Nimbus Mono PS"/>
                <a:cs typeface="Nimbus Mono PS"/>
              </a:defRPr>
            </a:lvl5pPr>
            <a:lvl6pPr>
              <a:defRPr sz="1800" b="1" i="0">
                <a:solidFill>
                  <a:srgbClr val="B9502E"/>
                </a:solidFill>
                <a:latin typeface="Nimbus Mono PS"/>
                <a:ea typeface="Nimbus Mono PS"/>
                <a:cs typeface="Nimbus Mono PS"/>
              </a:defRPr>
            </a:lvl6pPr>
            <a:lvl7pPr>
              <a:defRPr sz="1800" b="1" i="0">
                <a:solidFill>
                  <a:srgbClr val="B9502E"/>
                </a:solidFill>
                <a:latin typeface="Nimbus Mono PS"/>
                <a:ea typeface="Nimbus Mono PS"/>
                <a:cs typeface="Nimbus Mono PS"/>
              </a:defRPr>
            </a:lvl7pPr>
            <a:lvl8pPr>
              <a:defRPr sz="1800" b="1" i="0">
                <a:solidFill>
                  <a:srgbClr val="B9502E"/>
                </a:solidFill>
                <a:latin typeface="Nimbus Mono PS"/>
                <a:ea typeface="Nimbus Mono PS"/>
                <a:cs typeface="Nimbus Mono PS"/>
              </a:defRPr>
            </a:lvl8pPr>
            <a:lvl9pPr>
              <a:defRPr sz="1800" b="1" i="0">
                <a:solidFill>
                  <a:srgbClr val="B9502E"/>
                </a:solidFill>
                <a:latin typeface="Nimbus Mono PS"/>
                <a:ea typeface="Nimbus Mono PS"/>
                <a:cs typeface="Nimbus Mono PS"/>
              </a:defRPr>
            </a:lvl9pPr>
          </a:lstStyle>
          <a:p xmlns:a="http://schemas.openxmlformats.org/drawingml/2006/main">
            <a:pPr>
              <a:defRPr sz="1800" b="1" i="0">
                <a:solidFill>
                  <a:srgbClr val="B9502E"/>
                </a:solidFill>
                <a:latin typeface="Nimbus Mono PS"/>
                <a:ea typeface="Nimbus Mono PS"/>
                <a:cs typeface="Nimbus Mono PS"/>
              </a:defRPr>
            </a:pPr>
            <a:r>
              <a:rPr sz="1800" b="1" i="0">
                <a:solidFill>
                  <a:srgbClr val="B9502E"/>
                </a:solidFill>
                <a:latin typeface="Nimbus Mono PS"/>
                <a:ea typeface="Nimbus Mono PS"/>
                <a:cs typeface="Nimbus Mono PS"/>
              </a:rPr>
              <a:t>16</a:t>
            </a:r>
          </a:p>
        </p:txBody>
      </p:sp>
      <p:sp>
        <p:nvSpPr>
          <p:cNvPr id="6" name="text-4">
            <a:extLst xmlns:a="http://schemas.openxmlformats.org/drawingml/2006/main">
              <a:ext uri="{FF2B5EF4-FFF2-40B4-BE49-F238E27FC236}">
                <a16:creationId xmlns:a16="http://schemas.microsoft.com/office/drawing/2014/main" id="{06D758FC-7764-4003-9196-A4037E816651}"/>
              </a:ext>
            </a:extLst>
          </p:cNvPr>
          <p:cNvSpPr>
            <a:spLocks xmlns:a="http://schemas.openxmlformats.org/drawingml/2006/main" noGrp="1"/>
          </p:cNvSpPr>
          <p:nvPr/>
        </p:nvSpPr>
        <p:spPr>
          <a:xfrm xmlns:a="http://schemas.openxmlformats.org/drawingml/2006/main">
            <a:off x="762000" y="2324100"/>
            <a:ext cx="666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000" b="1" i="0">
                <a:solidFill>
                  <a:srgbClr val="B9502E"/>
                </a:solidFill>
                <a:latin typeface="Nimbus Mono PS"/>
                <a:ea typeface="Nimbus Mono PS"/>
                <a:cs typeface="Nimbus Mono PS"/>
              </a:defRPr>
            </a:defPPr>
            <a:lvl1pPr>
              <a:defRPr sz="3000" b="1" i="0">
                <a:solidFill>
                  <a:srgbClr val="B9502E"/>
                </a:solidFill>
                <a:latin typeface="Nimbus Mono PS"/>
                <a:ea typeface="Nimbus Mono PS"/>
                <a:cs typeface="Nimbus Mono PS"/>
              </a:defRPr>
            </a:lvl1pPr>
            <a:lvl2pPr>
              <a:defRPr sz="3000" b="1" i="0">
                <a:solidFill>
                  <a:srgbClr val="B9502E"/>
                </a:solidFill>
                <a:latin typeface="Nimbus Mono PS"/>
                <a:ea typeface="Nimbus Mono PS"/>
                <a:cs typeface="Nimbus Mono PS"/>
              </a:defRPr>
            </a:lvl2pPr>
            <a:lvl3pPr>
              <a:defRPr sz="3000" b="1" i="0">
                <a:solidFill>
                  <a:srgbClr val="B9502E"/>
                </a:solidFill>
                <a:latin typeface="Nimbus Mono PS"/>
                <a:ea typeface="Nimbus Mono PS"/>
                <a:cs typeface="Nimbus Mono PS"/>
              </a:defRPr>
            </a:lvl3pPr>
            <a:lvl4pPr>
              <a:defRPr sz="3000" b="1" i="0">
                <a:solidFill>
                  <a:srgbClr val="B9502E"/>
                </a:solidFill>
                <a:latin typeface="Nimbus Mono PS"/>
                <a:ea typeface="Nimbus Mono PS"/>
                <a:cs typeface="Nimbus Mono PS"/>
              </a:defRPr>
            </a:lvl4pPr>
            <a:lvl5pPr>
              <a:defRPr sz="3000" b="1" i="0">
                <a:solidFill>
                  <a:srgbClr val="B9502E"/>
                </a:solidFill>
                <a:latin typeface="Nimbus Mono PS"/>
                <a:ea typeface="Nimbus Mono PS"/>
                <a:cs typeface="Nimbus Mono PS"/>
              </a:defRPr>
            </a:lvl5pPr>
            <a:lvl6pPr>
              <a:defRPr sz="3000" b="1" i="0">
                <a:solidFill>
                  <a:srgbClr val="B9502E"/>
                </a:solidFill>
                <a:latin typeface="Nimbus Mono PS"/>
                <a:ea typeface="Nimbus Mono PS"/>
                <a:cs typeface="Nimbus Mono PS"/>
              </a:defRPr>
            </a:lvl6pPr>
            <a:lvl7pPr>
              <a:defRPr sz="3000" b="1" i="0">
                <a:solidFill>
                  <a:srgbClr val="B9502E"/>
                </a:solidFill>
                <a:latin typeface="Nimbus Mono PS"/>
                <a:ea typeface="Nimbus Mono PS"/>
                <a:cs typeface="Nimbus Mono PS"/>
              </a:defRPr>
            </a:lvl7pPr>
            <a:lvl8pPr>
              <a:defRPr sz="3000" b="1" i="0">
                <a:solidFill>
                  <a:srgbClr val="B9502E"/>
                </a:solidFill>
                <a:latin typeface="Nimbus Mono PS"/>
                <a:ea typeface="Nimbus Mono PS"/>
                <a:cs typeface="Nimbus Mono PS"/>
              </a:defRPr>
            </a:lvl8pPr>
            <a:lvl9pPr>
              <a:defRPr sz="3000" b="1" i="0">
                <a:solidFill>
                  <a:srgbClr val="B9502E"/>
                </a:solidFill>
                <a:latin typeface="Nimbus Mono PS"/>
                <a:ea typeface="Nimbus Mono PS"/>
                <a:cs typeface="Nimbus Mono PS"/>
              </a:defRPr>
            </a:lvl9pPr>
          </a:lstStyle>
          <a:p xmlns:a="http://schemas.openxmlformats.org/drawingml/2006/main">
            <a:pPr>
              <a:defRPr sz="3000" b="1" i="0">
                <a:solidFill>
                  <a:srgbClr val="B9502E"/>
                </a:solidFill>
                <a:latin typeface="Nimbus Mono PS"/>
                <a:ea typeface="Nimbus Mono PS"/>
                <a:cs typeface="Nimbus Mono PS"/>
              </a:defRPr>
            </a:pPr>
            <a:r>
              <a:rPr sz="3000" b="1" i="0">
                <a:solidFill>
                  <a:srgbClr val="B9502E"/>
                </a:solidFill>
                <a:latin typeface="Nimbus Mono PS"/>
                <a:ea typeface="Nimbus Mono PS"/>
                <a:cs typeface="Nimbus Mono PS"/>
              </a:rPr>
              <a:t>01</a:t>
            </a:r>
          </a:p>
        </p:txBody>
      </p:sp>
      <p:sp>
        <p:nvSpPr>
          <p:cNvPr id="7" name="text-5">
            <a:extLst xmlns:a="http://schemas.openxmlformats.org/drawingml/2006/main">
              <a:ext uri="{FF2B5EF4-FFF2-40B4-BE49-F238E27FC236}">
                <a16:creationId xmlns:a16="http://schemas.microsoft.com/office/drawing/2014/main" id="{369AE0FD-EC94-483F-A475-694FE22F1A90}"/>
              </a:ext>
            </a:extLst>
          </p:cNvPr>
          <p:cNvSpPr>
            <a:spLocks xmlns:a="http://schemas.openxmlformats.org/drawingml/2006/main" noGrp="1"/>
          </p:cNvSpPr>
          <p:nvPr/>
        </p:nvSpPr>
        <p:spPr>
          <a:xfrm xmlns:a="http://schemas.openxmlformats.org/drawingml/2006/main">
            <a:off x="1562100" y="2343150"/>
            <a:ext cx="59626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325" b="1" i="0">
                <a:solidFill>
                  <a:srgbClr val="193244"/>
                </a:solidFill>
                <a:latin typeface="Nimbus Sans"/>
                <a:ea typeface="Nimbus Sans"/>
                <a:cs typeface="Nimbus Sans"/>
              </a:defRPr>
            </a:defPPr>
            <a:lvl1pPr>
              <a:defRPr sz="2325" b="1" i="0">
                <a:solidFill>
                  <a:srgbClr val="193244"/>
                </a:solidFill>
                <a:latin typeface="Nimbus Sans"/>
                <a:ea typeface="Nimbus Sans"/>
                <a:cs typeface="Nimbus Sans"/>
              </a:defRPr>
            </a:lvl1pPr>
            <a:lvl2pPr>
              <a:defRPr sz="2325" b="1" i="0">
                <a:solidFill>
                  <a:srgbClr val="193244"/>
                </a:solidFill>
                <a:latin typeface="Nimbus Sans"/>
                <a:ea typeface="Nimbus Sans"/>
                <a:cs typeface="Nimbus Sans"/>
              </a:defRPr>
            </a:lvl2pPr>
            <a:lvl3pPr>
              <a:defRPr sz="2325" b="1" i="0">
                <a:solidFill>
                  <a:srgbClr val="193244"/>
                </a:solidFill>
                <a:latin typeface="Nimbus Sans"/>
                <a:ea typeface="Nimbus Sans"/>
                <a:cs typeface="Nimbus Sans"/>
              </a:defRPr>
            </a:lvl3pPr>
            <a:lvl4pPr>
              <a:defRPr sz="2325" b="1" i="0">
                <a:solidFill>
                  <a:srgbClr val="193244"/>
                </a:solidFill>
                <a:latin typeface="Nimbus Sans"/>
                <a:ea typeface="Nimbus Sans"/>
                <a:cs typeface="Nimbus Sans"/>
              </a:defRPr>
            </a:lvl4pPr>
            <a:lvl5pPr>
              <a:defRPr sz="2325" b="1" i="0">
                <a:solidFill>
                  <a:srgbClr val="193244"/>
                </a:solidFill>
                <a:latin typeface="Nimbus Sans"/>
                <a:ea typeface="Nimbus Sans"/>
                <a:cs typeface="Nimbus Sans"/>
              </a:defRPr>
            </a:lvl5pPr>
            <a:lvl6pPr>
              <a:defRPr sz="2325" b="1" i="0">
                <a:solidFill>
                  <a:srgbClr val="193244"/>
                </a:solidFill>
                <a:latin typeface="Nimbus Sans"/>
                <a:ea typeface="Nimbus Sans"/>
                <a:cs typeface="Nimbus Sans"/>
              </a:defRPr>
            </a:lvl6pPr>
            <a:lvl7pPr>
              <a:defRPr sz="2325" b="1" i="0">
                <a:solidFill>
                  <a:srgbClr val="193244"/>
                </a:solidFill>
                <a:latin typeface="Nimbus Sans"/>
                <a:ea typeface="Nimbus Sans"/>
                <a:cs typeface="Nimbus Sans"/>
              </a:defRPr>
            </a:lvl7pPr>
            <a:lvl8pPr>
              <a:defRPr sz="2325" b="1" i="0">
                <a:solidFill>
                  <a:srgbClr val="193244"/>
                </a:solidFill>
                <a:latin typeface="Nimbus Sans"/>
                <a:ea typeface="Nimbus Sans"/>
                <a:cs typeface="Nimbus Sans"/>
              </a:defRPr>
            </a:lvl8pPr>
            <a:lvl9pPr>
              <a:defRPr sz="2325" b="1" i="0">
                <a:solidFill>
                  <a:srgbClr val="193244"/>
                </a:solidFill>
                <a:latin typeface="Nimbus Sans"/>
                <a:ea typeface="Nimbus Sans"/>
                <a:cs typeface="Nimbus Sans"/>
              </a:defRPr>
            </a:lvl9pPr>
          </a:lstStyle>
          <a:p xmlns:a="http://schemas.openxmlformats.org/drawingml/2006/main">
            <a:pPr>
              <a:defRPr sz="2325" b="1" i="0">
                <a:solidFill>
                  <a:srgbClr val="193244"/>
                </a:solidFill>
                <a:latin typeface="Nimbus Sans"/>
                <a:ea typeface="Nimbus Sans"/>
                <a:cs typeface="Nimbus Sans"/>
              </a:defRPr>
            </a:pPr>
            <a:r>
              <a:rPr sz="2325" b="1" i="0">
                <a:solidFill>
                  <a:srgbClr val="193244"/>
                </a:solidFill>
                <a:latin typeface="Nimbus Sans"/>
                <a:ea typeface="Nimbus Sans"/>
                <a:cs typeface="Nimbus Sans"/>
              </a:rPr>
              <a:t>Registrar o atrito</a:t>
            </a:r>
          </a:p>
        </p:txBody>
      </p:sp>
      <p:sp>
        <p:nvSpPr>
          <p:cNvPr id="8" name="text-6">
            <a:extLst xmlns:a="http://schemas.openxmlformats.org/drawingml/2006/main">
              <a:ext uri="{FF2B5EF4-FFF2-40B4-BE49-F238E27FC236}">
                <a16:creationId xmlns:a16="http://schemas.microsoft.com/office/drawing/2014/main" id="{621C8DEC-A5F2-413A-9448-9384C5A99E8E}"/>
              </a:ext>
            </a:extLst>
          </p:cNvPr>
          <p:cNvSpPr>
            <a:spLocks xmlns:a="http://schemas.openxmlformats.org/drawingml/2006/main" noGrp="1"/>
          </p:cNvSpPr>
          <p:nvPr/>
        </p:nvSpPr>
        <p:spPr>
          <a:xfrm xmlns:a="http://schemas.openxmlformats.org/drawingml/2006/main">
            <a:off x="1562100" y="2876550"/>
            <a:ext cx="5962650" cy="1285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00" b="0" i="0">
                <a:solidFill>
                  <a:srgbClr val="193244"/>
                </a:solidFill>
                <a:latin typeface="Nimbus Sans"/>
                <a:ea typeface="Nimbus Sans"/>
                <a:cs typeface="Nimbus Sans"/>
              </a:defRPr>
            </a:defPPr>
            <a:lvl1pPr>
              <a:defRPr sz="2100" b="0" i="0">
                <a:solidFill>
                  <a:srgbClr val="193244"/>
                </a:solidFill>
                <a:latin typeface="Nimbus Sans"/>
                <a:ea typeface="Nimbus Sans"/>
                <a:cs typeface="Nimbus Sans"/>
              </a:defRPr>
            </a:lvl1pPr>
            <a:lvl2pPr>
              <a:defRPr sz="2100" b="0" i="0">
                <a:solidFill>
                  <a:srgbClr val="193244"/>
                </a:solidFill>
                <a:latin typeface="Nimbus Sans"/>
                <a:ea typeface="Nimbus Sans"/>
                <a:cs typeface="Nimbus Sans"/>
              </a:defRPr>
            </a:lvl2pPr>
            <a:lvl3pPr>
              <a:defRPr sz="2100" b="0" i="0">
                <a:solidFill>
                  <a:srgbClr val="193244"/>
                </a:solidFill>
                <a:latin typeface="Nimbus Sans"/>
                <a:ea typeface="Nimbus Sans"/>
                <a:cs typeface="Nimbus Sans"/>
              </a:defRPr>
            </a:lvl3pPr>
            <a:lvl4pPr>
              <a:defRPr sz="2100" b="0" i="0">
                <a:solidFill>
                  <a:srgbClr val="193244"/>
                </a:solidFill>
                <a:latin typeface="Nimbus Sans"/>
                <a:ea typeface="Nimbus Sans"/>
                <a:cs typeface="Nimbus Sans"/>
              </a:defRPr>
            </a:lvl4pPr>
            <a:lvl5pPr>
              <a:defRPr sz="2100" b="0" i="0">
                <a:solidFill>
                  <a:srgbClr val="193244"/>
                </a:solidFill>
                <a:latin typeface="Nimbus Sans"/>
                <a:ea typeface="Nimbus Sans"/>
                <a:cs typeface="Nimbus Sans"/>
              </a:defRPr>
            </a:lvl5pPr>
            <a:lvl6pPr>
              <a:defRPr sz="2100" b="0" i="0">
                <a:solidFill>
                  <a:srgbClr val="193244"/>
                </a:solidFill>
                <a:latin typeface="Nimbus Sans"/>
                <a:ea typeface="Nimbus Sans"/>
                <a:cs typeface="Nimbus Sans"/>
              </a:defRPr>
            </a:lvl6pPr>
            <a:lvl7pPr>
              <a:defRPr sz="2100" b="0" i="0">
                <a:solidFill>
                  <a:srgbClr val="193244"/>
                </a:solidFill>
                <a:latin typeface="Nimbus Sans"/>
                <a:ea typeface="Nimbus Sans"/>
                <a:cs typeface="Nimbus Sans"/>
              </a:defRPr>
            </a:lvl7pPr>
            <a:lvl8pPr>
              <a:defRPr sz="2100" b="0" i="0">
                <a:solidFill>
                  <a:srgbClr val="193244"/>
                </a:solidFill>
                <a:latin typeface="Nimbus Sans"/>
                <a:ea typeface="Nimbus Sans"/>
                <a:cs typeface="Nimbus Sans"/>
              </a:defRPr>
            </a:lvl8pPr>
            <a:lvl9pPr>
              <a:defRPr sz="2100" b="0" i="0">
                <a:solidFill>
                  <a:srgbClr val="193244"/>
                </a:solidFill>
                <a:latin typeface="Nimbus Sans"/>
                <a:ea typeface="Nimbus Sans"/>
                <a:cs typeface="Nimbus Sans"/>
              </a:defRPr>
            </a:lvl9pPr>
          </a:lstStyle>
          <a:p xmlns:a="http://schemas.openxmlformats.org/drawingml/2006/main">
            <a:pPr>
              <a:defRPr sz="2100" b="0" i="0">
                <a:solidFill>
                  <a:srgbClr val="193244"/>
                </a:solidFill>
                <a:latin typeface="Nimbus Sans"/>
                <a:ea typeface="Nimbus Sans"/>
                <a:cs typeface="Nimbus Sans"/>
              </a:defRPr>
            </a:pPr>
            <a:r>
              <a:rPr sz="2100" b="0" i="0">
                <a:solidFill>
                  <a:srgbClr val="193244"/>
                </a:solidFill>
                <a:latin typeface="Nimbus Sans"/>
                <a:ea typeface="Nimbus Sans"/>
                <a:cs typeface="Nimbus Sans"/>
              </a:rPr>
              <a:t>Fato observado, impacto e evidência em CURRENT. Se nenhum ocorreu, registrar essa avaliação.</a:t>
            </a:r>
          </a:p>
        </p:txBody>
      </p:sp>
      <p:sp>
        <p:nvSpPr>
          <p:cNvPr id="9" name="text-7">
            <a:extLst xmlns:a="http://schemas.openxmlformats.org/drawingml/2006/main">
              <a:ext uri="{FF2B5EF4-FFF2-40B4-BE49-F238E27FC236}">
                <a16:creationId xmlns:a16="http://schemas.microsoft.com/office/drawing/2014/main" id="{BE25C785-8129-462C-877E-7447850F0EE0}"/>
              </a:ext>
            </a:extLst>
          </p:cNvPr>
          <p:cNvSpPr>
            <a:spLocks xmlns:a="http://schemas.openxmlformats.org/drawingml/2006/main" noGrp="1"/>
          </p:cNvSpPr>
          <p:nvPr/>
        </p:nvSpPr>
        <p:spPr>
          <a:xfrm xmlns:a="http://schemas.openxmlformats.org/drawingml/2006/main">
            <a:off x="762000" y="4124325"/>
            <a:ext cx="666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000" b="1" i="0">
                <a:solidFill>
                  <a:srgbClr val="B9502E"/>
                </a:solidFill>
                <a:latin typeface="Nimbus Mono PS"/>
                <a:ea typeface="Nimbus Mono PS"/>
                <a:cs typeface="Nimbus Mono PS"/>
              </a:defRPr>
            </a:defPPr>
            <a:lvl1pPr>
              <a:defRPr sz="3000" b="1" i="0">
                <a:solidFill>
                  <a:srgbClr val="B9502E"/>
                </a:solidFill>
                <a:latin typeface="Nimbus Mono PS"/>
                <a:ea typeface="Nimbus Mono PS"/>
                <a:cs typeface="Nimbus Mono PS"/>
              </a:defRPr>
            </a:lvl1pPr>
            <a:lvl2pPr>
              <a:defRPr sz="3000" b="1" i="0">
                <a:solidFill>
                  <a:srgbClr val="B9502E"/>
                </a:solidFill>
                <a:latin typeface="Nimbus Mono PS"/>
                <a:ea typeface="Nimbus Mono PS"/>
                <a:cs typeface="Nimbus Mono PS"/>
              </a:defRPr>
            </a:lvl2pPr>
            <a:lvl3pPr>
              <a:defRPr sz="3000" b="1" i="0">
                <a:solidFill>
                  <a:srgbClr val="B9502E"/>
                </a:solidFill>
                <a:latin typeface="Nimbus Mono PS"/>
                <a:ea typeface="Nimbus Mono PS"/>
                <a:cs typeface="Nimbus Mono PS"/>
              </a:defRPr>
            </a:lvl3pPr>
            <a:lvl4pPr>
              <a:defRPr sz="3000" b="1" i="0">
                <a:solidFill>
                  <a:srgbClr val="B9502E"/>
                </a:solidFill>
                <a:latin typeface="Nimbus Mono PS"/>
                <a:ea typeface="Nimbus Mono PS"/>
                <a:cs typeface="Nimbus Mono PS"/>
              </a:defRPr>
            </a:lvl4pPr>
            <a:lvl5pPr>
              <a:defRPr sz="3000" b="1" i="0">
                <a:solidFill>
                  <a:srgbClr val="B9502E"/>
                </a:solidFill>
                <a:latin typeface="Nimbus Mono PS"/>
                <a:ea typeface="Nimbus Mono PS"/>
                <a:cs typeface="Nimbus Mono PS"/>
              </a:defRPr>
            </a:lvl5pPr>
            <a:lvl6pPr>
              <a:defRPr sz="3000" b="1" i="0">
                <a:solidFill>
                  <a:srgbClr val="B9502E"/>
                </a:solidFill>
                <a:latin typeface="Nimbus Mono PS"/>
                <a:ea typeface="Nimbus Mono PS"/>
                <a:cs typeface="Nimbus Mono PS"/>
              </a:defRPr>
            </a:lvl6pPr>
            <a:lvl7pPr>
              <a:defRPr sz="3000" b="1" i="0">
                <a:solidFill>
                  <a:srgbClr val="B9502E"/>
                </a:solidFill>
                <a:latin typeface="Nimbus Mono PS"/>
                <a:ea typeface="Nimbus Mono PS"/>
                <a:cs typeface="Nimbus Mono PS"/>
              </a:defRPr>
            </a:lvl7pPr>
            <a:lvl8pPr>
              <a:defRPr sz="3000" b="1" i="0">
                <a:solidFill>
                  <a:srgbClr val="B9502E"/>
                </a:solidFill>
                <a:latin typeface="Nimbus Mono PS"/>
                <a:ea typeface="Nimbus Mono PS"/>
                <a:cs typeface="Nimbus Mono PS"/>
              </a:defRPr>
            </a:lvl8pPr>
            <a:lvl9pPr>
              <a:defRPr sz="3000" b="1" i="0">
                <a:solidFill>
                  <a:srgbClr val="B9502E"/>
                </a:solidFill>
                <a:latin typeface="Nimbus Mono PS"/>
                <a:ea typeface="Nimbus Mono PS"/>
                <a:cs typeface="Nimbus Mono PS"/>
              </a:defRPr>
            </a:lvl9pPr>
          </a:lstStyle>
          <a:p xmlns:a="http://schemas.openxmlformats.org/drawingml/2006/main">
            <a:pPr>
              <a:defRPr sz="3000" b="1" i="0">
                <a:solidFill>
                  <a:srgbClr val="B9502E"/>
                </a:solidFill>
                <a:latin typeface="Nimbus Mono PS"/>
                <a:ea typeface="Nimbus Mono PS"/>
                <a:cs typeface="Nimbus Mono PS"/>
              </a:defRPr>
            </a:pPr>
            <a:r>
              <a:rPr sz="3000" b="1" i="0">
                <a:solidFill>
                  <a:srgbClr val="B9502E"/>
                </a:solidFill>
                <a:latin typeface="Nimbus Mono PS"/>
                <a:ea typeface="Nimbus Mono PS"/>
                <a:cs typeface="Nimbus Mono PS"/>
              </a:rPr>
              <a:t>02</a:t>
            </a:r>
          </a:p>
        </p:txBody>
      </p:sp>
      <p:sp>
        <p:nvSpPr>
          <p:cNvPr id="10" name="text-8">
            <a:extLst xmlns:a="http://schemas.openxmlformats.org/drawingml/2006/main">
              <a:ext uri="{FF2B5EF4-FFF2-40B4-BE49-F238E27FC236}">
                <a16:creationId xmlns:a16="http://schemas.microsoft.com/office/drawing/2014/main" id="{7939533D-DDD2-4F0E-A477-0E055FE29E5D}"/>
              </a:ext>
            </a:extLst>
          </p:cNvPr>
          <p:cNvSpPr>
            <a:spLocks xmlns:a="http://schemas.openxmlformats.org/drawingml/2006/main" noGrp="1"/>
          </p:cNvSpPr>
          <p:nvPr/>
        </p:nvSpPr>
        <p:spPr>
          <a:xfrm xmlns:a="http://schemas.openxmlformats.org/drawingml/2006/main">
            <a:off x="1562100" y="4143375"/>
            <a:ext cx="59626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325" b="1" i="0">
                <a:solidFill>
                  <a:srgbClr val="193244"/>
                </a:solidFill>
                <a:latin typeface="Nimbus Sans"/>
                <a:ea typeface="Nimbus Sans"/>
                <a:cs typeface="Nimbus Sans"/>
              </a:defRPr>
            </a:defPPr>
            <a:lvl1pPr>
              <a:defRPr sz="2325" b="1" i="0">
                <a:solidFill>
                  <a:srgbClr val="193244"/>
                </a:solidFill>
                <a:latin typeface="Nimbus Sans"/>
                <a:ea typeface="Nimbus Sans"/>
                <a:cs typeface="Nimbus Sans"/>
              </a:defRPr>
            </a:lvl1pPr>
            <a:lvl2pPr>
              <a:defRPr sz="2325" b="1" i="0">
                <a:solidFill>
                  <a:srgbClr val="193244"/>
                </a:solidFill>
                <a:latin typeface="Nimbus Sans"/>
                <a:ea typeface="Nimbus Sans"/>
                <a:cs typeface="Nimbus Sans"/>
              </a:defRPr>
            </a:lvl2pPr>
            <a:lvl3pPr>
              <a:defRPr sz="2325" b="1" i="0">
                <a:solidFill>
                  <a:srgbClr val="193244"/>
                </a:solidFill>
                <a:latin typeface="Nimbus Sans"/>
                <a:ea typeface="Nimbus Sans"/>
                <a:cs typeface="Nimbus Sans"/>
              </a:defRPr>
            </a:lvl3pPr>
            <a:lvl4pPr>
              <a:defRPr sz="2325" b="1" i="0">
                <a:solidFill>
                  <a:srgbClr val="193244"/>
                </a:solidFill>
                <a:latin typeface="Nimbus Sans"/>
                <a:ea typeface="Nimbus Sans"/>
                <a:cs typeface="Nimbus Sans"/>
              </a:defRPr>
            </a:lvl4pPr>
            <a:lvl5pPr>
              <a:defRPr sz="2325" b="1" i="0">
                <a:solidFill>
                  <a:srgbClr val="193244"/>
                </a:solidFill>
                <a:latin typeface="Nimbus Sans"/>
                <a:ea typeface="Nimbus Sans"/>
                <a:cs typeface="Nimbus Sans"/>
              </a:defRPr>
            </a:lvl5pPr>
            <a:lvl6pPr>
              <a:defRPr sz="2325" b="1" i="0">
                <a:solidFill>
                  <a:srgbClr val="193244"/>
                </a:solidFill>
                <a:latin typeface="Nimbus Sans"/>
                <a:ea typeface="Nimbus Sans"/>
                <a:cs typeface="Nimbus Sans"/>
              </a:defRPr>
            </a:lvl6pPr>
            <a:lvl7pPr>
              <a:defRPr sz="2325" b="1" i="0">
                <a:solidFill>
                  <a:srgbClr val="193244"/>
                </a:solidFill>
                <a:latin typeface="Nimbus Sans"/>
                <a:ea typeface="Nimbus Sans"/>
                <a:cs typeface="Nimbus Sans"/>
              </a:defRPr>
            </a:lvl7pPr>
            <a:lvl8pPr>
              <a:defRPr sz="2325" b="1" i="0">
                <a:solidFill>
                  <a:srgbClr val="193244"/>
                </a:solidFill>
                <a:latin typeface="Nimbus Sans"/>
                <a:ea typeface="Nimbus Sans"/>
                <a:cs typeface="Nimbus Sans"/>
              </a:defRPr>
            </a:lvl8pPr>
            <a:lvl9pPr>
              <a:defRPr sz="2325" b="1" i="0">
                <a:solidFill>
                  <a:srgbClr val="193244"/>
                </a:solidFill>
                <a:latin typeface="Nimbus Sans"/>
                <a:ea typeface="Nimbus Sans"/>
                <a:cs typeface="Nimbus Sans"/>
              </a:defRPr>
            </a:lvl9pPr>
          </a:lstStyle>
          <a:p xmlns:a="http://schemas.openxmlformats.org/drawingml/2006/main">
            <a:pPr>
              <a:defRPr sz="2325" b="1" i="0">
                <a:solidFill>
                  <a:srgbClr val="193244"/>
                </a:solidFill>
                <a:latin typeface="Nimbus Sans"/>
                <a:ea typeface="Nimbus Sans"/>
                <a:cs typeface="Nimbus Sans"/>
              </a:defRPr>
            </a:pPr>
            <a:r>
              <a:rPr sz="2325" b="1" i="0">
                <a:solidFill>
                  <a:srgbClr val="193244"/>
                </a:solidFill>
                <a:latin typeface="Nimbus Sans"/>
                <a:ea typeface="Nimbus Sans"/>
                <a:cs typeface="Nimbus Sans"/>
              </a:rPr>
              <a:t>Conservar no histórico</a:t>
            </a:r>
          </a:p>
        </p:txBody>
      </p:sp>
      <p:sp>
        <p:nvSpPr>
          <p:cNvPr id="11" name="text-9">
            <a:extLst xmlns:a="http://schemas.openxmlformats.org/drawingml/2006/main">
              <a:ext uri="{FF2B5EF4-FFF2-40B4-BE49-F238E27FC236}">
                <a16:creationId xmlns:a16="http://schemas.microsoft.com/office/drawing/2014/main" id="{2527560F-3B21-4A03-8F69-C9D0C0370F34}"/>
              </a:ext>
            </a:extLst>
          </p:cNvPr>
          <p:cNvSpPr>
            <a:spLocks xmlns:a="http://schemas.openxmlformats.org/drawingml/2006/main" noGrp="1"/>
          </p:cNvSpPr>
          <p:nvPr/>
        </p:nvSpPr>
        <p:spPr>
          <a:xfrm xmlns:a="http://schemas.openxmlformats.org/drawingml/2006/main">
            <a:off x="1562100" y="4676775"/>
            <a:ext cx="5962650" cy="1285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00" b="0" i="0">
                <a:solidFill>
                  <a:srgbClr val="193244"/>
                </a:solidFill>
                <a:latin typeface="Nimbus Sans"/>
                <a:ea typeface="Nimbus Sans"/>
                <a:cs typeface="Nimbus Sans"/>
              </a:defRPr>
            </a:defPPr>
            <a:lvl1pPr>
              <a:defRPr sz="2100" b="0" i="0">
                <a:solidFill>
                  <a:srgbClr val="193244"/>
                </a:solidFill>
                <a:latin typeface="Nimbus Sans"/>
                <a:ea typeface="Nimbus Sans"/>
                <a:cs typeface="Nimbus Sans"/>
              </a:defRPr>
            </a:lvl1pPr>
            <a:lvl2pPr>
              <a:defRPr sz="2100" b="0" i="0">
                <a:solidFill>
                  <a:srgbClr val="193244"/>
                </a:solidFill>
                <a:latin typeface="Nimbus Sans"/>
                <a:ea typeface="Nimbus Sans"/>
                <a:cs typeface="Nimbus Sans"/>
              </a:defRPr>
            </a:lvl2pPr>
            <a:lvl3pPr>
              <a:defRPr sz="2100" b="0" i="0">
                <a:solidFill>
                  <a:srgbClr val="193244"/>
                </a:solidFill>
                <a:latin typeface="Nimbus Sans"/>
                <a:ea typeface="Nimbus Sans"/>
                <a:cs typeface="Nimbus Sans"/>
              </a:defRPr>
            </a:lvl3pPr>
            <a:lvl4pPr>
              <a:defRPr sz="2100" b="0" i="0">
                <a:solidFill>
                  <a:srgbClr val="193244"/>
                </a:solidFill>
                <a:latin typeface="Nimbus Sans"/>
                <a:ea typeface="Nimbus Sans"/>
                <a:cs typeface="Nimbus Sans"/>
              </a:defRPr>
            </a:lvl4pPr>
            <a:lvl5pPr>
              <a:defRPr sz="2100" b="0" i="0">
                <a:solidFill>
                  <a:srgbClr val="193244"/>
                </a:solidFill>
                <a:latin typeface="Nimbus Sans"/>
                <a:ea typeface="Nimbus Sans"/>
                <a:cs typeface="Nimbus Sans"/>
              </a:defRPr>
            </a:lvl5pPr>
            <a:lvl6pPr>
              <a:defRPr sz="2100" b="0" i="0">
                <a:solidFill>
                  <a:srgbClr val="193244"/>
                </a:solidFill>
                <a:latin typeface="Nimbus Sans"/>
                <a:ea typeface="Nimbus Sans"/>
                <a:cs typeface="Nimbus Sans"/>
              </a:defRPr>
            </a:lvl6pPr>
            <a:lvl7pPr>
              <a:defRPr sz="2100" b="0" i="0">
                <a:solidFill>
                  <a:srgbClr val="193244"/>
                </a:solidFill>
                <a:latin typeface="Nimbus Sans"/>
                <a:ea typeface="Nimbus Sans"/>
                <a:cs typeface="Nimbus Sans"/>
              </a:defRPr>
            </a:lvl7pPr>
            <a:lvl8pPr>
              <a:defRPr sz="2100" b="0" i="0">
                <a:solidFill>
                  <a:srgbClr val="193244"/>
                </a:solidFill>
                <a:latin typeface="Nimbus Sans"/>
                <a:ea typeface="Nimbus Sans"/>
                <a:cs typeface="Nimbus Sans"/>
              </a:defRPr>
            </a:lvl8pPr>
            <a:lvl9pPr>
              <a:defRPr sz="2100" b="0" i="0">
                <a:solidFill>
                  <a:srgbClr val="193244"/>
                </a:solidFill>
                <a:latin typeface="Nimbus Sans"/>
                <a:ea typeface="Nimbus Sans"/>
                <a:cs typeface="Nimbus Sans"/>
              </a:defRPr>
            </a:lvl9pPr>
          </a:lstStyle>
          <a:p xmlns:a="http://schemas.openxmlformats.org/drawingml/2006/main">
            <a:pPr>
              <a:defRPr sz="2100" b="0" i="0">
                <a:solidFill>
                  <a:srgbClr val="193244"/>
                </a:solidFill>
                <a:latin typeface="Nimbus Sans"/>
                <a:ea typeface="Nimbus Sans"/>
                <a:cs typeface="Nimbus Sans"/>
              </a:defRPr>
            </a:pPr>
            <a:r>
              <a:rPr sz="2100" b="0" i="0">
                <a:solidFill>
                  <a:srgbClr val="193244"/>
                </a:solidFill>
                <a:latin typeface="Nimbus Sans"/>
                <a:ea typeface="Nimbus Sans"/>
                <a:cs typeface="Nimbus Sans"/>
              </a:rPr>
              <a:t>Humano revisa o registro. Após aprovar, a tarefa vai para tasks/.</a:t>
            </a:r>
          </a:p>
        </p:txBody>
      </p:sp>
      <p:sp>
        <p:nvSpPr>
          <p:cNvPr id="12" name="text-10">
            <a:extLst xmlns:a="http://schemas.openxmlformats.org/drawingml/2006/main">
              <a:ext uri="{FF2B5EF4-FFF2-40B4-BE49-F238E27FC236}">
                <a16:creationId xmlns:a16="http://schemas.microsoft.com/office/drawing/2014/main" id="{088CA9E4-1DE0-48EC-8734-B45A31C5F4E8}"/>
              </a:ext>
            </a:extLst>
          </p:cNvPr>
          <p:cNvSpPr>
            <a:spLocks xmlns:a="http://schemas.openxmlformats.org/drawingml/2006/main" noGrp="1"/>
          </p:cNvSpPr>
          <p:nvPr/>
        </p:nvSpPr>
        <p:spPr>
          <a:xfrm xmlns:a="http://schemas.openxmlformats.org/drawingml/2006/main">
            <a:off x="762000" y="5924550"/>
            <a:ext cx="666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000" b="1" i="0">
                <a:solidFill>
                  <a:srgbClr val="B9502E"/>
                </a:solidFill>
                <a:latin typeface="Nimbus Mono PS"/>
                <a:ea typeface="Nimbus Mono PS"/>
                <a:cs typeface="Nimbus Mono PS"/>
              </a:defRPr>
            </a:defPPr>
            <a:lvl1pPr>
              <a:defRPr sz="3000" b="1" i="0">
                <a:solidFill>
                  <a:srgbClr val="B9502E"/>
                </a:solidFill>
                <a:latin typeface="Nimbus Mono PS"/>
                <a:ea typeface="Nimbus Mono PS"/>
                <a:cs typeface="Nimbus Mono PS"/>
              </a:defRPr>
            </a:lvl1pPr>
            <a:lvl2pPr>
              <a:defRPr sz="3000" b="1" i="0">
                <a:solidFill>
                  <a:srgbClr val="B9502E"/>
                </a:solidFill>
                <a:latin typeface="Nimbus Mono PS"/>
                <a:ea typeface="Nimbus Mono PS"/>
                <a:cs typeface="Nimbus Mono PS"/>
              </a:defRPr>
            </a:lvl2pPr>
            <a:lvl3pPr>
              <a:defRPr sz="3000" b="1" i="0">
                <a:solidFill>
                  <a:srgbClr val="B9502E"/>
                </a:solidFill>
                <a:latin typeface="Nimbus Mono PS"/>
                <a:ea typeface="Nimbus Mono PS"/>
                <a:cs typeface="Nimbus Mono PS"/>
              </a:defRPr>
            </a:lvl3pPr>
            <a:lvl4pPr>
              <a:defRPr sz="3000" b="1" i="0">
                <a:solidFill>
                  <a:srgbClr val="B9502E"/>
                </a:solidFill>
                <a:latin typeface="Nimbus Mono PS"/>
                <a:ea typeface="Nimbus Mono PS"/>
                <a:cs typeface="Nimbus Mono PS"/>
              </a:defRPr>
            </a:lvl4pPr>
            <a:lvl5pPr>
              <a:defRPr sz="3000" b="1" i="0">
                <a:solidFill>
                  <a:srgbClr val="B9502E"/>
                </a:solidFill>
                <a:latin typeface="Nimbus Mono PS"/>
                <a:ea typeface="Nimbus Mono PS"/>
                <a:cs typeface="Nimbus Mono PS"/>
              </a:defRPr>
            </a:lvl5pPr>
            <a:lvl6pPr>
              <a:defRPr sz="3000" b="1" i="0">
                <a:solidFill>
                  <a:srgbClr val="B9502E"/>
                </a:solidFill>
                <a:latin typeface="Nimbus Mono PS"/>
                <a:ea typeface="Nimbus Mono PS"/>
                <a:cs typeface="Nimbus Mono PS"/>
              </a:defRPr>
            </a:lvl6pPr>
            <a:lvl7pPr>
              <a:defRPr sz="3000" b="1" i="0">
                <a:solidFill>
                  <a:srgbClr val="B9502E"/>
                </a:solidFill>
                <a:latin typeface="Nimbus Mono PS"/>
                <a:ea typeface="Nimbus Mono PS"/>
                <a:cs typeface="Nimbus Mono PS"/>
              </a:defRPr>
            </a:lvl7pPr>
            <a:lvl8pPr>
              <a:defRPr sz="3000" b="1" i="0">
                <a:solidFill>
                  <a:srgbClr val="B9502E"/>
                </a:solidFill>
                <a:latin typeface="Nimbus Mono PS"/>
                <a:ea typeface="Nimbus Mono PS"/>
                <a:cs typeface="Nimbus Mono PS"/>
              </a:defRPr>
            </a:lvl8pPr>
            <a:lvl9pPr>
              <a:defRPr sz="3000" b="1" i="0">
                <a:solidFill>
                  <a:srgbClr val="B9502E"/>
                </a:solidFill>
                <a:latin typeface="Nimbus Mono PS"/>
                <a:ea typeface="Nimbus Mono PS"/>
                <a:cs typeface="Nimbus Mono PS"/>
              </a:defRPr>
            </a:lvl9pPr>
          </a:lstStyle>
          <a:p xmlns:a="http://schemas.openxmlformats.org/drawingml/2006/main">
            <a:pPr>
              <a:defRPr sz="3000" b="1" i="0">
                <a:solidFill>
                  <a:srgbClr val="B9502E"/>
                </a:solidFill>
                <a:latin typeface="Nimbus Mono PS"/>
                <a:ea typeface="Nimbus Mono PS"/>
                <a:cs typeface="Nimbus Mono PS"/>
              </a:defRPr>
            </a:pPr>
            <a:r>
              <a:rPr sz="3000" b="1" i="0">
                <a:solidFill>
                  <a:srgbClr val="B9502E"/>
                </a:solidFill>
                <a:latin typeface="Nimbus Mono PS"/>
                <a:ea typeface="Nimbus Mono PS"/>
                <a:cs typeface="Nimbus Mono PS"/>
              </a:rPr>
              <a:t>03</a:t>
            </a:r>
          </a:p>
        </p:txBody>
      </p:sp>
      <p:sp>
        <p:nvSpPr>
          <p:cNvPr id="13" name="text-11">
            <a:extLst xmlns:a="http://schemas.openxmlformats.org/drawingml/2006/main">
              <a:ext uri="{FF2B5EF4-FFF2-40B4-BE49-F238E27FC236}">
                <a16:creationId xmlns:a16="http://schemas.microsoft.com/office/drawing/2014/main" id="{207C1EA1-F127-4ED3-AAF3-ACB21DBA4757}"/>
              </a:ext>
            </a:extLst>
          </p:cNvPr>
          <p:cNvSpPr>
            <a:spLocks xmlns:a="http://schemas.openxmlformats.org/drawingml/2006/main" noGrp="1"/>
          </p:cNvSpPr>
          <p:nvPr/>
        </p:nvSpPr>
        <p:spPr>
          <a:xfrm xmlns:a="http://schemas.openxmlformats.org/drawingml/2006/main">
            <a:off x="1562100" y="5943600"/>
            <a:ext cx="59626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325" b="1" i="0">
                <a:solidFill>
                  <a:srgbClr val="193244"/>
                </a:solidFill>
                <a:latin typeface="Nimbus Sans"/>
                <a:ea typeface="Nimbus Sans"/>
                <a:cs typeface="Nimbus Sans"/>
              </a:defRPr>
            </a:defPPr>
            <a:lvl1pPr>
              <a:defRPr sz="2325" b="1" i="0">
                <a:solidFill>
                  <a:srgbClr val="193244"/>
                </a:solidFill>
                <a:latin typeface="Nimbus Sans"/>
                <a:ea typeface="Nimbus Sans"/>
                <a:cs typeface="Nimbus Sans"/>
              </a:defRPr>
            </a:lvl1pPr>
            <a:lvl2pPr>
              <a:defRPr sz="2325" b="1" i="0">
                <a:solidFill>
                  <a:srgbClr val="193244"/>
                </a:solidFill>
                <a:latin typeface="Nimbus Sans"/>
                <a:ea typeface="Nimbus Sans"/>
                <a:cs typeface="Nimbus Sans"/>
              </a:defRPr>
            </a:lvl2pPr>
            <a:lvl3pPr>
              <a:defRPr sz="2325" b="1" i="0">
                <a:solidFill>
                  <a:srgbClr val="193244"/>
                </a:solidFill>
                <a:latin typeface="Nimbus Sans"/>
                <a:ea typeface="Nimbus Sans"/>
                <a:cs typeface="Nimbus Sans"/>
              </a:defRPr>
            </a:lvl3pPr>
            <a:lvl4pPr>
              <a:defRPr sz="2325" b="1" i="0">
                <a:solidFill>
                  <a:srgbClr val="193244"/>
                </a:solidFill>
                <a:latin typeface="Nimbus Sans"/>
                <a:ea typeface="Nimbus Sans"/>
                <a:cs typeface="Nimbus Sans"/>
              </a:defRPr>
            </a:lvl4pPr>
            <a:lvl5pPr>
              <a:defRPr sz="2325" b="1" i="0">
                <a:solidFill>
                  <a:srgbClr val="193244"/>
                </a:solidFill>
                <a:latin typeface="Nimbus Sans"/>
                <a:ea typeface="Nimbus Sans"/>
                <a:cs typeface="Nimbus Sans"/>
              </a:defRPr>
            </a:lvl5pPr>
            <a:lvl6pPr>
              <a:defRPr sz="2325" b="1" i="0">
                <a:solidFill>
                  <a:srgbClr val="193244"/>
                </a:solidFill>
                <a:latin typeface="Nimbus Sans"/>
                <a:ea typeface="Nimbus Sans"/>
                <a:cs typeface="Nimbus Sans"/>
              </a:defRPr>
            </a:lvl6pPr>
            <a:lvl7pPr>
              <a:defRPr sz="2325" b="1" i="0">
                <a:solidFill>
                  <a:srgbClr val="193244"/>
                </a:solidFill>
                <a:latin typeface="Nimbus Sans"/>
                <a:ea typeface="Nimbus Sans"/>
                <a:cs typeface="Nimbus Sans"/>
              </a:defRPr>
            </a:lvl7pPr>
            <a:lvl8pPr>
              <a:defRPr sz="2325" b="1" i="0">
                <a:solidFill>
                  <a:srgbClr val="193244"/>
                </a:solidFill>
                <a:latin typeface="Nimbus Sans"/>
                <a:ea typeface="Nimbus Sans"/>
                <a:cs typeface="Nimbus Sans"/>
              </a:defRPr>
            </a:lvl8pPr>
            <a:lvl9pPr>
              <a:defRPr sz="2325" b="1" i="0">
                <a:solidFill>
                  <a:srgbClr val="193244"/>
                </a:solidFill>
                <a:latin typeface="Nimbus Sans"/>
                <a:ea typeface="Nimbus Sans"/>
                <a:cs typeface="Nimbus Sans"/>
              </a:defRPr>
            </a:lvl9pPr>
          </a:lstStyle>
          <a:p xmlns:a="http://schemas.openxmlformats.org/drawingml/2006/main">
            <a:pPr>
              <a:defRPr sz="2325" b="1" i="0">
                <a:solidFill>
                  <a:srgbClr val="193244"/>
                </a:solidFill>
                <a:latin typeface="Nimbus Sans"/>
                <a:ea typeface="Nimbus Sans"/>
                <a:cs typeface="Nimbus Sans"/>
              </a:defRPr>
            </a:pPr>
            <a:r>
              <a:rPr sz="2325" b="1" i="0">
                <a:solidFill>
                  <a:srgbClr val="193244"/>
                </a:solidFill>
                <a:latin typeface="Nimbus Sans"/>
                <a:ea typeface="Nimbus Sans"/>
                <a:cs typeface="Nimbus Sans"/>
              </a:rPr>
              <a:t>Investigar a repetição</a:t>
            </a:r>
          </a:p>
        </p:txBody>
      </p:sp>
      <p:sp>
        <p:nvSpPr>
          <p:cNvPr id="14" name="text-12">
            <a:extLst xmlns:a="http://schemas.openxmlformats.org/drawingml/2006/main">
              <a:ext uri="{FF2B5EF4-FFF2-40B4-BE49-F238E27FC236}">
                <a16:creationId xmlns:a16="http://schemas.microsoft.com/office/drawing/2014/main" id="{F9DF4D3E-6519-4F16-9DC8-0BD27EC3824F}"/>
              </a:ext>
            </a:extLst>
          </p:cNvPr>
          <p:cNvSpPr>
            <a:spLocks xmlns:a="http://schemas.openxmlformats.org/drawingml/2006/main" noGrp="1"/>
          </p:cNvSpPr>
          <p:nvPr/>
        </p:nvSpPr>
        <p:spPr>
          <a:xfrm xmlns:a="http://schemas.openxmlformats.org/drawingml/2006/main">
            <a:off x="1562100" y="6477000"/>
            <a:ext cx="5962650" cy="1285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00" b="0" i="0">
                <a:solidFill>
                  <a:srgbClr val="193244"/>
                </a:solidFill>
                <a:latin typeface="Nimbus Sans"/>
                <a:ea typeface="Nimbus Sans"/>
                <a:cs typeface="Nimbus Sans"/>
              </a:defRPr>
            </a:defPPr>
            <a:lvl1pPr>
              <a:defRPr sz="2100" b="0" i="0">
                <a:solidFill>
                  <a:srgbClr val="193244"/>
                </a:solidFill>
                <a:latin typeface="Nimbus Sans"/>
                <a:ea typeface="Nimbus Sans"/>
                <a:cs typeface="Nimbus Sans"/>
              </a:defRPr>
            </a:lvl1pPr>
            <a:lvl2pPr>
              <a:defRPr sz="2100" b="0" i="0">
                <a:solidFill>
                  <a:srgbClr val="193244"/>
                </a:solidFill>
                <a:latin typeface="Nimbus Sans"/>
                <a:ea typeface="Nimbus Sans"/>
                <a:cs typeface="Nimbus Sans"/>
              </a:defRPr>
            </a:lvl2pPr>
            <a:lvl3pPr>
              <a:defRPr sz="2100" b="0" i="0">
                <a:solidFill>
                  <a:srgbClr val="193244"/>
                </a:solidFill>
                <a:latin typeface="Nimbus Sans"/>
                <a:ea typeface="Nimbus Sans"/>
                <a:cs typeface="Nimbus Sans"/>
              </a:defRPr>
            </a:lvl3pPr>
            <a:lvl4pPr>
              <a:defRPr sz="2100" b="0" i="0">
                <a:solidFill>
                  <a:srgbClr val="193244"/>
                </a:solidFill>
                <a:latin typeface="Nimbus Sans"/>
                <a:ea typeface="Nimbus Sans"/>
                <a:cs typeface="Nimbus Sans"/>
              </a:defRPr>
            </a:lvl4pPr>
            <a:lvl5pPr>
              <a:defRPr sz="2100" b="0" i="0">
                <a:solidFill>
                  <a:srgbClr val="193244"/>
                </a:solidFill>
                <a:latin typeface="Nimbus Sans"/>
                <a:ea typeface="Nimbus Sans"/>
                <a:cs typeface="Nimbus Sans"/>
              </a:defRPr>
            </a:lvl5pPr>
            <a:lvl6pPr>
              <a:defRPr sz="2100" b="0" i="0">
                <a:solidFill>
                  <a:srgbClr val="193244"/>
                </a:solidFill>
                <a:latin typeface="Nimbus Sans"/>
                <a:ea typeface="Nimbus Sans"/>
                <a:cs typeface="Nimbus Sans"/>
              </a:defRPr>
            </a:lvl6pPr>
            <a:lvl7pPr>
              <a:defRPr sz="2100" b="0" i="0">
                <a:solidFill>
                  <a:srgbClr val="193244"/>
                </a:solidFill>
                <a:latin typeface="Nimbus Sans"/>
                <a:ea typeface="Nimbus Sans"/>
                <a:cs typeface="Nimbus Sans"/>
              </a:defRPr>
            </a:lvl7pPr>
            <a:lvl8pPr>
              <a:defRPr sz="2100" b="0" i="0">
                <a:solidFill>
                  <a:srgbClr val="193244"/>
                </a:solidFill>
                <a:latin typeface="Nimbus Sans"/>
                <a:ea typeface="Nimbus Sans"/>
                <a:cs typeface="Nimbus Sans"/>
              </a:defRPr>
            </a:lvl8pPr>
            <a:lvl9pPr>
              <a:defRPr sz="2100" b="0" i="0">
                <a:solidFill>
                  <a:srgbClr val="193244"/>
                </a:solidFill>
                <a:latin typeface="Nimbus Sans"/>
                <a:ea typeface="Nimbus Sans"/>
                <a:cs typeface="Nimbus Sans"/>
              </a:defRPr>
            </a:lvl9pPr>
          </a:lstStyle>
          <a:p xmlns:a="http://schemas.openxmlformats.org/drawingml/2006/main">
            <a:pPr>
              <a:defRPr sz="2100" b="0" i="0">
                <a:solidFill>
                  <a:srgbClr val="193244"/>
                </a:solidFill>
                <a:latin typeface="Nimbus Sans"/>
                <a:ea typeface="Nimbus Sans"/>
                <a:cs typeface="Nimbus Sans"/>
              </a:defRPr>
            </a:pPr>
            <a:r>
              <a:rPr sz="2100" b="0" i="0">
                <a:solidFill>
                  <a:srgbClr val="193244"/>
                </a:solidFill>
                <a:latin typeface="Nimbus Sans"/>
                <a:ea typeface="Nimbus Sans"/>
                <a:cs typeface="Nimbus Sans"/>
              </a:rPr>
              <a:t>Humano chama /sddfriction e confere as tarefas que sustentam os achados.</a:t>
            </a:r>
          </a:p>
        </p:txBody>
      </p:sp>
      <p:sp>
        <p:nvSpPr>
          <p:cNvPr id="15" name="text-13">
            <a:extLst xmlns:a="http://schemas.openxmlformats.org/drawingml/2006/main">
              <a:ext uri="{FF2B5EF4-FFF2-40B4-BE49-F238E27FC236}">
                <a16:creationId xmlns:a16="http://schemas.microsoft.com/office/drawing/2014/main" id="{7CE7D3B9-9AD5-4CFB-83BE-2B98DA8E938D}"/>
              </a:ext>
            </a:extLst>
          </p:cNvPr>
          <p:cNvSpPr>
            <a:spLocks xmlns:a="http://schemas.openxmlformats.org/drawingml/2006/main" noGrp="1"/>
          </p:cNvSpPr>
          <p:nvPr/>
        </p:nvSpPr>
        <p:spPr>
          <a:xfrm xmlns:a="http://schemas.openxmlformats.org/drawingml/2006/main">
            <a:off x="8763000" y="2590800"/>
            <a:ext cx="581025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675" b="1" i="0">
                <a:solidFill>
                  <a:srgbClr val="193244"/>
                </a:solidFill>
                <a:latin typeface="Nimbus Mono PS"/>
                <a:ea typeface="Nimbus Mono PS"/>
                <a:cs typeface="Nimbus Mono PS"/>
              </a:defRPr>
            </a:defPPr>
            <a:lvl1pPr>
              <a:defRPr sz="3675" b="1" i="0">
                <a:solidFill>
                  <a:srgbClr val="193244"/>
                </a:solidFill>
                <a:latin typeface="Nimbus Mono PS"/>
                <a:ea typeface="Nimbus Mono PS"/>
                <a:cs typeface="Nimbus Mono PS"/>
              </a:defRPr>
            </a:lvl1pPr>
            <a:lvl2pPr>
              <a:defRPr sz="3675" b="1" i="0">
                <a:solidFill>
                  <a:srgbClr val="193244"/>
                </a:solidFill>
                <a:latin typeface="Nimbus Mono PS"/>
                <a:ea typeface="Nimbus Mono PS"/>
                <a:cs typeface="Nimbus Mono PS"/>
              </a:defRPr>
            </a:lvl2pPr>
            <a:lvl3pPr>
              <a:defRPr sz="3675" b="1" i="0">
                <a:solidFill>
                  <a:srgbClr val="193244"/>
                </a:solidFill>
                <a:latin typeface="Nimbus Mono PS"/>
                <a:ea typeface="Nimbus Mono PS"/>
                <a:cs typeface="Nimbus Mono PS"/>
              </a:defRPr>
            </a:lvl3pPr>
            <a:lvl4pPr>
              <a:defRPr sz="3675" b="1" i="0">
                <a:solidFill>
                  <a:srgbClr val="193244"/>
                </a:solidFill>
                <a:latin typeface="Nimbus Mono PS"/>
                <a:ea typeface="Nimbus Mono PS"/>
                <a:cs typeface="Nimbus Mono PS"/>
              </a:defRPr>
            </a:lvl4pPr>
            <a:lvl5pPr>
              <a:defRPr sz="3675" b="1" i="0">
                <a:solidFill>
                  <a:srgbClr val="193244"/>
                </a:solidFill>
                <a:latin typeface="Nimbus Mono PS"/>
                <a:ea typeface="Nimbus Mono PS"/>
                <a:cs typeface="Nimbus Mono PS"/>
              </a:defRPr>
            </a:lvl5pPr>
            <a:lvl6pPr>
              <a:defRPr sz="3675" b="1" i="0">
                <a:solidFill>
                  <a:srgbClr val="193244"/>
                </a:solidFill>
                <a:latin typeface="Nimbus Mono PS"/>
                <a:ea typeface="Nimbus Mono PS"/>
                <a:cs typeface="Nimbus Mono PS"/>
              </a:defRPr>
            </a:lvl6pPr>
            <a:lvl7pPr>
              <a:defRPr sz="3675" b="1" i="0">
                <a:solidFill>
                  <a:srgbClr val="193244"/>
                </a:solidFill>
                <a:latin typeface="Nimbus Mono PS"/>
                <a:ea typeface="Nimbus Mono PS"/>
                <a:cs typeface="Nimbus Mono PS"/>
              </a:defRPr>
            </a:lvl7pPr>
            <a:lvl8pPr>
              <a:defRPr sz="3675" b="1" i="0">
                <a:solidFill>
                  <a:srgbClr val="193244"/>
                </a:solidFill>
                <a:latin typeface="Nimbus Mono PS"/>
                <a:ea typeface="Nimbus Mono PS"/>
                <a:cs typeface="Nimbus Mono PS"/>
              </a:defRPr>
            </a:lvl8pPr>
            <a:lvl9pPr>
              <a:defRPr sz="3675" b="1" i="0">
                <a:solidFill>
                  <a:srgbClr val="193244"/>
                </a:solidFill>
                <a:latin typeface="Nimbus Mono PS"/>
                <a:ea typeface="Nimbus Mono PS"/>
                <a:cs typeface="Nimbus Mono PS"/>
              </a:defRPr>
            </a:lvl9pPr>
          </a:lstStyle>
          <a:p xmlns:a="http://schemas.openxmlformats.org/drawingml/2006/main">
            <a:pPr>
              <a:defRPr sz="3675" b="1" i="0">
                <a:solidFill>
                  <a:srgbClr val="193244"/>
                </a:solidFill>
                <a:latin typeface="Nimbus Mono PS"/>
                <a:ea typeface="Nimbus Mono PS"/>
                <a:cs typeface="Nimbus Mono PS"/>
              </a:defRPr>
            </a:pPr>
            <a:r>
              <a:rPr sz="3675" b="1" i="0">
                <a:solidFill>
                  <a:srgbClr val="193244"/>
                </a:solidFill>
                <a:latin typeface="Nimbus Mono PS"/>
                <a:ea typeface="Nimbus Mono PS"/>
                <a:cs typeface="Nimbus Mono PS"/>
              </a:rPr>
              <a:t>A regra só cresce</a:t>
            </a:r>
          </a:p>
          <a:p xmlns:a="http://schemas.openxmlformats.org/drawingml/2006/main">
            <a:pPr>
              <a:defRPr sz="3675" b="1" i="0">
                <a:solidFill>
                  <a:srgbClr val="193244"/>
                </a:solidFill>
                <a:latin typeface="Nimbus Mono PS"/>
                <a:ea typeface="Nimbus Mono PS"/>
                <a:cs typeface="Nimbus Mono PS"/>
              </a:defRPr>
            </a:pPr>
            <a:r>
              <a:rPr sz="3675" b="1" i="0">
                <a:solidFill>
                  <a:srgbClr val="193244"/>
                </a:solidFill>
                <a:latin typeface="Nimbus Mono PS"/>
                <a:ea typeface="Nimbus Mono PS"/>
                <a:cs typeface="Nimbus Mono PS"/>
              </a:rPr>
              <a:t>quando resolve</a:t>
            </a:r>
          </a:p>
          <a:p xmlns:a="http://schemas.openxmlformats.org/drawingml/2006/main">
            <a:pPr>
              <a:defRPr sz="3675" b="1" i="0">
                <a:solidFill>
                  <a:srgbClr val="193244"/>
                </a:solidFill>
                <a:latin typeface="Nimbus Mono PS"/>
                <a:ea typeface="Nimbus Mono PS"/>
                <a:cs typeface="Nimbus Mono PS"/>
              </a:defRPr>
            </a:pPr>
            <a:r>
              <a:rPr sz="3675" b="1" i="0">
                <a:solidFill>
                  <a:srgbClr val="193244"/>
                </a:solidFill>
                <a:latin typeface="Nimbus Mono PS"/>
                <a:ea typeface="Nimbus Mono PS"/>
                <a:cs typeface="Nimbus Mono PS"/>
              </a:rPr>
              <a:t>um problema</a:t>
            </a:r>
          </a:p>
          <a:p xmlns:a="http://schemas.openxmlformats.org/drawingml/2006/main">
            <a:pPr>
              <a:defRPr sz="3675" b="1" i="0">
                <a:solidFill>
                  <a:srgbClr val="193244"/>
                </a:solidFill>
                <a:latin typeface="Nimbus Mono PS"/>
                <a:ea typeface="Nimbus Mono PS"/>
                <a:cs typeface="Nimbus Mono PS"/>
              </a:defRPr>
            </a:pPr>
            <a:r>
              <a:rPr sz="3675" b="1" i="0">
                <a:solidFill>
                  <a:srgbClr val="193244"/>
                </a:solidFill>
                <a:latin typeface="Nimbus Mono PS"/>
                <a:ea typeface="Nimbus Mono PS"/>
                <a:cs typeface="Nimbus Mono PS"/>
              </a:rPr>
              <a:t>observado.</a:t>
            </a:r>
          </a:p>
        </p:txBody>
      </p:sp>
      <p:sp>
        <p:nvSpPr>
          <p:cNvPr id="16" name="text-14">
            <a:extLst xmlns:a="http://schemas.openxmlformats.org/drawingml/2006/main">
              <a:ext uri="{FF2B5EF4-FFF2-40B4-BE49-F238E27FC236}">
                <a16:creationId xmlns:a16="http://schemas.microsoft.com/office/drawing/2014/main" id="{A88A1F71-3E55-4EEC-BF0F-9E1CE99303C5}"/>
              </a:ext>
            </a:extLst>
          </p:cNvPr>
          <p:cNvSpPr>
            <a:spLocks xmlns:a="http://schemas.openxmlformats.org/drawingml/2006/main" noGrp="1"/>
          </p:cNvSpPr>
          <p:nvPr/>
        </p:nvSpPr>
        <p:spPr>
          <a:xfrm xmlns:a="http://schemas.openxmlformats.org/drawingml/2006/main">
            <a:off x="8782050" y="5629275"/>
            <a:ext cx="5715000" cy="1400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325" b="0" i="0">
                <a:solidFill>
                  <a:srgbClr val="193244"/>
                </a:solidFill>
                <a:latin typeface="Nimbus Sans"/>
                <a:ea typeface="Nimbus Sans"/>
                <a:cs typeface="Nimbus Sans"/>
              </a:defRPr>
            </a:defPPr>
            <a:lvl1pPr>
              <a:defRPr sz="2325" b="0" i="0">
                <a:solidFill>
                  <a:srgbClr val="193244"/>
                </a:solidFill>
                <a:latin typeface="Nimbus Sans"/>
                <a:ea typeface="Nimbus Sans"/>
                <a:cs typeface="Nimbus Sans"/>
              </a:defRPr>
            </a:lvl1pPr>
            <a:lvl2pPr>
              <a:defRPr sz="2325" b="0" i="0">
                <a:solidFill>
                  <a:srgbClr val="193244"/>
                </a:solidFill>
                <a:latin typeface="Nimbus Sans"/>
                <a:ea typeface="Nimbus Sans"/>
                <a:cs typeface="Nimbus Sans"/>
              </a:defRPr>
            </a:lvl2pPr>
            <a:lvl3pPr>
              <a:defRPr sz="2325" b="0" i="0">
                <a:solidFill>
                  <a:srgbClr val="193244"/>
                </a:solidFill>
                <a:latin typeface="Nimbus Sans"/>
                <a:ea typeface="Nimbus Sans"/>
                <a:cs typeface="Nimbus Sans"/>
              </a:defRPr>
            </a:lvl3pPr>
            <a:lvl4pPr>
              <a:defRPr sz="2325" b="0" i="0">
                <a:solidFill>
                  <a:srgbClr val="193244"/>
                </a:solidFill>
                <a:latin typeface="Nimbus Sans"/>
                <a:ea typeface="Nimbus Sans"/>
                <a:cs typeface="Nimbus Sans"/>
              </a:defRPr>
            </a:lvl4pPr>
            <a:lvl5pPr>
              <a:defRPr sz="2325" b="0" i="0">
                <a:solidFill>
                  <a:srgbClr val="193244"/>
                </a:solidFill>
                <a:latin typeface="Nimbus Sans"/>
                <a:ea typeface="Nimbus Sans"/>
                <a:cs typeface="Nimbus Sans"/>
              </a:defRPr>
            </a:lvl5pPr>
            <a:lvl6pPr>
              <a:defRPr sz="2325" b="0" i="0">
                <a:solidFill>
                  <a:srgbClr val="193244"/>
                </a:solidFill>
                <a:latin typeface="Nimbus Sans"/>
                <a:ea typeface="Nimbus Sans"/>
                <a:cs typeface="Nimbus Sans"/>
              </a:defRPr>
            </a:lvl6pPr>
            <a:lvl7pPr>
              <a:defRPr sz="2325" b="0" i="0">
                <a:solidFill>
                  <a:srgbClr val="193244"/>
                </a:solidFill>
                <a:latin typeface="Nimbus Sans"/>
                <a:ea typeface="Nimbus Sans"/>
                <a:cs typeface="Nimbus Sans"/>
              </a:defRPr>
            </a:lvl7pPr>
            <a:lvl8pPr>
              <a:defRPr sz="2325" b="0" i="0">
                <a:solidFill>
                  <a:srgbClr val="193244"/>
                </a:solidFill>
                <a:latin typeface="Nimbus Sans"/>
                <a:ea typeface="Nimbus Sans"/>
                <a:cs typeface="Nimbus Sans"/>
              </a:defRPr>
            </a:lvl8pPr>
            <a:lvl9pPr>
              <a:defRPr sz="2325" b="0" i="0">
                <a:solidFill>
                  <a:srgbClr val="193244"/>
                </a:solidFill>
                <a:latin typeface="Nimbus Sans"/>
                <a:ea typeface="Nimbus Sans"/>
                <a:cs typeface="Nimbus Sans"/>
              </a:defRPr>
            </a:lvl9pPr>
          </a:lstStyle>
          <a:p xmlns:a="http://schemas.openxmlformats.org/drawingml/2006/main">
            <a:pPr>
              <a:defRPr sz="2325" b="0" i="0">
                <a:solidFill>
                  <a:srgbClr val="193244"/>
                </a:solidFill>
                <a:latin typeface="Nimbus Sans"/>
                <a:ea typeface="Nimbus Sans"/>
                <a:cs typeface="Nimbus Sans"/>
              </a:defRPr>
            </a:pPr>
            <a:r>
              <a:rPr sz="2325" b="0" i="0">
                <a:solidFill>
                  <a:srgbClr val="193244"/>
                </a:solidFill>
                <a:latin typeface="Nimbus Sans"/>
                <a:ea typeface="Nimbus Sans"/>
                <a:cs typeface="Nimbus Sans"/>
              </a:rPr>
              <a:t>Aceitar, ajustar ou descartar a proposta.</a:t>
            </a:r>
          </a:p>
          <a:p xmlns:a="http://schemas.openxmlformats.org/drawingml/2006/main">
            <a:pPr>
              <a:defRPr sz="2325" b="0" i="0">
                <a:solidFill>
                  <a:srgbClr val="193244"/>
                </a:solidFill>
                <a:latin typeface="Nimbus Sans"/>
                <a:ea typeface="Nimbus Sans"/>
                <a:cs typeface="Nimbus Sans"/>
              </a:defRPr>
            </a:pPr>
            <a:r>
              <a:rPr sz="2325" b="0" i="0">
                <a:solidFill>
                  <a:srgbClr val="193244"/>
                </a:solidFill>
                <a:latin typeface="Nimbus Sans"/>
                <a:ea typeface="Nimbus Sans"/>
                <a:cs typeface="Nimbus Sans"/>
              </a:rPr>
              <a:t>Solicitar a mudança escolhida.</a:t>
            </a:r>
          </a:p>
          <a:p xmlns:a="http://schemas.openxmlformats.org/drawingml/2006/main">
            <a:pPr>
              <a:defRPr sz="2325" b="0" i="0">
                <a:solidFill>
                  <a:srgbClr val="193244"/>
                </a:solidFill>
                <a:latin typeface="Nimbus Sans"/>
                <a:ea typeface="Nimbus Sans"/>
                <a:cs typeface="Nimbus Sans"/>
              </a:defRPr>
            </a:pPr>
            <a:r>
              <a:rPr sz="2325" b="0" i="0">
                <a:solidFill>
                  <a:srgbClr val="193244"/>
                </a:solidFill>
                <a:latin typeface="Nimbus Sans"/>
                <a:ea typeface="Nimbus Sans"/>
                <a:cs typeface="Nimbus Sans"/>
              </a:rPr>
              <a:t>Observar se ajudou nas próximas tarefas.</a:t>
            </a:r>
          </a:p>
        </p:txBody>
      </p:sp>
      <p:sp>
        <p:nvSpPr>
          <p:cNvPr id="17" name="text-15">
            <a:extLst xmlns:a="http://schemas.openxmlformats.org/drawingml/2006/main">
              <a:ext uri="{FF2B5EF4-FFF2-40B4-BE49-F238E27FC236}">
                <a16:creationId xmlns:a16="http://schemas.microsoft.com/office/drawing/2014/main" id="{A43547C4-4314-4DA7-93EA-09F6C77ACCC2}"/>
              </a:ext>
            </a:extLst>
          </p:cNvPr>
          <p:cNvSpPr>
            <a:spLocks xmlns:a="http://schemas.openxmlformats.org/drawingml/2006/main" noGrp="1"/>
          </p:cNvSpPr>
          <p:nvPr/>
        </p:nvSpPr>
        <p:spPr>
          <a:xfrm xmlns:a="http://schemas.openxmlformats.org/drawingml/2006/main">
            <a:off x="8782050" y="7315200"/>
            <a:ext cx="5762625"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0" i="1">
                <a:solidFill>
                  <a:srgbClr val="B9502E"/>
                </a:solidFill>
                <a:latin typeface="Nimbus Sans"/>
                <a:ea typeface="Nimbus Sans"/>
                <a:cs typeface="Nimbus Sans"/>
              </a:defRPr>
            </a:defPPr>
            <a:lvl1pPr>
              <a:defRPr sz="2025" b="0" i="1">
                <a:solidFill>
                  <a:srgbClr val="B9502E"/>
                </a:solidFill>
                <a:latin typeface="Nimbus Sans"/>
                <a:ea typeface="Nimbus Sans"/>
                <a:cs typeface="Nimbus Sans"/>
              </a:defRPr>
            </a:lvl1pPr>
            <a:lvl2pPr>
              <a:defRPr sz="2025" b="0" i="1">
                <a:solidFill>
                  <a:srgbClr val="B9502E"/>
                </a:solidFill>
                <a:latin typeface="Nimbus Sans"/>
                <a:ea typeface="Nimbus Sans"/>
                <a:cs typeface="Nimbus Sans"/>
              </a:defRPr>
            </a:lvl2pPr>
            <a:lvl3pPr>
              <a:defRPr sz="2025" b="0" i="1">
                <a:solidFill>
                  <a:srgbClr val="B9502E"/>
                </a:solidFill>
                <a:latin typeface="Nimbus Sans"/>
                <a:ea typeface="Nimbus Sans"/>
                <a:cs typeface="Nimbus Sans"/>
              </a:defRPr>
            </a:lvl3pPr>
            <a:lvl4pPr>
              <a:defRPr sz="2025" b="0" i="1">
                <a:solidFill>
                  <a:srgbClr val="B9502E"/>
                </a:solidFill>
                <a:latin typeface="Nimbus Sans"/>
                <a:ea typeface="Nimbus Sans"/>
                <a:cs typeface="Nimbus Sans"/>
              </a:defRPr>
            </a:lvl4pPr>
            <a:lvl5pPr>
              <a:defRPr sz="2025" b="0" i="1">
                <a:solidFill>
                  <a:srgbClr val="B9502E"/>
                </a:solidFill>
                <a:latin typeface="Nimbus Sans"/>
                <a:ea typeface="Nimbus Sans"/>
                <a:cs typeface="Nimbus Sans"/>
              </a:defRPr>
            </a:lvl5pPr>
            <a:lvl6pPr>
              <a:defRPr sz="2025" b="0" i="1">
                <a:solidFill>
                  <a:srgbClr val="B9502E"/>
                </a:solidFill>
                <a:latin typeface="Nimbus Sans"/>
                <a:ea typeface="Nimbus Sans"/>
                <a:cs typeface="Nimbus Sans"/>
              </a:defRPr>
            </a:lvl6pPr>
            <a:lvl7pPr>
              <a:defRPr sz="2025" b="0" i="1">
                <a:solidFill>
                  <a:srgbClr val="B9502E"/>
                </a:solidFill>
                <a:latin typeface="Nimbus Sans"/>
                <a:ea typeface="Nimbus Sans"/>
                <a:cs typeface="Nimbus Sans"/>
              </a:defRPr>
            </a:lvl7pPr>
            <a:lvl8pPr>
              <a:defRPr sz="2025" b="0" i="1">
                <a:solidFill>
                  <a:srgbClr val="B9502E"/>
                </a:solidFill>
                <a:latin typeface="Nimbus Sans"/>
                <a:ea typeface="Nimbus Sans"/>
                <a:cs typeface="Nimbus Sans"/>
              </a:defRPr>
            </a:lvl8pPr>
            <a:lvl9pPr>
              <a:defRPr sz="2025" b="0" i="1">
                <a:solidFill>
                  <a:srgbClr val="B9502E"/>
                </a:solidFill>
                <a:latin typeface="Nimbus Sans"/>
                <a:ea typeface="Nimbus Sans"/>
                <a:cs typeface="Nimbus Sans"/>
              </a:defRPr>
            </a:lvl9pPr>
          </a:lstStyle>
          <a:p xmlns:a="http://schemas.openxmlformats.org/drawingml/2006/main">
            <a:pPr>
              <a:defRPr sz="2025" b="0" i="1">
                <a:solidFill>
                  <a:srgbClr val="B9502E"/>
                </a:solidFill>
                <a:latin typeface="Nimbus Sans"/>
                <a:ea typeface="Nimbus Sans"/>
                <a:cs typeface="Nimbus Sans"/>
              </a:defRPr>
            </a:pPr>
            <a:r>
              <a:rPr sz="2025" b="0" i="1">
                <a:solidFill>
                  <a:srgbClr val="B9502E"/>
                </a:solidFill>
                <a:latin typeface="Nimbus Sans"/>
                <a:ea typeface="Nimbus Sans"/>
                <a:cs typeface="Nimbus Sans"/>
              </a:rPr>
              <a:t>Também vale concluir: não precisamos mudar nada.</a:t>
            </a:r>
          </a:p>
        </p:txBody>
      </p:sp>
    </p:spTree>
    <p:extLst>
      <p:ext uri="{BB962C8B-B14F-4D97-AF65-F5344CB8AC3E}">
        <p14:creationId xmlns:p14="http://schemas.microsoft.com/office/powerpoint/2010/main" val="1393423904"/>
      </p:ext>
    </p:extLst>
  </p:cSld>
</p:sld>
</file>

<file path=ppt/slides/slide17.xml><?xml version="1.0" encoding="utf-8"?>
<p:sld xmlns:p="http://schemas.openxmlformats.org/presentationml/2006/main">
  <p:cSld>
    <p:bg>
      <p:bgPr>
        <a:solidFill xmlns:a="http://schemas.openxmlformats.org/drawingml/2006/main">
          <a:srgbClr val="FCFAF5"/>
        </a:solidFill>
      </p:bgPr>
    </p:bg>
    <p:spTree>
      <p:nvGrpSpPr>
        <p:cNvPr id="1" name=""/>
        <p:cNvGrpSpPr/>
        <p:nvPr/>
      </p:nvGrpSpPr>
      <p:grpSpPr>
        <a:xfrm xmlns:a="http://schemas.openxmlformats.org/drawingml/2006/main"/>
      </p:grpSpPr>
      <p:pic>
        <p:nvPicPr>
          <p:cNvPr id="31" name="">
            <a:extLst xmlns:a="http://schemas.openxmlformats.org/drawingml/2006/main">
              <a:ext uri="{FF2B5EF4-FFF2-40B4-BE49-F238E27FC236}">
                <a16:creationId xmlns:a16="http://schemas.microsoft.com/office/drawing/2014/main" id="{2C6302A9-0846-4A31-BF26-B7ACD6633B5B}"/>
              </a:ext>
            </a:extLst>
          </p:cNvPr>
          <p:cNvPicPr>
            <a:picLocks xmlns:a="http://schemas.openxmlformats.org/drawingml/2006/main" noChangeAspect="1"/>
          </p:cNvPicPr>
          <p:nvPr/>
        </p:nvPicPr>
        <p:blipFill>
          <a:blip xmlns:r="http://schemas.openxmlformats.org/officeDocument/2006/relationships" xmlns:a="http://schemas.openxmlformats.org/drawingml/2006/main" r:embed="Rf0778b12680842b9"/>
          <a:srcRect xmlns:a="http://schemas.openxmlformats.org/drawingml/2006/main" l="0" t="27" r="0" b="27"/>
          <a:stretch xmlns:a="http://schemas.openxmlformats.org/drawingml/2006/main">
            <a:fillRect l="0" t="0" r="0" b="0"/>
          </a:stretch>
        </p:blipFill>
        <p:spPr>
          <a:xfrm xmlns:a="http://schemas.openxmlformats.org/drawingml/2006/main">
            <a:off x="0" y="0"/>
            <a:ext cx="15240000" cy="8572500"/>
          </a:xfrm>
          <a:prstGeom xmlns:a="http://schemas.openxmlformats.org/drawingml/2006/main" prst="rect">
            <a:avLst/>
          </a:prstGeom>
        </p:spPr>
      </p:pic>
      <p:sp>
        <p:nvSpPr>
          <p:cNvPr id="2" name="text-0">
            <a:extLst xmlns:a="http://schemas.openxmlformats.org/drawingml/2006/main">
              <a:ext uri="{FF2B5EF4-FFF2-40B4-BE49-F238E27FC236}">
                <a16:creationId xmlns:a16="http://schemas.microsoft.com/office/drawing/2014/main" id="{59B9A1FA-E256-4996-BBC1-CABAA5902ACD}"/>
              </a:ext>
            </a:extLst>
          </p:cNvPr>
          <p:cNvSpPr>
            <a:spLocks xmlns:a="http://schemas.openxmlformats.org/drawingml/2006/main" noGrp="1"/>
          </p:cNvSpPr>
          <p:nvPr/>
        </p:nvSpPr>
        <p:spPr>
          <a:xfrm xmlns:a="http://schemas.openxmlformats.org/drawingml/2006/main">
            <a:off x="723900" y="523875"/>
            <a:ext cx="137922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75" b="1" i="0">
                <a:solidFill>
                  <a:srgbClr val="193244"/>
                </a:solidFill>
                <a:latin typeface="Nimbus Mono PS"/>
                <a:ea typeface="Nimbus Mono PS"/>
                <a:cs typeface="Nimbus Mono PS"/>
              </a:defRPr>
            </a:defPPr>
            <a:lvl1pPr>
              <a:defRPr sz="3375" b="1" i="0">
                <a:solidFill>
                  <a:srgbClr val="193244"/>
                </a:solidFill>
                <a:latin typeface="Nimbus Mono PS"/>
                <a:ea typeface="Nimbus Mono PS"/>
                <a:cs typeface="Nimbus Mono PS"/>
              </a:defRPr>
            </a:lvl1pPr>
            <a:lvl2pPr>
              <a:defRPr sz="3375" b="1" i="0">
                <a:solidFill>
                  <a:srgbClr val="193244"/>
                </a:solidFill>
                <a:latin typeface="Nimbus Mono PS"/>
                <a:ea typeface="Nimbus Mono PS"/>
                <a:cs typeface="Nimbus Mono PS"/>
              </a:defRPr>
            </a:lvl2pPr>
            <a:lvl3pPr>
              <a:defRPr sz="3375" b="1" i="0">
                <a:solidFill>
                  <a:srgbClr val="193244"/>
                </a:solidFill>
                <a:latin typeface="Nimbus Mono PS"/>
                <a:ea typeface="Nimbus Mono PS"/>
                <a:cs typeface="Nimbus Mono PS"/>
              </a:defRPr>
            </a:lvl3pPr>
            <a:lvl4pPr>
              <a:defRPr sz="3375" b="1" i="0">
                <a:solidFill>
                  <a:srgbClr val="193244"/>
                </a:solidFill>
                <a:latin typeface="Nimbus Mono PS"/>
                <a:ea typeface="Nimbus Mono PS"/>
                <a:cs typeface="Nimbus Mono PS"/>
              </a:defRPr>
            </a:lvl4pPr>
            <a:lvl5pPr>
              <a:defRPr sz="3375" b="1" i="0">
                <a:solidFill>
                  <a:srgbClr val="193244"/>
                </a:solidFill>
                <a:latin typeface="Nimbus Mono PS"/>
                <a:ea typeface="Nimbus Mono PS"/>
                <a:cs typeface="Nimbus Mono PS"/>
              </a:defRPr>
            </a:lvl5pPr>
            <a:lvl6pPr>
              <a:defRPr sz="3375" b="1" i="0">
                <a:solidFill>
                  <a:srgbClr val="193244"/>
                </a:solidFill>
                <a:latin typeface="Nimbus Mono PS"/>
                <a:ea typeface="Nimbus Mono PS"/>
                <a:cs typeface="Nimbus Mono PS"/>
              </a:defRPr>
            </a:lvl6pPr>
            <a:lvl7pPr>
              <a:defRPr sz="3375" b="1" i="0">
                <a:solidFill>
                  <a:srgbClr val="193244"/>
                </a:solidFill>
                <a:latin typeface="Nimbus Mono PS"/>
                <a:ea typeface="Nimbus Mono PS"/>
                <a:cs typeface="Nimbus Mono PS"/>
              </a:defRPr>
            </a:lvl7pPr>
            <a:lvl8pPr>
              <a:defRPr sz="3375" b="1" i="0">
                <a:solidFill>
                  <a:srgbClr val="193244"/>
                </a:solidFill>
                <a:latin typeface="Nimbus Mono PS"/>
                <a:ea typeface="Nimbus Mono PS"/>
                <a:cs typeface="Nimbus Mono PS"/>
              </a:defRPr>
            </a:lvl8pPr>
            <a:lvl9pPr>
              <a:defRPr sz="3375" b="1" i="0">
                <a:solidFill>
                  <a:srgbClr val="193244"/>
                </a:solidFill>
                <a:latin typeface="Nimbus Mono PS"/>
                <a:ea typeface="Nimbus Mono PS"/>
                <a:cs typeface="Nimbus Mono PS"/>
              </a:defRPr>
            </a:lvl9pPr>
          </a:lstStyle>
          <a:p xmlns:a="http://schemas.openxmlformats.org/drawingml/2006/main">
            <a:pPr>
              <a:defRPr sz="3375" b="1" i="0">
                <a:solidFill>
                  <a:srgbClr val="193244"/>
                </a:solidFill>
                <a:latin typeface="Nimbus Mono PS"/>
                <a:ea typeface="Nimbus Mono PS"/>
                <a:cs typeface="Nimbus Mono PS"/>
              </a:defRPr>
            </a:pPr>
            <a:r>
              <a:rPr sz="3375" b="1" i="0">
                <a:solidFill>
                  <a:srgbClr val="193244"/>
                </a:solidFill>
                <a:latin typeface="Nimbus Mono PS"/>
                <a:ea typeface="Nimbus Mono PS"/>
                <a:cs typeface="Nimbus Mono PS"/>
              </a:rPr>
              <a:t>Referências e influências</a:t>
            </a:r>
          </a:p>
        </p:txBody>
      </p:sp>
      <p:sp>
        <p:nvSpPr>
          <p:cNvPr id="3" name="text-1">
            <a:extLst xmlns:a="http://schemas.openxmlformats.org/drawingml/2006/main">
              <a:ext uri="{FF2B5EF4-FFF2-40B4-BE49-F238E27FC236}">
                <a16:creationId xmlns:a16="http://schemas.microsoft.com/office/drawing/2014/main" id="{8AC5A151-66FA-481A-9249-888EB4F54583}"/>
              </a:ext>
            </a:extLst>
          </p:cNvPr>
          <p:cNvSpPr>
            <a:spLocks xmlns:a="http://schemas.openxmlformats.org/drawingml/2006/main" noGrp="1"/>
          </p:cNvSpPr>
          <p:nvPr/>
        </p:nvSpPr>
        <p:spPr>
          <a:xfrm xmlns:a="http://schemas.openxmlformats.org/drawingml/2006/main">
            <a:off x="742950" y="1428750"/>
            <a:ext cx="13620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0" i="0">
                <a:solidFill>
                  <a:srgbClr val="54656D"/>
                </a:solidFill>
                <a:latin typeface="Nimbus Sans"/>
                <a:ea typeface="Nimbus Sans"/>
                <a:cs typeface="Nimbus Sans"/>
              </a:defRPr>
            </a:defPPr>
            <a:lvl1pPr>
              <a:defRPr sz="2025" b="0" i="0">
                <a:solidFill>
                  <a:srgbClr val="54656D"/>
                </a:solidFill>
                <a:latin typeface="Nimbus Sans"/>
                <a:ea typeface="Nimbus Sans"/>
                <a:cs typeface="Nimbus Sans"/>
              </a:defRPr>
            </a:lvl1pPr>
            <a:lvl2pPr>
              <a:defRPr sz="2025" b="0" i="0">
                <a:solidFill>
                  <a:srgbClr val="54656D"/>
                </a:solidFill>
                <a:latin typeface="Nimbus Sans"/>
                <a:ea typeface="Nimbus Sans"/>
                <a:cs typeface="Nimbus Sans"/>
              </a:defRPr>
            </a:lvl2pPr>
            <a:lvl3pPr>
              <a:defRPr sz="2025" b="0" i="0">
                <a:solidFill>
                  <a:srgbClr val="54656D"/>
                </a:solidFill>
                <a:latin typeface="Nimbus Sans"/>
                <a:ea typeface="Nimbus Sans"/>
                <a:cs typeface="Nimbus Sans"/>
              </a:defRPr>
            </a:lvl3pPr>
            <a:lvl4pPr>
              <a:defRPr sz="2025" b="0" i="0">
                <a:solidFill>
                  <a:srgbClr val="54656D"/>
                </a:solidFill>
                <a:latin typeface="Nimbus Sans"/>
                <a:ea typeface="Nimbus Sans"/>
                <a:cs typeface="Nimbus Sans"/>
              </a:defRPr>
            </a:lvl4pPr>
            <a:lvl5pPr>
              <a:defRPr sz="2025" b="0" i="0">
                <a:solidFill>
                  <a:srgbClr val="54656D"/>
                </a:solidFill>
                <a:latin typeface="Nimbus Sans"/>
                <a:ea typeface="Nimbus Sans"/>
                <a:cs typeface="Nimbus Sans"/>
              </a:defRPr>
            </a:lvl5pPr>
            <a:lvl6pPr>
              <a:defRPr sz="2025" b="0" i="0">
                <a:solidFill>
                  <a:srgbClr val="54656D"/>
                </a:solidFill>
                <a:latin typeface="Nimbus Sans"/>
                <a:ea typeface="Nimbus Sans"/>
                <a:cs typeface="Nimbus Sans"/>
              </a:defRPr>
            </a:lvl6pPr>
            <a:lvl7pPr>
              <a:defRPr sz="2025" b="0" i="0">
                <a:solidFill>
                  <a:srgbClr val="54656D"/>
                </a:solidFill>
                <a:latin typeface="Nimbus Sans"/>
                <a:ea typeface="Nimbus Sans"/>
                <a:cs typeface="Nimbus Sans"/>
              </a:defRPr>
            </a:lvl7pPr>
            <a:lvl8pPr>
              <a:defRPr sz="2025" b="0" i="0">
                <a:solidFill>
                  <a:srgbClr val="54656D"/>
                </a:solidFill>
                <a:latin typeface="Nimbus Sans"/>
                <a:ea typeface="Nimbus Sans"/>
                <a:cs typeface="Nimbus Sans"/>
              </a:defRPr>
            </a:lvl8pPr>
            <a:lvl9pPr>
              <a:defRPr sz="2025" b="0" i="0">
                <a:solidFill>
                  <a:srgbClr val="54656D"/>
                </a:solidFill>
                <a:latin typeface="Nimbus Sans"/>
                <a:ea typeface="Nimbus Sans"/>
                <a:cs typeface="Nimbus Sans"/>
              </a:defRPr>
            </a:lvl9pPr>
          </a:lstStyle>
          <a:p xmlns:a="http://schemas.openxmlformats.org/drawingml/2006/main">
            <a:pPr>
              <a:defRPr sz="2025" b="0" i="0">
                <a:solidFill>
                  <a:srgbClr val="54656D"/>
                </a:solidFill>
                <a:latin typeface="Nimbus Sans"/>
                <a:ea typeface="Nimbus Sans"/>
                <a:cs typeface="Nimbus Sans"/>
              </a:defRPr>
            </a:pPr>
            <a:r>
              <a:rPr sz="2025" b="0" i="0">
                <a:solidFill>
                  <a:srgbClr val="54656D"/>
                </a:solidFill>
                <a:latin typeface="Nimbus Sans"/>
                <a:ea typeface="Nimbus Sans"/>
                <a:cs typeface="Nimbus Sans"/>
              </a:rPr>
              <a:t>Fontes registradas no README e no RATIONALE do SDD-Fast. Títulos abaixo têm links.</a:t>
            </a:r>
          </a:p>
        </p:txBody>
      </p:sp>
      <p:sp>
        <p:nvSpPr>
          <p:cNvPr id="4" name="text-2">
            <a:extLst xmlns:a="http://schemas.openxmlformats.org/drawingml/2006/main">
              <a:ext uri="{FF2B5EF4-FFF2-40B4-BE49-F238E27FC236}">
                <a16:creationId xmlns:a16="http://schemas.microsoft.com/office/drawing/2014/main" id="{A784EF58-48E9-4FEA-AB63-92671CABC7D3}"/>
              </a:ext>
            </a:extLst>
          </p:cNvPr>
          <p:cNvSpPr>
            <a:spLocks xmlns:a="http://schemas.openxmlformats.org/drawingml/2006/main" noGrp="1"/>
          </p:cNvSpPr>
          <p:nvPr/>
        </p:nvSpPr>
        <p:spPr>
          <a:xfrm xmlns:a="http://schemas.openxmlformats.org/drawingml/2006/main">
            <a:off x="742950" y="8096250"/>
            <a:ext cx="12573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00" b="0" i="0">
                <a:solidFill>
                  <a:srgbClr val="54656D"/>
                </a:solidFill>
                <a:latin typeface="Nimbus Mono PS"/>
                <a:ea typeface="Nimbus Mono PS"/>
                <a:cs typeface="Nimbus Mono PS"/>
              </a:defRPr>
            </a:defPPr>
            <a:lvl1pPr>
              <a:defRPr sz="1200" b="0" i="0">
                <a:solidFill>
                  <a:srgbClr val="54656D"/>
                </a:solidFill>
                <a:latin typeface="Nimbus Mono PS"/>
                <a:ea typeface="Nimbus Mono PS"/>
                <a:cs typeface="Nimbus Mono PS"/>
              </a:defRPr>
            </a:lvl1pPr>
            <a:lvl2pPr>
              <a:defRPr sz="1200" b="0" i="0">
                <a:solidFill>
                  <a:srgbClr val="54656D"/>
                </a:solidFill>
                <a:latin typeface="Nimbus Mono PS"/>
                <a:ea typeface="Nimbus Mono PS"/>
                <a:cs typeface="Nimbus Mono PS"/>
              </a:defRPr>
            </a:lvl2pPr>
            <a:lvl3pPr>
              <a:defRPr sz="1200" b="0" i="0">
                <a:solidFill>
                  <a:srgbClr val="54656D"/>
                </a:solidFill>
                <a:latin typeface="Nimbus Mono PS"/>
                <a:ea typeface="Nimbus Mono PS"/>
                <a:cs typeface="Nimbus Mono PS"/>
              </a:defRPr>
            </a:lvl3pPr>
            <a:lvl4pPr>
              <a:defRPr sz="1200" b="0" i="0">
                <a:solidFill>
                  <a:srgbClr val="54656D"/>
                </a:solidFill>
                <a:latin typeface="Nimbus Mono PS"/>
                <a:ea typeface="Nimbus Mono PS"/>
                <a:cs typeface="Nimbus Mono PS"/>
              </a:defRPr>
            </a:lvl4pPr>
            <a:lvl5pPr>
              <a:defRPr sz="1200" b="0" i="0">
                <a:solidFill>
                  <a:srgbClr val="54656D"/>
                </a:solidFill>
                <a:latin typeface="Nimbus Mono PS"/>
                <a:ea typeface="Nimbus Mono PS"/>
                <a:cs typeface="Nimbus Mono PS"/>
              </a:defRPr>
            </a:lvl5pPr>
            <a:lvl6pPr>
              <a:defRPr sz="1200" b="0" i="0">
                <a:solidFill>
                  <a:srgbClr val="54656D"/>
                </a:solidFill>
                <a:latin typeface="Nimbus Mono PS"/>
                <a:ea typeface="Nimbus Mono PS"/>
                <a:cs typeface="Nimbus Mono PS"/>
              </a:defRPr>
            </a:lvl6pPr>
            <a:lvl7pPr>
              <a:defRPr sz="1200" b="0" i="0">
                <a:solidFill>
                  <a:srgbClr val="54656D"/>
                </a:solidFill>
                <a:latin typeface="Nimbus Mono PS"/>
                <a:ea typeface="Nimbus Mono PS"/>
                <a:cs typeface="Nimbus Mono PS"/>
              </a:defRPr>
            </a:lvl7pPr>
            <a:lvl8pPr>
              <a:defRPr sz="1200" b="0" i="0">
                <a:solidFill>
                  <a:srgbClr val="54656D"/>
                </a:solidFill>
                <a:latin typeface="Nimbus Mono PS"/>
                <a:ea typeface="Nimbus Mono PS"/>
                <a:cs typeface="Nimbus Mono PS"/>
              </a:defRPr>
            </a:lvl8pPr>
            <a:lvl9pPr>
              <a:defRPr sz="1200" b="0" i="0">
                <a:solidFill>
                  <a:srgbClr val="54656D"/>
                </a:solidFill>
                <a:latin typeface="Nimbus Mono PS"/>
                <a:ea typeface="Nimbus Mono PS"/>
                <a:cs typeface="Nimbus Mono PS"/>
              </a:defRPr>
            </a:lvl9pPr>
          </a:lstStyle>
          <a:p xmlns:a="http://schemas.openxmlformats.org/drawingml/2006/main">
            <a:pPr>
              <a:defRPr sz="1200" b="0" i="0">
                <a:solidFill>
                  <a:srgbClr val="54656D"/>
                </a:solidFill>
                <a:latin typeface="Nimbus Mono PS"/>
                <a:ea typeface="Nimbus Mono PS"/>
                <a:cs typeface="Nimbus Mono PS"/>
              </a:defRPr>
            </a:pPr>
            <a:r>
              <a:rPr sz="1200" b="0" i="0">
                <a:solidFill>
                  <a:srgbClr val="54656D"/>
                </a:solidFill>
                <a:latin typeface="Nimbus Mono PS"/>
                <a:ea typeface="Nimbus Mono PS"/>
                <a:cs typeface="Nimbus Mono PS"/>
              </a:rPr>
              <a:t>REFERÊNCIAS</a:t>
            </a:r>
          </a:p>
        </p:txBody>
      </p:sp>
      <p:sp>
        <p:nvSpPr>
          <p:cNvPr id="5" name="text-3">
            <a:extLst xmlns:a="http://schemas.openxmlformats.org/drawingml/2006/main">
              <a:ext uri="{FF2B5EF4-FFF2-40B4-BE49-F238E27FC236}">
                <a16:creationId xmlns:a16="http://schemas.microsoft.com/office/drawing/2014/main" id="{B5C730E8-9F90-47D9-BE6E-03BBE3AE3974}"/>
              </a:ext>
            </a:extLst>
          </p:cNvPr>
          <p:cNvSpPr>
            <a:spLocks xmlns:a="http://schemas.openxmlformats.org/drawingml/2006/main" noGrp="1"/>
          </p:cNvSpPr>
          <p:nvPr/>
        </p:nvSpPr>
        <p:spPr>
          <a:xfrm xmlns:a="http://schemas.openxmlformats.org/drawingml/2006/main">
            <a:off x="13944600" y="8048625"/>
            <a:ext cx="609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1" i="0">
                <a:solidFill>
                  <a:srgbClr val="B9502E"/>
                </a:solidFill>
                <a:latin typeface="Nimbus Mono PS"/>
                <a:ea typeface="Nimbus Mono PS"/>
                <a:cs typeface="Nimbus Mono PS"/>
              </a:defRPr>
            </a:defPPr>
            <a:lvl1pPr>
              <a:defRPr sz="1800" b="1" i="0">
                <a:solidFill>
                  <a:srgbClr val="B9502E"/>
                </a:solidFill>
                <a:latin typeface="Nimbus Mono PS"/>
                <a:ea typeface="Nimbus Mono PS"/>
                <a:cs typeface="Nimbus Mono PS"/>
              </a:defRPr>
            </a:lvl1pPr>
            <a:lvl2pPr>
              <a:defRPr sz="1800" b="1" i="0">
                <a:solidFill>
                  <a:srgbClr val="B9502E"/>
                </a:solidFill>
                <a:latin typeface="Nimbus Mono PS"/>
                <a:ea typeface="Nimbus Mono PS"/>
                <a:cs typeface="Nimbus Mono PS"/>
              </a:defRPr>
            </a:lvl2pPr>
            <a:lvl3pPr>
              <a:defRPr sz="1800" b="1" i="0">
                <a:solidFill>
                  <a:srgbClr val="B9502E"/>
                </a:solidFill>
                <a:latin typeface="Nimbus Mono PS"/>
                <a:ea typeface="Nimbus Mono PS"/>
                <a:cs typeface="Nimbus Mono PS"/>
              </a:defRPr>
            </a:lvl3pPr>
            <a:lvl4pPr>
              <a:defRPr sz="1800" b="1" i="0">
                <a:solidFill>
                  <a:srgbClr val="B9502E"/>
                </a:solidFill>
                <a:latin typeface="Nimbus Mono PS"/>
                <a:ea typeface="Nimbus Mono PS"/>
                <a:cs typeface="Nimbus Mono PS"/>
              </a:defRPr>
            </a:lvl4pPr>
            <a:lvl5pPr>
              <a:defRPr sz="1800" b="1" i="0">
                <a:solidFill>
                  <a:srgbClr val="B9502E"/>
                </a:solidFill>
                <a:latin typeface="Nimbus Mono PS"/>
                <a:ea typeface="Nimbus Mono PS"/>
                <a:cs typeface="Nimbus Mono PS"/>
              </a:defRPr>
            </a:lvl5pPr>
            <a:lvl6pPr>
              <a:defRPr sz="1800" b="1" i="0">
                <a:solidFill>
                  <a:srgbClr val="B9502E"/>
                </a:solidFill>
                <a:latin typeface="Nimbus Mono PS"/>
                <a:ea typeface="Nimbus Mono PS"/>
                <a:cs typeface="Nimbus Mono PS"/>
              </a:defRPr>
            </a:lvl6pPr>
            <a:lvl7pPr>
              <a:defRPr sz="1800" b="1" i="0">
                <a:solidFill>
                  <a:srgbClr val="B9502E"/>
                </a:solidFill>
                <a:latin typeface="Nimbus Mono PS"/>
                <a:ea typeface="Nimbus Mono PS"/>
                <a:cs typeface="Nimbus Mono PS"/>
              </a:defRPr>
            </a:lvl7pPr>
            <a:lvl8pPr>
              <a:defRPr sz="1800" b="1" i="0">
                <a:solidFill>
                  <a:srgbClr val="B9502E"/>
                </a:solidFill>
                <a:latin typeface="Nimbus Mono PS"/>
                <a:ea typeface="Nimbus Mono PS"/>
                <a:cs typeface="Nimbus Mono PS"/>
              </a:defRPr>
            </a:lvl8pPr>
            <a:lvl9pPr>
              <a:defRPr sz="1800" b="1" i="0">
                <a:solidFill>
                  <a:srgbClr val="B9502E"/>
                </a:solidFill>
                <a:latin typeface="Nimbus Mono PS"/>
                <a:ea typeface="Nimbus Mono PS"/>
                <a:cs typeface="Nimbus Mono PS"/>
              </a:defRPr>
            </a:lvl9pPr>
          </a:lstStyle>
          <a:p xmlns:a="http://schemas.openxmlformats.org/drawingml/2006/main">
            <a:pPr>
              <a:defRPr sz="1800" b="1" i="0">
                <a:solidFill>
                  <a:srgbClr val="B9502E"/>
                </a:solidFill>
                <a:latin typeface="Nimbus Mono PS"/>
                <a:ea typeface="Nimbus Mono PS"/>
                <a:cs typeface="Nimbus Mono PS"/>
              </a:defRPr>
            </a:pPr>
            <a:r>
              <a:rPr sz="1800" b="1" i="0">
                <a:solidFill>
                  <a:srgbClr val="B9502E"/>
                </a:solidFill>
                <a:latin typeface="Nimbus Mono PS"/>
                <a:ea typeface="Nimbus Mono PS"/>
                <a:cs typeface="Nimbus Mono PS"/>
              </a:rPr>
              <a:t>17</a:t>
            </a:r>
          </a:p>
        </p:txBody>
      </p:sp>
      <p:sp>
        <p:nvSpPr>
          <p:cNvPr id="6" name="text-4">
            <a:extLst xmlns:a="http://schemas.openxmlformats.org/drawingml/2006/main">
              <a:ext uri="{FF2B5EF4-FFF2-40B4-BE49-F238E27FC236}">
                <a16:creationId xmlns:a16="http://schemas.microsoft.com/office/drawing/2014/main" id="{886485F5-9E46-4671-A13E-625BA13F2FD0}"/>
              </a:ext>
            </a:extLst>
          </p:cNvPr>
          <p:cNvSpPr>
            <a:spLocks xmlns:a="http://schemas.openxmlformats.org/drawingml/2006/main" noGrp="1"/>
          </p:cNvSpPr>
          <p:nvPr/>
        </p:nvSpPr>
        <p:spPr>
          <a:xfrm xmlns:a="http://schemas.openxmlformats.org/drawingml/2006/main">
            <a:off x="781050" y="2209800"/>
            <a:ext cx="6191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1" i="0">
                <a:solidFill>
                  <a:srgbClr val="2C617B"/>
                </a:solidFill>
                <a:latin typeface="Nimbus Mono PS"/>
                <a:ea typeface="Nimbus Mono PS"/>
                <a:cs typeface="Nimbus Mono PS"/>
              </a:defRPr>
            </a:defPPr>
            <a:lvl1pPr>
              <a:defRPr sz="2025" b="1" i="0">
                <a:solidFill>
                  <a:srgbClr val="2C617B"/>
                </a:solidFill>
                <a:latin typeface="Nimbus Mono PS"/>
                <a:ea typeface="Nimbus Mono PS"/>
                <a:cs typeface="Nimbus Mono PS"/>
              </a:defRPr>
            </a:lvl1pPr>
            <a:lvl2pPr>
              <a:defRPr sz="2025" b="1" i="0">
                <a:solidFill>
                  <a:srgbClr val="2C617B"/>
                </a:solidFill>
                <a:latin typeface="Nimbus Mono PS"/>
                <a:ea typeface="Nimbus Mono PS"/>
                <a:cs typeface="Nimbus Mono PS"/>
              </a:defRPr>
            </a:lvl2pPr>
            <a:lvl3pPr>
              <a:defRPr sz="2025" b="1" i="0">
                <a:solidFill>
                  <a:srgbClr val="2C617B"/>
                </a:solidFill>
                <a:latin typeface="Nimbus Mono PS"/>
                <a:ea typeface="Nimbus Mono PS"/>
                <a:cs typeface="Nimbus Mono PS"/>
              </a:defRPr>
            </a:lvl3pPr>
            <a:lvl4pPr>
              <a:defRPr sz="2025" b="1" i="0">
                <a:solidFill>
                  <a:srgbClr val="2C617B"/>
                </a:solidFill>
                <a:latin typeface="Nimbus Mono PS"/>
                <a:ea typeface="Nimbus Mono PS"/>
                <a:cs typeface="Nimbus Mono PS"/>
              </a:defRPr>
            </a:lvl4pPr>
            <a:lvl5pPr>
              <a:defRPr sz="2025" b="1" i="0">
                <a:solidFill>
                  <a:srgbClr val="2C617B"/>
                </a:solidFill>
                <a:latin typeface="Nimbus Mono PS"/>
                <a:ea typeface="Nimbus Mono PS"/>
                <a:cs typeface="Nimbus Mono PS"/>
              </a:defRPr>
            </a:lvl5pPr>
            <a:lvl6pPr>
              <a:defRPr sz="2025" b="1" i="0">
                <a:solidFill>
                  <a:srgbClr val="2C617B"/>
                </a:solidFill>
                <a:latin typeface="Nimbus Mono PS"/>
                <a:ea typeface="Nimbus Mono PS"/>
                <a:cs typeface="Nimbus Mono PS"/>
              </a:defRPr>
            </a:lvl6pPr>
            <a:lvl7pPr>
              <a:defRPr sz="2025" b="1" i="0">
                <a:solidFill>
                  <a:srgbClr val="2C617B"/>
                </a:solidFill>
                <a:latin typeface="Nimbus Mono PS"/>
                <a:ea typeface="Nimbus Mono PS"/>
                <a:cs typeface="Nimbus Mono PS"/>
              </a:defRPr>
            </a:lvl7pPr>
            <a:lvl8pPr>
              <a:defRPr sz="2025" b="1" i="0">
                <a:solidFill>
                  <a:srgbClr val="2C617B"/>
                </a:solidFill>
                <a:latin typeface="Nimbus Mono PS"/>
                <a:ea typeface="Nimbus Mono PS"/>
                <a:cs typeface="Nimbus Mono PS"/>
              </a:defRPr>
            </a:lvl8pPr>
            <a:lvl9pPr>
              <a:defRPr sz="2025" b="1" i="0">
                <a:solidFill>
                  <a:srgbClr val="2C617B"/>
                </a:solidFill>
                <a:latin typeface="Nimbus Mono PS"/>
                <a:ea typeface="Nimbus Mono PS"/>
                <a:cs typeface="Nimbus Mono PS"/>
              </a:defRPr>
            </a:lvl9pPr>
          </a:lstStyle>
          <a:p xmlns:a="http://schemas.openxmlformats.org/drawingml/2006/main">
            <a:pPr>
              <a:defRPr sz="2025" b="1" i="0">
                <a:solidFill>
                  <a:srgbClr val="2C617B"/>
                </a:solidFill>
                <a:latin typeface="Nimbus Mono PS"/>
                <a:ea typeface="Nimbus Mono PS"/>
                <a:cs typeface="Nimbus Mono PS"/>
              </a:defRPr>
            </a:pPr>
            <a:r>
              <a:rPr sz="2025" b="1" i="0">
                <a:solidFill>
                  <a:srgbClr val="2C617B"/>
                </a:solidFill>
                <a:latin typeface="Nimbus Mono PS"/>
                <a:ea typeface="Nimbus Mono PS"/>
                <a:cs typeface="Nimbus Mono PS"/>
                <a:hlinkClick xmlns:r="http://schemas.openxmlformats.org/officeDocument/2006/relationships" r:id="R739bd966b89440a0"/>
              </a:rPr>
              <a:t>SDD-Fast</a:t>
            </a:r>
          </a:p>
        </p:txBody>
      </p:sp>
      <p:sp>
        <p:nvSpPr>
          <p:cNvPr id="7" name="text-5">
            <a:extLst xmlns:a="http://schemas.openxmlformats.org/drawingml/2006/main">
              <a:ext uri="{FF2B5EF4-FFF2-40B4-BE49-F238E27FC236}">
                <a16:creationId xmlns:a16="http://schemas.microsoft.com/office/drawing/2014/main" id="{B0400103-D8E5-4AA5-96E3-8C42BB2082A7}"/>
              </a:ext>
            </a:extLst>
          </p:cNvPr>
          <p:cNvSpPr>
            <a:spLocks xmlns:a="http://schemas.openxmlformats.org/drawingml/2006/main" noGrp="1"/>
          </p:cNvSpPr>
          <p:nvPr/>
        </p:nvSpPr>
        <p:spPr>
          <a:xfrm xmlns:a="http://schemas.openxmlformats.org/drawingml/2006/main">
            <a:off x="781050" y="2581275"/>
            <a:ext cx="61912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0" i="0">
                <a:solidFill>
                  <a:srgbClr val="193244"/>
                </a:solidFill>
                <a:latin typeface="Nimbus Sans"/>
                <a:ea typeface="Nimbus Sans"/>
                <a:cs typeface="Nimbus Sans"/>
              </a:defRPr>
            </a:defPPr>
            <a:lvl1pPr>
              <a:defRPr sz="1800" b="0" i="0">
                <a:solidFill>
                  <a:srgbClr val="193244"/>
                </a:solidFill>
                <a:latin typeface="Nimbus Sans"/>
                <a:ea typeface="Nimbus Sans"/>
                <a:cs typeface="Nimbus Sans"/>
              </a:defRPr>
            </a:lvl1pPr>
            <a:lvl2pPr>
              <a:defRPr sz="1800" b="0" i="0">
                <a:solidFill>
                  <a:srgbClr val="193244"/>
                </a:solidFill>
                <a:latin typeface="Nimbus Sans"/>
                <a:ea typeface="Nimbus Sans"/>
                <a:cs typeface="Nimbus Sans"/>
              </a:defRPr>
            </a:lvl2pPr>
            <a:lvl3pPr>
              <a:defRPr sz="1800" b="0" i="0">
                <a:solidFill>
                  <a:srgbClr val="193244"/>
                </a:solidFill>
                <a:latin typeface="Nimbus Sans"/>
                <a:ea typeface="Nimbus Sans"/>
                <a:cs typeface="Nimbus Sans"/>
              </a:defRPr>
            </a:lvl3pPr>
            <a:lvl4pPr>
              <a:defRPr sz="1800" b="0" i="0">
                <a:solidFill>
                  <a:srgbClr val="193244"/>
                </a:solidFill>
                <a:latin typeface="Nimbus Sans"/>
                <a:ea typeface="Nimbus Sans"/>
                <a:cs typeface="Nimbus Sans"/>
              </a:defRPr>
            </a:lvl4pPr>
            <a:lvl5pPr>
              <a:defRPr sz="1800" b="0" i="0">
                <a:solidFill>
                  <a:srgbClr val="193244"/>
                </a:solidFill>
                <a:latin typeface="Nimbus Sans"/>
                <a:ea typeface="Nimbus Sans"/>
                <a:cs typeface="Nimbus Sans"/>
              </a:defRPr>
            </a:lvl5pPr>
            <a:lvl6pPr>
              <a:defRPr sz="1800" b="0" i="0">
                <a:solidFill>
                  <a:srgbClr val="193244"/>
                </a:solidFill>
                <a:latin typeface="Nimbus Sans"/>
                <a:ea typeface="Nimbus Sans"/>
                <a:cs typeface="Nimbus Sans"/>
              </a:defRPr>
            </a:lvl6pPr>
            <a:lvl7pPr>
              <a:defRPr sz="1800" b="0" i="0">
                <a:solidFill>
                  <a:srgbClr val="193244"/>
                </a:solidFill>
                <a:latin typeface="Nimbus Sans"/>
                <a:ea typeface="Nimbus Sans"/>
                <a:cs typeface="Nimbus Sans"/>
              </a:defRPr>
            </a:lvl7pPr>
            <a:lvl8pPr>
              <a:defRPr sz="1800" b="0" i="0">
                <a:solidFill>
                  <a:srgbClr val="193244"/>
                </a:solidFill>
                <a:latin typeface="Nimbus Sans"/>
                <a:ea typeface="Nimbus Sans"/>
                <a:cs typeface="Nimbus Sans"/>
              </a:defRPr>
            </a:lvl8pPr>
            <a:lvl9pPr>
              <a:defRPr sz="1800" b="0" i="0">
                <a:solidFill>
                  <a:srgbClr val="193244"/>
                </a:solidFill>
                <a:latin typeface="Nimbus Sans"/>
                <a:ea typeface="Nimbus Sans"/>
                <a:cs typeface="Nimbus Sans"/>
              </a:defRPr>
            </a:lvl9pPr>
          </a:lstStyle>
          <a:p xmlns:a="http://schemas.openxmlformats.org/drawingml/2006/main">
            <a:pPr>
              <a:defRPr sz="1800" b="0" i="0">
                <a:solidFill>
                  <a:srgbClr val="193244"/>
                </a:solidFill>
                <a:latin typeface="Nimbus Sans"/>
                <a:ea typeface="Nimbus Sans"/>
                <a:cs typeface="Nimbus Sans"/>
              </a:defRPr>
            </a:pPr>
            <a:r>
              <a:rPr sz="1800" b="0" i="0">
                <a:solidFill>
                  <a:srgbClr val="193244"/>
                </a:solidFill>
                <a:latin typeface="Nimbus Sans"/>
                <a:ea typeface="Nimbus Sans"/>
                <a:cs typeface="Nimbus Sans"/>
              </a:rPr>
              <a:t>README e RATIONALE: método e decisões</a:t>
            </a:r>
          </a:p>
        </p:txBody>
      </p:sp>
      <p:sp>
        <p:nvSpPr>
          <p:cNvPr id="8" name="text-6">
            <a:extLst xmlns:a="http://schemas.openxmlformats.org/drawingml/2006/main">
              <a:ext uri="{FF2B5EF4-FFF2-40B4-BE49-F238E27FC236}">
                <a16:creationId xmlns:a16="http://schemas.microsoft.com/office/drawing/2014/main" id="{9CF44723-6148-4A5B-B77C-4A7CC0EF7AED}"/>
              </a:ext>
            </a:extLst>
          </p:cNvPr>
          <p:cNvSpPr>
            <a:spLocks xmlns:a="http://schemas.openxmlformats.org/drawingml/2006/main" noGrp="1"/>
          </p:cNvSpPr>
          <p:nvPr/>
        </p:nvSpPr>
        <p:spPr>
          <a:xfrm xmlns:a="http://schemas.openxmlformats.org/drawingml/2006/main">
            <a:off x="781050" y="3114675"/>
            <a:ext cx="6191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1" i="0">
                <a:solidFill>
                  <a:srgbClr val="2C617B"/>
                </a:solidFill>
                <a:latin typeface="Nimbus Mono PS"/>
                <a:ea typeface="Nimbus Mono PS"/>
                <a:cs typeface="Nimbus Mono PS"/>
              </a:defRPr>
            </a:defPPr>
            <a:lvl1pPr>
              <a:defRPr sz="2025" b="1" i="0">
                <a:solidFill>
                  <a:srgbClr val="2C617B"/>
                </a:solidFill>
                <a:latin typeface="Nimbus Mono PS"/>
                <a:ea typeface="Nimbus Mono PS"/>
                <a:cs typeface="Nimbus Mono PS"/>
              </a:defRPr>
            </a:lvl1pPr>
            <a:lvl2pPr>
              <a:defRPr sz="2025" b="1" i="0">
                <a:solidFill>
                  <a:srgbClr val="2C617B"/>
                </a:solidFill>
                <a:latin typeface="Nimbus Mono PS"/>
                <a:ea typeface="Nimbus Mono PS"/>
                <a:cs typeface="Nimbus Mono PS"/>
              </a:defRPr>
            </a:lvl2pPr>
            <a:lvl3pPr>
              <a:defRPr sz="2025" b="1" i="0">
                <a:solidFill>
                  <a:srgbClr val="2C617B"/>
                </a:solidFill>
                <a:latin typeface="Nimbus Mono PS"/>
                <a:ea typeface="Nimbus Mono PS"/>
                <a:cs typeface="Nimbus Mono PS"/>
              </a:defRPr>
            </a:lvl3pPr>
            <a:lvl4pPr>
              <a:defRPr sz="2025" b="1" i="0">
                <a:solidFill>
                  <a:srgbClr val="2C617B"/>
                </a:solidFill>
                <a:latin typeface="Nimbus Mono PS"/>
                <a:ea typeface="Nimbus Mono PS"/>
                <a:cs typeface="Nimbus Mono PS"/>
              </a:defRPr>
            </a:lvl4pPr>
            <a:lvl5pPr>
              <a:defRPr sz="2025" b="1" i="0">
                <a:solidFill>
                  <a:srgbClr val="2C617B"/>
                </a:solidFill>
                <a:latin typeface="Nimbus Mono PS"/>
                <a:ea typeface="Nimbus Mono PS"/>
                <a:cs typeface="Nimbus Mono PS"/>
              </a:defRPr>
            </a:lvl5pPr>
            <a:lvl6pPr>
              <a:defRPr sz="2025" b="1" i="0">
                <a:solidFill>
                  <a:srgbClr val="2C617B"/>
                </a:solidFill>
                <a:latin typeface="Nimbus Mono PS"/>
                <a:ea typeface="Nimbus Mono PS"/>
                <a:cs typeface="Nimbus Mono PS"/>
              </a:defRPr>
            </a:lvl6pPr>
            <a:lvl7pPr>
              <a:defRPr sz="2025" b="1" i="0">
                <a:solidFill>
                  <a:srgbClr val="2C617B"/>
                </a:solidFill>
                <a:latin typeface="Nimbus Mono PS"/>
                <a:ea typeface="Nimbus Mono PS"/>
                <a:cs typeface="Nimbus Mono PS"/>
              </a:defRPr>
            </a:lvl7pPr>
            <a:lvl8pPr>
              <a:defRPr sz="2025" b="1" i="0">
                <a:solidFill>
                  <a:srgbClr val="2C617B"/>
                </a:solidFill>
                <a:latin typeface="Nimbus Mono PS"/>
                <a:ea typeface="Nimbus Mono PS"/>
                <a:cs typeface="Nimbus Mono PS"/>
              </a:defRPr>
            </a:lvl8pPr>
            <a:lvl9pPr>
              <a:defRPr sz="2025" b="1" i="0">
                <a:solidFill>
                  <a:srgbClr val="2C617B"/>
                </a:solidFill>
                <a:latin typeface="Nimbus Mono PS"/>
                <a:ea typeface="Nimbus Mono PS"/>
                <a:cs typeface="Nimbus Mono PS"/>
              </a:defRPr>
            </a:lvl9pPr>
          </a:lstStyle>
          <a:p xmlns:a="http://schemas.openxmlformats.org/drawingml/2006/main">
            <a:pPr>
              <a:defRPr sz="2025" b="1" i="0">
                <a:solidFill>
                  <a:srgbClr val="2C617B"/>
                </a:solidFill>
                <a:latin typeface="Nimbus Mono PS"/>
                <a:ea typeface="Nimbus Mono PS"/>
                <a:cs typeface="Nimbus Mono PS"/>
              </a:defRPr>
            </a:pPr>
            <a:r>
              <a:rPr sz="2025" b="1" i="0">
                <a:solidFill>
                  <a:srgbClr val="2C617B"/>
                </a:solidFill>
                <a:latin typeface="Nimbus Mono PS"/>
                <a:ea typeface="Nimbus Mono PS"/>
                <a:cs typeface="Nimbus Mono PS"/>
                <a:hlinkClick xmlns:r="http://schemas.openxmlformats.org/officeDocument/2006/relationships" r:id="Rad60aef369e74431"/>
              </a:rPr>
              <a:t>DeepLearning.AI</a:t>
            </a:r>
          </a:p>
        </p:txBody>
      </p:sp>
      <p:sp>
        <p:nvSpPr>
          <p:cNvPr id="9" name="text-7">
            <a:extLst xmlns:a="http://schemas.openxmlformats.org/drawingml/2006/main">
              <a:ext uri="{FF2B5EF4-FFF2-40B4-BE49-F238E27FC236}">
                <a16:creationId xmlns:a16="http://schemas.microsoft.com/office/drawing/2014/main" id="{35D5DC8A-9384-40CA-829B-3136C2E89C6D}"/>
              </a:ext>
            </a:extLst>
          </p:cNvPr>
          <p:cNvSpPr>
            <a:spLocks xmlns:a="http://schemas.openxmlformats.org/drawingml/2006/main" noGrp="1"/>
          </p:cNvSpPr>
          <p:nvPr/>
        </p:nvSpPr>
        <p:spPr>
          <a:xfrm xmlns:a="http://schemas.openxmlformats.org/drawingml/2006/main">
            <a:off x="781050" y="3486150"/>
            <a:ext cx="61912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0" i="0">
                <a:solidFill>
                  <a:srgbClr val="193244"/>
                </a:solidFill>
                <a:latin typeface="Nimbus Sans"/>
                <a:ea typeface="Nimbus Sans"/>
                <a:cs typeface="Nimbus Sans"/>
              </a:defRPr>
            </a:defPPr>
            <a:lvl1pPr>
              <a:defRPr sz="1800" b="0" i="0">
                <a:solidFill>
                  <a:srgbClr val="193244"/>
                </a:solidFill>
                <a:latin typeface="Nimbus Sans"/>
                <a:ea typeface="Nimbus Sans"/>
                <a:cs typeface="Nimbus Sans"/>
              </a:defRPr>
            </a:lvl1pPr>
            <a:lvl2pPr>
              <a:defRPr sz="1800" b="0" i="0">
                <a:solidFill>
                  <a:srgbClr val="193244"/>
                </a:solidFill>
                <a:latin typeface="Nimbus Sans"/>
                <a:ea typeface="Nimbus Sans"/>
                <a:cs typeface="Nimbus Sans"/>
              </a:defRPr>
            </a:lvl2pPr>
            <a:lvl3pPr>
              <a:defRPr sz="1800" b="0" i="0">
                <a:solidFill>
                  <a:srgbClr val="193244"/>
                </a:solidFill>
                <a:latin typeface="Nimbus Sans"/>
                <a:ea typeface="Nimbus Sans"/>
                <a:cs typeface="Nimbus Sans"/>
              </a:defRPr>
            </a:lvl3pPr>
            <a:lvl4pPr>
              <a:defRPr sz="1800" b="0" i="0">
                <a:solidFill>
                  <a:srgbClr val="193244"/>
                </a:solidFill>
                <a:latin typeface="Nimbus Sans"/>
                <a:ea typeface="Nimbus Sans"/>
                <a:cs typeface="Nimbus Sans"/>
              </a:defRPr>
            </a:lvl4pPr>
            <a:lvl5pPr>
              <a:defRPr sz="1800" b="0" i="0">
                <a:solidFill>
                  <a:srgbClr val="193244"/>
                </a:solidFill>
                <a:latin typeface="Nimbus Sans"/>
                <a:ea typeface="Nimbus Sans"/>
                <a:cs typeface="Nimbus Sans"/>
              </a:defRPr>
            </a:lvl5pPr>
            <a:lvl6pPr>
              <a:defRPr sz="1800" b="0" i="0">
                <a:solidFill>
                  <a:srgbClr val="193244"/>
                </a:solidFill>
                <a:latin typeface="Nimbus Sans"/>
                <a:ea typeface="Nimbus Sans"/>
                <a:cs typeface="Nimbus Sans"/>
              </a:defRPr>
            </a:lvl6pPr>
            <a:lvl7pPr>
              <a:defRPr sz="1800" b="0" i="0">
                <a:solidFill>
                  <a:srgbClr val="193244"/>
                </a:solidFill>
                <a:latin typeface="Nimbus Sans"/>
                <a:ea typeface="Nimbus Sans"/>
                <a:cs typeface="Nimbus Sans"/>
              </a:defRPr>
            </a:lvl7pPr>
            <a:lvl8pPr>
              <a:defRPr sz="1800" b="0" i="0">
                <a:solidFill>
                  <a:srgbClr val="193244"/>
                </a:solidFill>
                <a:latin typeface="Nimbus Sans"/>
                <a:ea typeface="Nimbus Sans"/>
                <a:cs typeface="Nimbus Sans"/>
              </a:defRPr>
            </a:lvl8pPr>
            <a:lvl9pPr>
              <a:defRPr sz="1800" b="0" i="0">
                <a:solidFill>
                  <a:srgbClr val="193244"/>
                </a:solidFill>
                <a:latin typeface="Nimbus Sans"/>
                <a:ea typeface="Nimbus Sans"/>
                <a:cs typeface="Nimbus Sans"/>
              </a:defRPr>
            </a:lvl9pPr>
          </a:lstStyle>
          <a:p xmlns:a="http://schemas.openxmlformats.org/drawingml/2006/main">
            <a:pPr>
              <a:defRPr sz="1800" b="0" i="0">
                <a:solidFill>
                  <a:srgbClr val="193244"/>
                </a:solidFill>
                <a:latin typeface="Nimbus Sans"/>
                <a:ea typeface="Nimbus Sans"/>
                <a:cs typeface="Nimbus Sans"/>
              </a:defRPr>
            </a:pPr>
            <a:r>
              <a:rPr sz="1800" b="0" i="0">
                <a:solidFill>
                  <a:srgbClr val="193244"/>
                </a:solidFill>
                <a:latin typeface="Nimbus Sans"/>
                <a:ea typeface="Nimbus Sans"/>
                <a:cs typeface="Nimbus Sans"/>
              </a:rPr>
              <a:t>Spec-Driven Development with Coding Agents</a:t>
            </a:r>
          </a:p>
        </p:txBody>
      </p:sp>
      <p:sp>
        <p:nvSpPr>
          <p:cNvPr id="10" name="text-8">
            <a:extLst xmlns:a="http://schemas.openxmlformats.org/drawingml/2006/main">
              <a:ext uri="{FF2B5EF4-FFF2-40B4-BE49-F238E27FC236}">
                <a16:creationId xmlns:a16="http://schemas.microsoft.com/office/drawing/2014/main" id="{B1ECF9F6-5CB5-493A-98E6-FC3626DBC46F}"/>
              </a:ext>
            </a:extLst>
          </p:cNvPr>
          <p:cNvSpPr>
            <a:spLocks xmlns:a="http://schemas.openxmlformats.org/drawingml/2006/main" noGrp="1"/>
          </p:cNvSpPr>
          <p:nvPr/>
        </p:nvSpPr>
        <p:spPr>
          <a:xfrm xmlns:a="http://schemas.openxmlformats.org/drawingml/2006/main">
            <a:off x="781050" y="4019550"/>
            <a:ext cx="6191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1" i="0">
                <a:solidFill>
                  <a:srgbClr val="2C617B"/>
                </a:solidFill>
                <a:latin typeface="Nimbus Mono PS"/>
                <a:ea typeface="Nimbus Mono PS"/>
                <a:cs typeface="Nimbus Mono PS"/>
              </a:defRPr>
            </a:defPPr>
            <a:lvl1pPr>
              <a:defRPr sz="2025" b="1" i="0">
                <a:solidFill>
                  <a:srgbClr val="2C617B"/>
                </a:solidFill>
                <a:latin typeface="Nimbus Mono PS"/>
                <a:ea typeface="Nimbus Mono PS"/>
                <a:cs typeface="Nimbus Mono PS"/>
              </a:defRPr>
            </a:lvl1pPr>
            <a:lvl2pPr>
              <a:defRPr sz="2025" b="1" i="0">
                <a:solidFill>
                  <a:srgbClr val="2C617B"/>
                </a:solidFill>
                <a:latin typeface="Nimbus Mono PS"/>
                <a:ea typeface="Nimbus Mono PS"/>
                <a:cs typeface="Nimbus Mono PS"/>
              </a:defRPr>
            </a:lvl2pPr>
            <a:lvl3pPr>
              <a:defRPr sz="2025" b="1" i="0">
                <a:solidFill>
                  <a:srgbClr val="2C617B"/>
                </a:solidFill>
                <a:latin typeface="Nimbus Mono PS"/>
                <a:ea typeface="Nimbus Mono PS"/>
                <a:cs typeface="Nimbus Mono PS"/>
              </a:defRPr>
            </a:lvl3pPr>
            <a:lvl4pPr>
              <a:defRPr sz="2025" b="1" i="0">
                <a:solidFill>
                  <a:srgbClr val="2C617B"/>
                </a:solidFill>
                <a:latin typeface="Nimbus Mono PS"/>
                <a:ea typeface="Nimbus Mono PS"/>
                <a:cs typeface="Nimbus Mono PS"/>
              </a:defRPr>
            </a:lvl4pPr>
            <a:lvl5pPr>
              <a:defRPr sz="2025" b="1" i="0">
                <a:solidFill>
                  <a:srgbClr val="2C617B"/>
                </a:solidFill>
                <a:latin typeface="Nimbus Mono PS"/>
                <a:ea typeface="Nimbus Mono PS"/>
                <a:cs typeface="Nimbus Mono PS"/>
              </a:defRPr>
            </a:lvl5pPr>
            <a:lvl6pPr>
              <a:defRPr sz="2025" b="1" i="0">
                <a:solidFill>
                  <a:srgbClr val="2C617B"/>
                </a:solidFill>
                <a:latin typeface="Nimbus Mono PS"/>
                <a:ea typeface="Nimbus Mono PS"/>
                <a:cs typeface="Nimbus Mono PS"/>
              </a:defRPr>
            </a:lvl6pPr>
            <a:lvl7pPr>
              <a:defRPr sz="2025" b="1" i="0">
                <a:solidFill>
                  <a:srgbClr val="2C617B"/>
                </a:solidFill>
                <a:latin typeface="Nimbus Mono PS"/>
                <a:ea typeface="Nimbus Mono PS"/>
                <a:cs typeface="Nimbus Mono PS"/>
              </a:defRPr>
            </a:lvl7pPr>
            <a:lvl8pPr>
              <a:defRPr sz="2025" b="1" i="0">
                <a:solidFill>
                  <a:srgbClr val="2C617B"/>
                </a:solidFill>
                <a:latin typeface="Nimbus Mono PS"/>
                <a:ea typeface="Nimbus Mono PS"/>
                <a:cs typeface="Nimbus Mono PS"/>
              </a:defRPr>
            </a:lvl8pPr>
            <a:lvl9pPr>
              <a:defRPr sz="2025" b="1" i="0">
                <a:solidFill>
                  <a:srgbClr val="2C617B"/>
                </a:solidFill>
                <a:latin typeface="Nimbus Mono PS"/>
                <a:ea typeface="Nimbus Mono PS"/>
                <a:cs typeface="Nimbus Mono PS"/>
              </a:defRPr>
            </a:lvl9pPr>
          </a:lstStyle>
          <a:p xmlns:a="http://schemas.openxmlformats.org/drawingml/2006/main">
            <a:pPr>
              <a:defRPr sz="2025" b="1" i="0">
                <a:solidFill>
                  <a:srgbClr val="2C617B"/>
                </a:solidFill>
                <a:latin typeface="Nimbus Mono PS"/>
                <a:ea typeface="Nimbus Mono PS"/>
                <a:cs typeface="Nimbus Mono PS"/>
              </a:defRPr>
            </a:pPr>
            <a:r>
              <a:rPr sz="2025" b="1" i="0">
                <a:solidFill>
                  <a:srgbClr val="2C617B"/>
                </a:solidFill>
                <a:latin typeface="Nimbus Mono PS"/>
                <a:ea typeface="Nimbus Mono PS"/>
                <a:cs typeface="Nimbus Mono PS"/>
                <a:hlinkClick xmlns:r="http://schemas.openxmlformats.org/officeDocument/2006/relationships" r:id="Rb0937ced8e85438d"/>
              </a:rPr>
              <a:t>Materiais do curso</a:t>
            </a:r>
          </a:p>
        </p:txBody>
      </p:sp>
      <p:sp>
        <p:nvSpPr>
          <p:cNvPr id="11" name="text-9">
            <a:extLst xmlns:a="http://schemas.openxmlformats.org/drawingml/2006/main">
              <a:ext uri="{FF2B5EF4-FFF2-40B4-BE49-F238E27FC236}">
                <a16:creationId xmlns:a16="http://schemas.microsoft.com/office/drawing/2014/main" id="{E7C270DB-23FC-4EF9-8FA3-77747702A0C4}"/>
              </a:ext>
            </a:extLst>
          </p:cNvPr>
          <p:cNvSpPr>
            <a:spLocks xmlns:a="http://schemas.openxmlformats.org/drawingml/2006/main" noGrp="1"/>
          </p:cNvSpPr>
          <p:nvPr/>
        </p:nvSpPr>
        <p:spPr>
          <a:xfrm xmlns:a="http://schemas.openxmlformats.org/drawingml/2006/main">
            <a:off x="781050" y="4391025"/>
            <a:ext cx="61912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0" i="0">
                <a:solidFill>
                  <a:srgbClr val="193244"/>
                </a:solidFill>
                <a:latin typeface="Nimbus Sans"/>
                <a:ea typeface="Nimbus Sans"/>
                <a:cs typeface="Nimbus Sans"/>
              </a:defRPr>
            </a:defPPr>
            <a:lvl1pPr>
              <a:defRPr sz="1800" b="0" i="0">
                <a:solidFill>
                  <a:srgbClr val="193244"/>
                </a:solidFill>
                <a:latin typeface="Nimbus Sans"/>
                <a:ea typeface="Nimbus Sans"/>
                <a:cs typeface="Nimbus Sans"/>
              </a:defRPr>
            </a:lvl1pPr>
            <a:lvl2pPr>
              <a:defRPr sz="1800" b="0" i="0">
                <a:solidFill>
                  <a:srgbClr val="193244"/>
                </a:solidFill>
                <a:latin typeface="Nimbus Sans"/>
                <a:ea typeface="Nimbus Sans"/>
                <a:cs typeface="Nimbus Sans"/>
              </a:defRPr>
            </a:lvl2pPr>
            <a:lvl3pPr>
              <a:defRPr sz="1800" b="0" i="0">
                <a:solidFill>
                  <a:srgbClr val="193244"/>
                </a:solidFill>
                <a:latin typeface="Nimbus Sans"/>
                <a:ea typeface="Nimbus Sans"/>
                <a:cs typeface="Nimbus Sans"/>
              </a:defRPr>
            </a:lvl3pPr>
            <a:lvl4pPr>
              <a:defRPr sz="1800" b="0" i="0">
                <a:solidFill>
                  <a:srgbClr val="193244"/>
                </a:solidFill>
                <a:latin typeface="Nimbus Sans"/>
                <a:ea typeface="Nimbus Sans"/>
                <a:cs typeface="Nimbus Sans"/>
              </a:defRPr>
            </a:lvl4pPr>
            <a:lvl5pPr>
              <a:defRPr sz="1800" b="0" i="0">
                <a:solidFill>
                  <a:srgbClr val="193244"/>
                </a:solidFill>
                <a:latin typeface="Nimbus Sans"/>
                <a:ea typeface="Nimbus Sans"/>
                <a:cs typeface="Nimbus Sans"/>
              </a:defRPr>
            </a:lvl5pPr>
            <a:lvl6pPr>
              <a:defRPr sz="1800" b="0" i="0">
                <a:solidFill>
                  <a:srgbClr val="193244"/>
                </a:solidFill>
                <a:latin typeface="Nimbus Sans"/>
                <a:ea typeface="Nimbus Sans"/>
                <a:cs typeface="Nimbus Sans"/>
              </a:defRPr>
            </a:lvl6pPr>
            <a:lvl7pPr>
              <a:defRPr sz="1800" b="0" i="0">
                <a:solidFill>
                  <a:srgbClr val="193244"/>
                </a:solidFill>
                <a:latin typeface="Nimbus Sans"/>
                <a:ea typeface="Nimbus Sans"/>
                <a:cs typeface="Nimbus Sans"/>
              </a:defRPr>
            </a:lvl7pPr>
            <a:lvl8pPr>
              <a:defRPr sz="1800" b="0" i="0">
                <a:solidFill>
                  <a:srgbClr val="193244"/>
                </a:solidFill>
                <a:latin typeface="Nimbus Sans"/>
                <a:ea typeface="Nimbus Sans"/>
                <a:cs typeface="Nimbus Sans"/>
              </a:defRPr>
            </a:lvl8pPr>
            <a:lvl9pPr>
              <a:defRPr sz="1800" b="0" i="0">
                <a:solidFill>
                  <a:srgbClr val="193244"/>
                </a:solidFill>
                <a:latin typeface="Nimbus Sans"/>
                <a:ea typeface="Nimbus Sans"/>
                <a:cs typeface="Nimbus Sans"/>
              </a:defRPr>
            </a:lvl9pPr>
          </a:lstStyle>
          <a:p xmlns:a="http://schemas.openxmlformats.org/drawingml/2006/main">
            <a:pPr>
              <a:defRPr sz="1800" b="0" i="0">
                <a:solidFill>
                  <a:srgbClr val="193244"/>
                </a:solidFill>
                <a:latin typeface="Nimbus Sans"/>
                <a:ea typeface="Nimbus Sans"/>
                <a:cs typeface="Nimbus Sans"/>
              </a:defRPr>
            </a:pPr>
            <a:r>
              <a:rPr sz="1800" b="0" i="0">
                <a:solidFill>
                  <a:srgbClr val="193244"/>
                </a:solidFill>
                <a:latin typeface="Nimbus Sans"/>
                <a:ea typeface="Nimbus Sans"/>
                <a:cs typeface="Nimbus Sans"/>
              </a:rPr>
              <a:t>Exemplos e artefatos de especificação</a:t>
            </a:r>
          </a:p>
        </p:txBody>
      </p:sp>
      <p:sp>
        <p:nvSpPr>
          <p:cNvPr id="12" name="text-10">
            <a:extLst xmlns:a="http://schemas.openxmlformats.org/drawingml/2006/main">
              <a:ext uri="{FF2B5EF4-FFF2-40B4-BE49-F238E27FC236}">
                <a16:creationId xmlns:a16="http://schemas.microsoft.com/office/drawing/2014/main" id="{1BFCA244-05B6-4263-8418-D92BDFE87556}"/>
              </a:ext>
            </a:extLst>
          </p:cNvPr>
          <p:cNvSpPr>
            <a:spLocks xmlns:a="http://schemas.openxmlformats.org/drawingml/2006/main" noGrp="1"/>
          </p:cNvSpPr>
          <p:nvPr/>
        </p:nvSpPr>
        <p:spPr>
          <a:xfrm xmlns:a="http://schemas.openxmlformats.org/drawingml/2006/main">
            <a:off x="781050" y="4924425"/>
            <a:ext cx="6191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1" i="0">
                <a:solidFill>
                  <a:srgbClr val="2C617B"/>
                </a:solidFill>
                <a:latin typeface="Nimbus Mono PS"/>
                <a:ea typeface="Nimbus Mono PS"/>
                <a:cs typeface="Nimbus Mono PS"/>
              </a:defRPr>
            </a:defPPr>
            <a:lvl1pPr>
              <a:defRPr sz="2025" b="1" i="0">
                <a:solidFill>
                  <a:srgbClr val="2C617B"/>
                </a:solidFill>
                <a:latin typeface="Nimbus Mono PS"/>
                <a:ea typeface="Nimbus Mono PS"/>
                <a:cs typeface="Nimbus Mono PS"/>
              </a:defRPr>
            </a:lvl1pPr>
            <a:lvl2pPr>
              <a:defRPr sz="2025" b="1" i="0">
                <a:solidFill>
                  <a:srgbClr val="2C617B"/>
                </a:solidFill>
                <a:latin typeface="Nimbus Mono PS"/>
                <a:ea typeface="Nimbus Mono PS"/>
                <a:cs typeface="Nimbus Mono PS"/>
              </a:defRPr>
            </a:lvl2pPr>
            <a:lvl3pPr>
              <a:defRPr sz="2025" b="1" i="0">
                <a:solidFill>
                  <a:srgbClr val="2C617B"/>
                </a:solidFill>
                <a:latin typeface="Nimbus Mono PS"/>
                <a:ea typeface="Nimbus Mono PS"/>
                <a:cs typeface="Nimbus Mono PS"/>
              </a:defRPr>
            </a:lvl3pPr>
            <a:lvl4pPr>
              <a:defRPr sz="2025" b="1" i="0">
                <a:solidFill>
                  <a:srgbClr val="2C617B"/>
                </a:solidFill>
                <a:latin typeface="Nimbus Mono PS"/>
                <a:ea typeface="Nimbus Mono PS"/>
                <a:cs typeface="Nimbus Mono PS"/>
              </a:defRPr>
            </a:lvl4pPr>
            <a:lvl5pPr>
              <a:defRPr sz="2025" b="1" i="0">
                <a:solidFill>
                  <a:srgbClr val="2C617B"/>
                </a:solidFill>
                <a:latin typeface="Nimbus Mono PS"/>
                <a:ea typeface="Nimbus Mono PS"/>
                <a:cs typeface="Nimbus Mono PS"/>
              </a:defRPr>
            </a:lvl5pPr>
            <a:lvl6pPr>
              <a:defRPr sz="2025" b="1" i="0">
                <a:solidFill>
                  <a:srgbClr val="2C617B"/>
                </a:solidFill>
                <a:latin typeface="Nimbus Mono PS"/>
                <a:ea typeface="Nimbus Mono PS"/>
                <a:cs typeface="Nimbus Mono PS"/>
              </a:defRPr>
            </a:lvl6pPr>
            <a:lvl7pPr>
              <a:defRPr sz="2025" b="1" i="0">
                <a:solidFill>
                  <a:srgbClr val="2C617B"/>
                </a:solidFill>
                <a:latin typeface="Nimbus Mono PS"/>
                <a:ea typeface="Nimbus Mono PS"/>
                <a:cs typeface="Nimbus Mono PS"/>
              </a:defRPr>
            </a:lvl7pPr>
            <a:lvl8pPr>
              <a:defRPr sz="2025" b="1" i="0">
                <a:solidFill>
                  <a:srgbClr val="2C617B"/>
                </a:solidFill>
                <a:latin typeface="Nimbus Mono PS"/>
                <a:ea typeface="Nimbus Mono PS"/>
                <a:cs typeface="Nimbus Mono PS"/>
              </a:defRPr>
            </a:lvl8pPr>
            <a:lvl9pPr>
              <a:defRPr sz="2025" b="1" i="0">
                <a:solidFill>
                  <a:srgbClr val="2C617B"/>
                </a:solidFill>
                <a:latin typeface="Nimbus Mono PS"/>
                <a:ea typeface="Nimbus Mono PS"/>
                <a:cs typeface="Nimbus Mono PS"/>
              </a:defRPr>
            </a:lvl9pPr>
          </a:lstStyle>
          <a:p xmlns:a="http://schemas.openxmlformats.org/drawingml/2006/main">
            <a:pPr>
              <a:defRPr sz="2025" b="1" i="0">
                <a:solidFill>
                  <a:srgbClr val="2C617B"/>
                </a:solidFill>
                <a:latin typeface="Nimbus Mono PS"/>
                <a:ea typeface="Nimbus Mono PS"/>
                <a:cs typeface="Nimbus Mono PS"/>
              </a:defRPr>
            </a:pPr>
            <a:r>
              <a:rPr sz="2025" b="1" i="0">
                <a:solidFill>
                  <a:srgbClr val="2C617B"/>
                </a:solidFill>
                <a:latin typeface="Nimbus Mono PS"/>
                <a:ea typeface="Nimbus Mono PS"/>
                <a:cs typeface="Nimbus Mono PS"/>
                <a:hlinkClick xmlns:r="http://schemas.openxmlformats.org/officeDocument/2006/relationships" r:id="Rb6183613a17a41b1"/>
              </a:rPr>
              <a:t>Matt Pocock</a:t>
            </a:r>
          </a:p>
        </p:txBody>
      </p:sp>
      <p:sp>
        <p:nvSpPr>
          <p:cNvPr id="13" name="text-11">
            <a:extLst xmlns:a="http://schemas.openxmlformats.org/drawingml/2006/main">
              <a:ext uri="{FF2B5EF4-FFF2-40B4-BE49-F238E27FC236}">
                <a16:creationId xmlns:a16="http://schemas.microsoft.com/office/drawing/2014/main" id="{CA048E9E-D8D1-46AE-9C11-6823332E0123}"/>
              </a:ext>
            </a:extLst>
          </p:cNvPr>
          <p:cNvSpPr>
            <a:spLocks xmlns:a="http://schemas.openxmlformats.org/drawingml/2006/main" noGrp="1"/>
          </p:cNvSpPr>
          <p:nvPr/>
        </p:nvSpPr>
        <p:spPr>
          <a:xfrm xmlns:a="http://schemas.openxmlformats.org/drawingml/2006/main">
            <a:off x="781050" y="5295900"/>
            <a:ext cx="61912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0" i="0">
                <a:solidFill>
                  <a:srgbClr val="193244"/>
                </a:solidFill>
                <a:latin typeface="Nimbus Sans"/>
                <a:ea typeface="Nimbus Sans"/>
                <a:cs typeface="Nimbus Sans"/>
              </a:defRPr>
            </a:defPPr>
            <a:lvl1pPr>
              <a:defRPr sz="1800" b="0" i="0">
                <a:solidFill>
                  <a:srgbClr val="193244"/>
                </a:solidFill>
                <a:latin typeface="Nimbus Sans"/>
                <a:ea typeface="Nimbus Sans"/>
                <a:cs typeface="Nimbus Sans"/>
              </a:defRPr>
            </a:lvl1pPr>
            <a:lvl2pPr>
              <a:defRPr sz="1800" b="0" i="0">
                <a:solidFill>
                  <a:srgbClr val="193244"/>
                </a:solidFill>
                <a:latin typeface="Nimbus Sans"/>
                <a:ea typeface="Nimbus Sans"/>
                <a:cs typeface="Nimbus Sans"/>
              </a:defRPr>
            </a:lvl2pPr>
            <a:lvl3pPr>
              <a:defRPr sz="1800" b="0" i="0">
                <a:solidFill>
                  <a:srgbClr val="193244"/>
                </a:solidFill>
                <a:latin typeface="Nimbus Sans"/>
                <a:ea typeface="Nimbus Sans"/>
                <a:cs typeface="Nimbus Sans"/>
              </a:defRPr>
            </a:lvl3pPr>
            <a:lvl4pPr>
              <a:defRPr sz="1800" b="0" i="0">
                <a:solidFill>
                  <a:srgbClr val="193244"/>
                </a:solidFill>
                <a:latin typeface="Nimbus Sans"/>
                <a:ea typeface="Nimbus Sans"/>
                <a:cs typeface="Nimbus Sans"/>
              </a:defRPr>
            </a:lvl4pPr>
            <a:lvl5pPr>
              <a:defRPr sz="1800" b="0" i="0">
                <a:solidFill>
                  <a:srgbClr val="193244"/>
                </a:solidFill>
                <a:latin typeface="Nimbus Sans"/>
                <a:ea typeface="Nimbus Sans"/>
                <a:cs typeface="Nimbus Sans"/>
              </a:defRPr>
            </a:lvl5pPr>
            <a:lvl6pPr>
              <a:defRPr sz="1800" b="0" i="0">
                <a:solidFill>
                  <a:srgbClr val="193244"/>
                </a:solidFill>
                <a:latin typeface="Nimbus Sans"/>
                <a:ea typeface="Nimbus Sans"/>
                <a:cs typeface="Nimbus Sans"/>
              </a:defRPr>
            </a:lvl6pPr>
            <a:lvl7pPr>
              <a:defRPr sz="1800" b="0" i="0">
                <a:solidFill>
                  <a:srgbClr val="193244"/>
                </a:solidFill>
                <a:latin typeface="Nimbus Sans"/>
                <a:ea typeface="Nimbus Sans"/>
                <a:cs typeface="Nimbus Sans"/>
              </a:defRPr>
            </a:lvl7pPr>
            <a:lvl8pPr>
              <a:defRPr sz="1800" b="0" i="0">
                <a:solidFill>
                  <a:srgbClr val="193244"/>
                </a:solidFill>
                <a:latin typeface="Nimbus Sans"/>
                <a:ea typeface="Nimbus Sans"/>
                <a:cs typeface="Nimbus Sans"/>
              </a:defRPr>
            </a:lvl8pPr>
            <a:lvl9pPr>
              <a:defRPr sz="1800" b="0" i="0">
                <a:solidFill>
                  <a:srgbClr val="193244"/>
                </a:solidFill>
                <a:latin typeface="Nimbus Sans"/>
                <a:ea typeface="Nimbus Sans"/>
                <a:cs typeface="Nimbus Sans"/>
              </a:defRPr>
            </a:lvl9pPr>
          </a:lstStyle>
          <a:p xmlns:a="http://schemas.openxmlformats.org/drawingml/2006/main">
            <a:pPr>
              <a:defRPr sz="1800" b="0" i="0">
                <a:solidFill>
                  <a:srgbClr val="193244"/>
                </a:solidFill>
                <a:latin typeface="Nimbus Sans"/>
                <a:ea typeface="Nimbus Sans"/>
                <a:cs typeface="Nimbus Sans"/>
              </a:defRPr>
            </a:pPr>
            <a:r>
              <a:rPr sz="1800" b="0" i="0">
                <a:solidFill>
                  <a:srgbClr val="193244"/>
                </a:solidFill>
                <a:latin typeface="Nimbus Sans"/>
                <a:ea typeface="Nimbus Sans"/>
                <a:cs typeface="Nimbus Sans"/>
              </a:rPr>
              <a:t>Skills for Real Engineers</a:t>
            </a:r>
          </a:p>
        </p:txBody>
      </p:sp>
      <p:sp>
        <p:nvSpPr>
          <p:cNvPr id="14" name="text-12">
            <a:extLst xmlns:a="http://schemas.openxmlformats.org/drawingml/2006/main">
              <a:ext uri="{FF2B5EF4-FFF2-40B4-BE49-F238E27FC236}">
                <a16:creationId xmlns:a16="http://schemas.microsoft.com/office/drawing/2014/main" id="{7611BE71-5C7D-4A80-957A-FB8484A302C6}"/>
              </a:ext>
            </a:extLst>
          </p:cNvPr>
          <p:cNvSpPr>
            <a:spLocks xmlns:a="http://schemas.openxmlformats.org/drawingml/2006/main" noGrp="1"/>
          </p:cNvSpPr>
          <p:nvPr/>
        </p:nvSpPr>
        <p:spPr>
          <a:xfrm xmlns:a="http://schemas.openxmlformats.org/drawingml/2006/main">
            <a:off x="781050" y="5829300"/>
            <a:ext cx="6191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1" i="0">
                <a:solidFill>
                  <a:srgbClr val="2C617B"/>
                </a:solidFill>
                <a:latin typeface="Nimbus Mono PS"/>
                <a:ea typeface="Nimbus Mono PS"/>
                <a:cs typeface="Nimbus Mono PS"/>
              </a:defRPr>
            </a:defPPr>
            <a:lvl1pPr>
              <a:defRPr sz="2025" b="1" i="0">
                <a:solidFill>
                  <a:srgbClr val="2C617B"/>
                </a:solidFill>
                <a:latin typeface="Nimbus Mono PS"/>
                <a:ea typeface="Nimbus Mono PS"/>
                <a:cs typeface="Nimbus Mono PS"/>
              </a:defRPr>
            </a:lvl1pPr>
            <a:lvl2pPr>
              <a:defRPr sz="2025" b="1" i="0">
                <a:solidFill>
                  <a:srgbClr val="2C617B"/>
                </a:solidFill>
                <a:latin typeface="Nimbus Mono PS"/>
                <a:ea typeface="Nimbus Mono PS"/>
                <a:cs typeface="Nimbus Mono PS"/>
              </a:defRPr>
            </a:lvl2pPr>
            <a:lvl3pPr>
              <a:defRPr sz="2025" b="1" i="0">
                <a:solidFill>
                  <a:srgbClr val="2C617B"/>
                </a:solidFill>
                <a:latin typeface="Nimbus Mono PS"/>
                <a:ea typeface="Nimbus Mono PS"/>
                <a:cs typeface="Nimbus Mono PS"/>
              </a:defRPr>
            </a:lvl3pPr>
            <a:lvl4pPr>
              <a:defRPr sz="2025" b="1" i="0">
                <a:solidFill>
                  <a:srgbClr val="2C617B"/>
                </a:solidFill>
                <a:latin typeface="Nimbus Mono PS"/>
                <a:ea typeface="Nimbus Mono PS"/>
                <a:cs typeface="Nimbus Mono PS"/>
              </a:defRPr>
            </a:lvl4pPr>
            <a:lvl5pPr>
              <a:defRPr sz="2025" b="1" i="0">
                <a:solidFill>
                  <a:srgbClr val="2C617B"/>
                </a:solidFill>
                <a:latin typeface="Nimbus Mono PS"/>
                <a:ea typeface="Nimbus Mono PS"/>
                <a:cs typeface="Nimbus Mono PS"/>
              </a:defRPr>
            </a:lvl5pPr>
            <a:lvl6pPr>
              <a:defRPr sz="2025" b="1" i="0">
                <a:solidFill>
                  <a:srgbClr val="2C617B"/>
                </a:solidFill>
                <a:latin typeface="Nimbus Mono PS"/>
                <a:ea typeface="Nimbus Mono PS"/>
                <a:cs typeface="Nimbus Mono PS"/>
              </a:defRPr>
            </a:lvl6pPr>
            <a:lvl7pPr>
              <a:defRPr sz="2025" b="1" i="0">
                <a:solidFill>
                  <a:srgbClr val="2C617B"/>
                </a:solidFill>
                <a:latin typeface="Nimbus Mono PS"/>
                <a:ea typeface="Nimbus Mono PS"/>
                <a:cs typeface="Nimbus Mono PS"/>
              </a:defRPr>
            </a:lvl7pPr>
            <a:lvl8pPr>
              <a:defRPr sz="2025" b="1" i="0">
                <a:solidFill>
                  <a:srgbClr val="2C617B"/>
                </a:solidFill>
                <a:latin typeface="Nimbus Mono PS"/>
                <a:ea typeface="Nimbus Mono PS"/>
                <a:cs typeface="Nimbus Mono PS"/>
              </a:defRPr>
            </a:lvl8pPr>
            <a:lvl9pPr>
              <a:defRPr sz="2025" b="1" i="0">
                <a:solidFill>
                  <a:srgbClr val="2C617B"/>
                </a:solidFill>
                <a:latin typeface="Nimbus Mono PS"/>
                <a:ea typeface="Nimbus Mono PS"/>
                <a:cs typeface="Nimbus Mono PS"/>
              </a:defRPr>
            </a:lvl9pPr>
          </a:lstStyle>
          <a:p xmlns:a="http://schemas.openxmlformats.org/drawingml/2006/main">
            <a:pPr>
              <a:defRPr sz="2025" b="1" i="0">
                <a:solidFill>
                  <a:srgbClr val="2C617B"/>
                </a:solidFill>
                <a:latin typeface="Nimbus Mono PS"/>
                <a:ea typeface="Nimbus Mono PS"/>
                <a:cs typeface="Nimbus Mono PS"/>
              </a:defRPr>
            </a:pPr>
            <a:r>
              <a:rPr sz="2025" b="1" i="0">
                <a:solidFill>
                  <a:srgbClr val="2C617B"/>
                </a:solidFill>
                <a:latin typeface="Nimbus Mono PS"/>
                <a:ea typeface="Nimbus Mono PS"/>
                <a:cs typeface="Nimbus Mono PS"/>
                <a:hlinkClick xmlns:r="http://schemas.openxmlformats.org/officeDocument/2006/relationships" r:id="Rcfb010bebd694bc3"/>
              </a:rPr>
              <a:t>Tech Leads Club</a:t>
            </a:r>
          </a:p>
        </p:txBody>
      </p:sp>
      <p:sp>
        <p:nvSpPr>
          <p:cNvPr id="15" name="text-13">
            <a:extLst xmlns:a="http://schemas.openxmlformats.org/drawingml/2006/main">
              <a:ext uri="{FF2B5EF4-FFF2-40B4-BE49-F238E27FC236}">
                <a16:creationId xmlns:a16="http://schemas.microsoft.com/office/drawing/2014/main" id="{363457E8-99A0-4A4A-A64D-717A0C6EF251}"/>
              </a:ext>
            </a:extLst>
          </p:cNvPr>
          <p:cNvSpPr>
            <a:spLocks xmlns:a="http://schemas.openxmlformats.org/drawingml/2006/main" noGrp="1"/>
          </p:cNvSpPr>
          <p:nvPr/>
        </p:nvSpPr>
        <p:spPr>
          <a:xfrm xmlns:a="http://schemas.openxmlformats.org/drawingml/2006/main">
            <a:off x="781050" y="6200775"/>
            <a:ext cx="61912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0" i="0">
                <a:solidFill>
                  <a:srgbClr val="193244"/>
                </a:solidFill>
                <a:latin typeface="Nimbus Sans"/>
                <a:ea typeface="Nimbus Sans"/>
                <a:cs typeface="Nimbus Sans"/>
              </a:defRPr>
            </a:defPPr>
            <a:lvl1pPr>
              <a:defRPr sz="1800" b="0" i="0">
                <a:solidFill>
                  <a:srgbClr val="193244"/>
                </a:solidFill>
                <a:latin typeface="Nimbus Sans"/>
                <a:ea typeface="Nimbus Sans"/>
                <a:cs typeface="Nimbus Sans"/>
              </a:defRPr>
            </a:lvl1pPr>
            <a:lvl2pPr>
              <a:defRPr sz="1800" b="0" i="0">
                <a:solidFill>
                  <a:srgbClr val="193244"/>
                </a:solidFill>
                <a:latin typeface="Nimbus Sans"/>
                <a:ea typeface="Nimbus Sans"/>
                <a:cs typeface="Nimbus Sans"/>
              </a:defRPr>
            </a:lvl2pPr>
            <a:lvl3pPr>
              <a:defRPr sz="1800" b="0" i="0">
                <a:solidFill>
                  <a:srgbClr val="193244"/>
                </a:solidFill>
                <a:latin typeface="Nimbus Sans"/>
                <a:ea typeface="Nimbus Sans"/>
                <a:cs typeface="Nimbus Sans"/>
              </a:defRPr>
            </a:lvl3pPr>
            <a:lvl4pPr>
              <a:defRPr sz="1800" b="0" i="0">
                <a:solidFill>
                  <a:srgbClr val="193244"/>
                </a:solidFill>
                <a:latin typeface="Nimbus Sans"/>
                <a:ea typeface="Nimbus Sans"/>
                <a:cs typeface="Nimbus Sans"/>
              </a:defRPr>
            </a:lvl4pPr>
            <a:lvl5pPr>
              <a:defRPr sz="1800" b="0" i="0">
                <a:solidFill>
                  <a:srgbClr val="193244"/>
                </a:solidFill>
                <a:latin typeface="Nimbus Sans"/>
                <a:ea typeface="Nimbus Sans"/>
                <a:cs typeface="Nimbus Sans"/>
              </a:defRPr>
            </a:lvl5pPr>
            <a:lvl6pPr>
              <a:defRPr sz="1800" b="0" i="0">
                <a:solidFill>
                  <a:srgbClr val="193244"/>
                </a:solidFill>
                <a:latin typeface="Nimbus Sans"/>
                <a:ea typeface="Nimbus Sans"/>
                <a:cs typeface="Nimbus Sans"/>
              </a:defRPr>
            </a:lvl6pPr>
            <a:lvl7pPr>
              <a:defRPr sz="1800" b="0" i="0">
                <a:solidFill>
                  <a:srgbClr val="193244"/>
                </a:solidFill>
                <a:latin typeface="Nimbus Sans"/>
                <a:ea typeface="Nimbus Sans"/>
                <a:cs typeface="Nimbus Sans"/>
              </a:defRPr>
            </a:lvl7pPr>
            <a:lvl8pPr>
              <a:defRPr sz="1800" b="0" i="0">
                <a:solidFill>
                  <a:srgbClr val="193244"/>
                </a:solidFill>
                <a:latin typeface="Nimbus Sans"/>
                <a:ea typeface="Nimbus Sans"/>
                <a:cs typeface="Nimbus Sans"/>
              </a:defRPr>
            </a:lvl8pPr>
            <a:lvl9pPr>
              <a:defRPr sz="1800" b="0" i="0">
                <a:solidFill>
                  <a:srgbClr val="193244"/>
                </a:solidFill>
                <a:latin typeface="Nimbus Sans"/>
                <a:ea typeface="Nimbus Sans"/>
                <a:cs typeface="Nimbus Sans"/>
              </a:defRPr>
            </a:lvl9pPr>
          </a:lstStyle>
          <a:p xmlns:a="http://schemas.openxmlformats.org/drawingml/2006/main">
            <a:pPr>
              <a:defRPr sz="1800" b="0" i="0">
                <a:solidFill>
                  <a:srgbClr val="193244"/>
                </a:solidFill>
                <a:latin typeface="Nimbus Sans"/>
                <a:ea typeface="Nimbus Sans"/>
                <a:cs typeface="Nimbus Sans"/>
              </a:defRPr>
            </a:pPr>
            <a:r>
              <a:rPr sz="1800" b="0" i="0">
                <a:solidFill>
                  <a:srgbClr val="193244"/>
                </a:solidFill>
                <a:latin typeface="Nimbus Sans"/>
                <a:ea typeface="Nimbus Sans"/>
                <a:cs typeface="Nimbus Sans"/>
              </a:rPr>
              <a:t>TLC Spec Lean</a:t>
            </a:r>
          </a:p>
        </p:txBody>
      </p:sp>
      <p:sp>
        <p:nvSpPr>
          <p:cNvPr id="16" name="text-14">
            <a:extLst xmlns:a="http://schemas.openxmlformats.org/drawingml/2006/main">
              <a:ext uri="{FF2B5EF4-FFF2-40B4-BE49-F238E27FC236}">
                <a16:creationId xmlns:a16="http://schemas.microsoft.com/office/drawing/2014/main" id="{D4DB1647-2793-45FC-98CF-6BA9E87477CF}"/>
              </a:ext>
            </a:extLst>
          </p:cNvPr>
          <p:cNvSpPr>
            <a:spLocks xmlns:a="http://schemas.openxmlformats.org/drawingml/2006/main" noGrp="1"/>
          </p:cNvSpPr>
          <p:nvPr/>
        </p:nvSpPr>
        <p:spPr>
          <a:xfrm xmlns:a="http://schemas.openxmlformats.org/drawingml/2006/main">
            <a:off x="781050" y="6734175"/>
            <a:ext cx="6191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1" i="0">
                <a:solidFill>
                  <a:srgbClr val="2C617B"/>
                </a:solidFill>
                <a:latin typeface="Nimbus Mono PS"/>
                <a:ea typeface="Nimbus Mono PS"/>
                <a:cs typeface="Nimbus Mono PS"/>
              </a:defRPr>
            </a:defPPr>
            <a:lvl1pPr>
              <a:defRPr sz="2025" b="1" i="0">
                <a:solidFill>
                  <a:srgbClr val="2C617B"/>
                </a:solidFill>
                <a:latin typeface="Nimbus Mono PS"/>
                <a:ea typeface="Nimbus Mono PS"/>
                <a:cs typeface="Nimbus Mono PS"/>
              </a:defRPr>
            </a:lvl1pPr>
            <a:lvl2pPr>
              <a:defRPr sz="2025" b="1" i="0">
                <a:solidFill>
                  <a:srgbClr val="2C617B"/>
                </a:solidFill>
                <a:latin typeface="Nimbus Mono PS"/>
                <a:ea typeface="Nimbus Mono PS"/>
                <a:cs typeface="Nimbus Mono PS"/>
              </a:defRPr>
            </a:lvl2pPr>
            <a:lvl3pPr>
              <a:defRPr sz="2025" b="1" i="0">
                <a:solidFill>
                  <a:srgbClr val="2C617B"/>
                </a:solidFill>
                <a:latin typeface="Nimbus Mono PS"/>
                <a:ea typeface="Nimbus Mono PS"/>
                <a:cs typeface="Nimbus Mono PS"/>
              </a:defRPr>
            </a:lvl3pPr>
            <a:lvl4pPr>
              <a:defRPr sz="2025" b="1" i="0">
                <a:solidFill>
                  <a:srgbClr val="2C617B"/>
                </a:solidFill>
                <a:latin typeface="Nimbus Mono PS"/>
                <a:ea typeface="Nimbus Mono PS"/>
                <a:cs typeface="Nimbus Mono PS"/>
              </a:defRPr>
            </a:lvl4pPr>
            <a:lvl5pPr>
              <a:defRPr sz="2025" b="1" i="0">
                <a:solidFill>
                  <a:srgbClr val="2C617B"/>
                </a:solidFill>
                <a:latin typeface="Nimbus Mono PS"/>
                <a:ea typeface="Nimbus Mono PS"/>
                <a:cs typeface="Nimbus Mono PS"/>
              </a:defRPr>
            </a:lvl5pPr>
            <a:lvl6pPr>
              <a:defRPr sz="2025" b="1" i="0">
                <a:solidFill>
                  <a:srgbClr val="2C617B"/>
                </a:solidFill>
                <a:latin typeface="Nimbus Mono PS"/>
                <a:ea typeface="Nimbus Mono PS"/>
                <a:cs typeface="Nimbus Mono PS"/>
              </a:defRPr>
            </a:lvl6pPr>
            <a:lvl7pPr>
              <a:defRPr sz="2025" b="1" i="0">
                <a:solidFill>
                  <a:srgbClr val="2C617B"/>
                </a:solidFill>
                <a:latin typeface="Nimbus Mono PS"/>
                <a:ea typeface="Nimbus Mono PS"/>
                <a:cs typeface="Nimbus Mono PS"/>
              </a:defRPr>
            </a:lvl7pPr>
            <a:lvl8pPr>
              <a:defRPr sz="2025" b="1" i="0">
                <a:solidFill>
                  <a:srgbClr val="2C617B"/>
                </a:solidFill>
                <a:latin typeface="Nimbus Mono PS"/>
                <a:ea typeface="Nimbus Mono PS"/>
                <a:cs typeface="Nimbus Mono PS"/>
              </a:defRPr>
            </a:lvl8pPr>
            <a:lvl9pPr>
              <a:defRPr sz="2025" b="1" i="0">
                <a:solidFill>
                  <a:srgbClr val="2C617B"/>
                </a:solidFill>
                <a:latin typeface="Nimbus Mono PS"/>
                <a:ea typeface="Nimbus Mono PS"/>
                <a:cs typeface="Nimbus Mono PS"/>
              </a:defRPr>
            </a:lvl9pPr>
          </a:lstStyle>
          <a:p xmlns:a="http://schemas.openxmlformats.org/drawingml/2006/main">
            <a:pPr>
              <a:defRPr sz="2025" b="1" i="0">
                <a:solidFill>
                  <a:srgbClr val="2C617B"/>
                </a:solidFill>
                <a:latin typeface="Nimbus Mono PS"/>
                <a:ea typeface="Nimbus Mono PS"/>
                <a:cs typeface="Nimbus Mono PS"/>
              </a:defRPr>
            </a:pPr>
            <a:r>
              <a:rPr sz="2025" b="1" i="0">
                <a:solidFill>
                  <a:srgbClr val="2C617B"/>
                </a:solidFill>
                <a:latin typeface="Nimbus Mono PS"/>
                <a:ea typeface="Nimbus Mono PS"/>
                <a:cs typeface="Nimbus Mono PS"/>
                <a:hlinkClick xmlns:r="http://schemas.openxmlformats.org/officeDocument/2006/relationships" r:id="R71b30eb3904e45f3"/>
              </a:rPr>
              <a:t>Attekita Dev</a:t>
            </a:r>
          </a:p>
        </p:txBody>
      </p:sp>
      <p:sp>
        <p:nvSpPr>
          <p:cNvPr id="17" name="text-15">
            <a:extLst xmlns:a="http://schemas.openxmlformats.org/drawingml/2006/main">
              <a:ext uri="{FF2B5EF4-FFF2-40B4-BE49-F238E27FC236}">
                <a16:creationId xmlns:a16="http://schemas.microsoft.com/office/drawing/2014/main" id="{B09D5838-187F-409D-9B07-9843F8E88E3D}"/>
              </a:ext>
            </a:extLst>
          </p:cNvPr>
          <p:cNvSpPr>
            <a:spLocks xmlns:a="http://schemas.openxmlformats.org/drawingml/2006/main" noGrp="1"/>
          </p:cNvSpPr>
          <p:nvPr/>
        </p:nvSpPr>
        <p:spPr>
          <a:xfrm xmlns:a="http://schemas.openxmlformats.org/drawingml/2006/main">
            <a:off x="781050" y="7105650"/>
            <a:ext cx="61912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0" i="0">
                <a:solidFill>
                  <a:srgbClr val="193244"/>
                </a:solidFill>
                <a:latin typeface="Nimbus Sans"/>
                <a:ea typeface="Nimbus Sans"/>
                <a:cs typeface="Nimbus Sans"/>
              </a:defRPr>
            </a:defPPr>
            <a:lvl1pPr>
              <a:defRPr sz="1800" b="0" i="0">
                <a:solidFill>
                  <a:srgbClr val="193244"/>
                </a:solidFill>
                <a:latin typeface="Nimbus Sans"/>
                <a:ea typeface="Nimbus Sans"/>
                <a:cs typeface="Nimbus Sans"/>
              </a:defRPr>
            </a:lvl1pPr>
            <a:lvl2pPr>
              <a:defRPr sz="1800" b="0" i="0">
                <a:solidFill>
                  <a:srgbClr val="193244"/>
                </a:solidFill>
                <a:latin typeface="Nimbus Sans"/>
                <a:ea typeface="Nimbus Sans"/>
                <a:cs typeface="Nimbus Sans"/>
              </a:defRPr>
            </a:lvl2pPr>
            <a:lvl3pPr>
              <a:defRPr sz="1800" b="0" i="0">
                <a:solidFill>
                  <a:srgbClr val="193244"/>
                </a:solidFill>
                <a:latin typeface="Nimbus Sans"/>
                <a:ea typeface="Nimbus Sans"/>
                <a:cs typeface="Nimbus Sans"/>
              </a:defRPr>
            </a:lvl3pPr>
            <a:lvl4pPr>
              <a:defRPr sz="1800" b="0" i="0">
                <a:solidFill>
                  <a:srgbClr val="193244"/>
                </a:solidFill>
                <a:latin typeface="Nimbus Sans"/>
                <a:ea typeface="Nimbus Sans"/>
                <a:cs typeface="Nimbus Sans"/>
              </a:defRPr>
            </a:lvl4pPr>
            <a:lvl5pPr>
              <a:defRPr sz="1800" b="0" i="0">
                <a:solidFill>
                  <a:srgbClr val="193244"/>
                </a:solidFill>
                <a:latin typeface="Nimbus Sans"/>
                <a:ea typeface="Nimbus Sans"/>
                <a:cs typeface="Nimbus Sans"/>
              </a:defRPr>
            </a:lvl5pPr>
            <a:lvl6pPr>
              <a:defRPr sz="1800" b="0" i="0">
                <a:solidFill>
                  <a:srgbClr val="193244"/>
                </a:solidFill>
                <a:latin typeface="Nimbus Sans"/>
                <a:ea typeface="Nimbus Sans"/>
                <a:cs typeface="Nimbus Sans"/>
              </a:defRPr>
            </a:lvl6pPr>
            <a:lvl7pPr>
              <a:defRPr sz="1800" b="0" i="0">
                <a:solidFill>
                  <a:srgbClr val="193244"/>
                </a:solidFill>
                <a:latin typeface="Nimbus Sans"/>
                <a:ea typeface="Nimbus Sans"/>
                <a:cs typeface="Nimbus Sans"/>
              </a:defRPr>
            </a:lvl7pPr>
            <a:lvl8pPr>
              <a:defRPr sz="1800" b="0" i="0">
                <a:solidFill>
                  <a:srgbClr val="193244"/>
                </a:solidFill>
                <a:latin typeface="Nimbus Sans"/>
                <a:ea typeface="Nimbus Sans"/>
                <a:cs typeface="Nimbus Sans"/>
              </a:defRPr>
            </a:lvl8pPr>
            <a:lvl9pPr>
              <a:defRPr sz="1800" b="0" i="0">
                <a:solidFill>
                  <a:srgbClr val="193244"/>
                </a:solidFill>
                <a:latin typeface="Nimbus Sans"/>
                <a:ea typeface="Nimbus Sans"/>
                <a:cs typeface="Nimbus Sans"/>
              </a:defRPr>
            </a:lvl9pPr>
          </a:lstStyle>
          <a:p xmlns:a="http://schemas.openxmlformats.org/drawingml/2006/main">
            <a:pPr>
              <a:defRPr sz="1800" b="0" i="0">
                <a:solidFill>
                  <a:srgbClr val="193244"/>
                </a:solidFill>
                <a:latin typeface="Nimbus Sans"/>
                <a:ea typeface="Nimbus Sans"/>
                <a:cs typeface="Nimbus Sans"/>
              </a:defRPr>
            </a:pPr>
            <a:r>
              <a:rPr sz="1800" b="0" i="0">
                <a:solidFill>
                  <a:srgbClr val="193244"/>
                </a:solidFill>
                <a:latin typeface="Nimbus Sans"/>
                <a:ea typeface="Nimbus Sans"/>
                <a:cs typeface="Nimbus Sans"/>
              </a:rPr>
              <a:t>O Fluxo de Skills que faz a IA Programar…</a:t>
            </a:r>
          </a:p>
        </p:txBody>
      </p:sp>
      <p:sp>
        <p:nvSpPr>
          <p:cNvPr id="18" name="text-16">
            <a:extLst xmlns:a="http://schemas.openxmlformats.org/drawingml/2006/main">
              <a:ext uri="{FF2B5EF4-FFF2-40B4-BE49-F238E27FC236}">
                <a16:creationId xmlns:a16="http://schemas.microsoft.com/office/drawing/2014/main" id="{82DFA22B-131D-4790-A947-2D300C8E92C5}"/>
              </a:ext>
            </a:extLst>
          </p:cNvPr>
          <p:cNvSpPr>
            <a:spLocks xmlns:a="http://schemas.openxmlformats.org/drawingml/2006/main" noGrp="1"/>
          </p:cNvSpPr>
          <p:nvPr/>
        </p:nvSpPr>
        <p:spPr>
          <a:xfrm xmlns:a="http://schemas.openxmlformats.org/drawingml/2006/main">
            <a:off x="8286750" y="2209800"/>
            <a:ext cx="6191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1" i="0">
                <a:solidFill>
                  <a:srgbClr val="2C617B"/>
                </a:solidFill>
                <a:latin typeface="Nimbus Mono PS"/>
                <a:ea typeface="Nimbus Mono PS"/>
                <a:cs typeface="Nimbus Mono PS"/>
              </a:defRPr>
            </a:defPPr>
            <a:lvl1pPr>
              <a:defRPr sz="2025" b="1" i="0">
                <a:solidFill>
                  <a:srgbClr val="2C617B"/>
                </a:solidFill>
                <a:latin typeface="Nimbus Mono PS"/>
                <a:ea typeface="Nimbus Mono PS"/>
                <a:cs typeface="Nimbus Mono PS"/>
              </a:defRPr>
            </a:lvl1pPr>
            <a:lvl2pPr>
              <a:defRPr sz="2025" b="1" i="0">
                <a:solidFill>
                  <a:srgbClr val="2C617B"/>
                </a:solidFill>
                <a:latin typeface="Nimbus Mono PS"/>
                <a:ea typeface="Nimbus Mono PS"/>
                <a:cs typeface="Nimbus Mono PS"/>
              </a:defRPr>
            </a:lvl2pPr>
            <a:lvl3pPr>
              <a:defRPr sz="2025" b="1" i="0">
                <a:solidFill>
                  <a:srgbClr val="2C617B"/>
                </a:solidFill>
                <a:latin typeface="Nimbus Mono PS"/>
                <a:ea typeface="Nimbus Mono PS"/>
                <a:cs typeface="Nimbus Mono PS"/>
              </a:defRPr>
            </a:lvl3pPr>
            <a:lvl4pPr>
              <a:defRPr sz="2025" b="1" i="0">
                <a:solidFill>
                  <a:srgbClr val="2C617B"/>
                </a:solidFill>
                <a:latin typeface="Nimbus Mono PS"/>
                <a:ea typeface="Nimbus Mono PS"/>
                <a:cs typeface="Nimbus Mono PS"/>
              </a:defRPr>
            </a:lvl4pPr>
            <a:lvl5pPr>
              <a:defRPr sz="2025" b="1" i="0">
                <a:solidFill>
                  <a:srgbClr val="2C617B"/>
                </a:solidFill>
                <a:latin typeface="Nimbus Mono PS"/>
                <a:ea typeface="Nimbus Mono PS"/>
                <a:cs typeface="Nimbus Mono PS"/>
              </a:defRPr>
            </a:lvl5pPr>
            <a:lvl6pPr>
              <a:defRPr sz="2025" b="1" i="0">
                <a:solidFill>
                  <a:srgbClr val="2C617B"/>
                </a:solidFill>
                <a:latin typeface="Nimbus Mono PS"/>
                <a:ea typeface="Nimbus Mono PS"/>
                <a:cs typeface="Nimbus Mono PS"/>
              </a:defRPr>
            </a:lvl6pPr>
            <a:lvl7pPr>
              <a:defRPr sz="2025" b="1" i="0">
                <a:solidFill>
                  <a:srgbClr val="2C617B"/>
                </a:solidFill>
                <a:latin typeface="Nimbus Mono PS"/>
                <a:ea typeface="Nimbus Mono PS"/>
                <a:cs typeface="Nimbus Mono PS"/>
              </a:defRPr>
            </a:lvl7pPr>
            <a:lvl8pPr>
              <a:defRPr sz="2025" b="1" i="0">
                <a:solidFill>
                  <a:srgbClr val="2C617B"/>
                </a:solidFill>
                <a:latin typeface="Nimbus Mono PS"/>
                <a:ea typeface="Nimbus Mono PS"/>
                <a:cs typeface="Nimbus Mono PS"/>
              </a:defRPr>
            </a:lvl8pPr>
            <a:lvl9pPr>
              <a:defRPr sz="2025" b="1" i="0">
                <a:solidFill>
                  <a:srgbClr val="2C617B"/>
                </a:solidFill>
                <a:latin typeface="Nimbus Mono PS"/>
                <a:ea typeface="Nimbus Mono PS"/>
                <a:cs typeface="Nimbus Mono PS"/>
              </a:defRPr>
            </a:lvl9pPr>
          </a:lstStyle>
          <a:p xmlns:a="http://schemas.openxmlformats.org/drawingml/2006/main">
            <a:pPr>
              <a:defRPr sz="2025" b="1" i="0">
                <a:solidFill>
                  <a:srgbClr val="2C617B"/>
                </a:solidFill>
                <a:latin typeface="Nimbus Mono PS"/>
                <a:ea typeface="Nimbus Mono PS"/>
                <a:cs typeface="Nimbus Mono PS"/>
              </a:defRPr>
            </a:pPr>
            <a:r>
              <a:rPr sz="2025" b="1" i="0">
                <a:solidFill>
                  <a:srgbClr val="2C617B"/>
                </a:solidFill>
                <a:latin typeface="Nimbus Mono PS"/>
                <a:ea typeface="Nimbus Mono PS"/>
                <a:cs typeface="Nimbus Mono PS"/>
                <a:hlinkClick xmlns:r="http://schemas.openxmlformats.org/officeDocument/2006/relationships" r:id="R7ecab19880dd401f"/>
              </a:rPr>
              <a:t>Fabio Akita</a:t>
            </a:r>
          </a:p>
        </p:txBody>
      </p:sp>
      <p:sp>
        <p:nvSpPr>
          <p:cNvPr id="19" name="text-17">
            <a:extLst xmlns:a="http://schemas.openxmlformats.org/drawingml/2006/main">
              <a:ext uri="{FF2B5EF4-FFF2-40B4-BE49-F238E27FC236}">
                <a16:creationId xmlns:a16="http://schemas.microsoft.com/office/drawing/2014/main" id="{4996A6E3-AFA9-4CB8-B73D-91FD0A0A1A71}"/>
              </a:ext>
            </a:extLst>
          </p:cNvPr>
          <p:cNvSpPr>
            <a:spLocks xmlns:a="http://schemas.openxmlformats.org/drawingml/2006/main" noGrp="1"/>
          </p:cNvSpPr>
          <p:nvPr/>
        </p:nvSpPr>
        <p:spPr>
          <a:xfrm xmlns:a="http://schemas.openxmlformats.org/drawingml/2006/main">
            <a:off x="8286750" y="2581275"/>
            <a:ext cx="61912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0" i="0">
                <a:solidFill>
                  <a:srgbClr val="193244"/>
                </a:solidFill>
                <a:latin typeface="Nimbus Sans"/>
                <a:ea typeface="Nimbus Sans"/>
                <a:cs typeface="Nimbus Sans"/>
              </a:defRPr>
            </a:defPPr>
            <a:lvl1pPr>
              <a:defRPr sz="1800" b="0" i="0">
                <a:solidFill>
                  <a:srgbClr val="193244"/>
                </a:solidFill>
                <a:latin typeface="Nimbus Sans"/>
                <a:ea typeface="Nimbus Sans"/>
                <a:cs typeface="Nimbus Sans"/>
              </a:defRPr>
            </a:lvl1pPr>
            <a:lvl2pPr>
              <a:defRPr sz="1800" b="0" i="0">
                <a:solidFill>
                  <a:srgbClr val="193244"/>
                </a:solidFill>
                <a:latin typeface="Nimbus Sans"/>
                <a:ea typeface="Nimbus Sans"/>
                <a:cs typeface="Nimbus Sans"/>
              </a:defRPr>
            </a:lvl2pPr>
            <a:lvl3pPr>
              <a:defRPr sz="1800" b="0" i="0">
                <a:solidFill>
                  <a:srgbClr val="193244"/>
                </a:solidFill>
                <a:latin typeface="Nimbus Sans"/>
                <a:ea typeface="Nimbus Sans"/>
                <a:cs typeface="Nimbus Sans"/>
              </a:defRPr>
            </a:lvl3pPr>
            <a:lvl4pPr>
              <a:defRPr sz="1800" b="0" i="0">
                <a:solidFill>
                  <a:srgbClr val="193244"/>
                </a:solidFill>
                <a:latin typeface="Nimbus Sans"/>
                <a:ea typeface="Nimbus Sans"/>
                <a:cs typeface="Nimbus Sans"/>
              </a:defRPr>
            </a:lvl4pPr>
            <a:lvl5pPr>
              <a:defRPr sz="1800" b="0" i="0">
                <a:solidFill>
                  <a:srgbClr val="193244"/>
                </a:solidFill>
                <a:latin typeface="Nimbus Sans"/>
                <a:ea typeface="Nimbus Sans"/>
                <a:cs typeface="Nimbus Sans"/>
              </a:defRPr>
            </a:lvl5pPr>
            <a:lvl6pPr>
              <a:defRPr sz="1800" b="0" i="0">
                <a:solidFill>
                  <a:srgbClr val="193244"/>
                </a:solidFill>
                <a:latin typeface="Nimbus Sans"/>
                <a:ea typeface="Nimbus Sans"/>
                <a:cs typeface="Nimbus Sans"/>
              </a:defRPr>
            </a:lvl6pPr>
            <a:lvl7pPr>
              <a:defRPr sz="1800" b="0" i="0">
                <a:solidFill>
                  <a:srgbClr val="193244"/>
                </a:solidFill>
                <a:latin typeface="Nimbus Sans"/>
                <a:ea typeface="Nimbus Sans"/>
                <a:cs typeface="Nimbus Sans"/>
              </a:defRPr>
            </a:lvl7pPr>
            <a:lvl8pPr>
              <a:defRPr sz="1800" b="0" i="0">
                <a:solidFill>
                  <a:srgbClr val="193244"/>
                </a:solidFill>
                <a:latin typeface="Nimbus Sans"/>
                <a:ea typeface="Nimbus Sans"/>
                <a:cs typeface="Nimbus Sans"/>
              </a:defRPr>
            </a:lvl8pPr>
            <a:lvl9pPr>
              <a:defRPr sz="1800" b="0" i="0">
                <a:solidFill>
                  <a:srgbClr val="193244"/>
                </a:solidFill>
                <a:latin typeface="Nimbus Sans"/>
                <a:ea typeface="Nimbus Sans"/>
                <a:cs typeface="Nimbus Sans"/>
              </a:defRPr>
            </a:lvl9pPr>
          </a:lstStyle>
          <a:p xmlns:a="http://schemas.openxmlformats.org/drawingml/2006/main">
            <a:pPr>
              <a:defRPr sz="1800" b="0" i="0">
                <a:solidFill>
                  <a:srgbClr val="193244"/>
                </a:solidFill>
                <a:latin typeface="Nimbus Sans"/>
                <a:ea typeface="Nimbus Sans"/>
                <a:cs typeface="Nimbus Sans"/>
              </a:defRPr>
            </a:pPr>
            <a:r>
              <a:rPr sz="1800" b="0" i="0">
                <a:solidFill>
                  <a:srgbClr val="193244"/>
                </a:solidFill>
                <a:latin typeface="Nimbus Sans"/>
                <a:ea typeface="Nimbus Sans"/>
                <a:cs typeface="Nimbus Sans"/>
              </a:rPr>
              <a:t>Crítica a Harness, Loop e Graph Engineering</a:t>
            </a:r>
          </a:p>
        </p:txBody>
      </p:sp>
      <p:sp>
        <p:nvSpPr>
          <p:cNvPr id="20" name="text-18">
            <a:extLst xmlns:a="http://schemas.openxmlformats.org/drawingml/2006/main">
              <a:ext uri="{FF2B5EF4-FFF2-40B4-BE49-F238E27FC236}">
                <a16:creationId xmlns:a16="http://schemas.microsoft.com/office/drawing/2014/main" id="{340622F7-652F-4D19-BAB7-96C10AFAF548}"/>
              </a:ext>
            </a:extLst>
          </p:cNvPr>
          <p:cNvSpPr>
            <a:spLocks xmlns:a="http://schemas.openxmlformats.org/drawingml/2006/main" noGrp="1"/>
          </p:cNvSpPr>
          <p:nvPr/>
        </p:nvSpPr>
        <p:spPr>
          <a:xfrm xmlns:a="http://schemas.openxmlformats.org/drawingml/2006/main">
            <a:off x="8286750" y="3114675"/>
            <a:ext cx="6191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1" i="0">
                <a:solidFill>
                  <a:srgbClr val="2C617B"/>
                </a:solidFill>
                <a:latin typeface="Nimbus Mono PS"/>
                <a:ea typeface="Nimbus Mono PS"/>
                <a:cs typeface="Nimbus Mono PS"/>
              </a:defRPr>
            </a:defPPr>
            <a:lvl1pPr>
              <a:defRPr sz="2025" b="1" i="0">
                <a:solidFill>
                  <a:srgbClr val="2C617B"/>
                </a:solidFill>
                <a:latin typeface="Nimbus Mono PS"/>
                <a:ea typeface="Nimbus Mono PS"/>
                <a:cs typeface="Nimbus Mono PS"/>
              </a:defRPr>
            </a:lvl1pPr>
            <a:lvl2pPr>
              <a:defRPr sz="2025" b="1" i="0">
                <a:solidFill>
                  <a:srgbClr val="2C617B"/>
                </a:solidFill>
                <a:latin typeface="Nimbus Mono PS"/>
                <a:ea typeface="Nimbus Mono PS"/>
                <a:cs typeface="Nimbus Mono PS"/>
              </a:defRPr>
            </a:lvl2pPr>
            <a:lvl3pPr>
              <a:defRPr sz="2025" b="1" i="0">
                <a:solidFill>
                  <a:srgbClr val="2C617B"/>
                </a:solidFill>
                <a:latin typeface="Nimbus Mono PS"/>
                <a:ea typeface="Nimbus Mono PS"/>
                <a:cs typeface="Nimbus Mono PS"/>
              </a:defRPr>
            </a:lvl3pPr>
            <a:lvl4pPr>
              <a:defRPr sz="2025" b="1" i="0">
                <a:solidFill>
                  <a:srgbClr val="2C617B"/>
                </a:solidFill>
                <a:latin typeface="Nimbus Mono PS"/>
                <a:ea typeface="Nimbus Mono PS"/>
                <a:cs typeface="Nimbus Mono PS"/>
              </a:defRPr>
            </a:lvl4pPr>
            <a:lvl5pPr>
              <a:defRPr sz="2025" b="1" i="0">
                <a:solidFill>
                  <a:srgbClr val="2C617B"/>
                </a:solidFill>
                <a:latin typeface="Nimbus Mono PS"/>
                <a:ea typeface="Nimbus Mono PS"/>
                <a:cs typeface="Nimbus Mono PS"/>
              </a:defRPr>
            </a:lvl5pPr>
            <a:lvl6pPr>
              <a:defRPr sz="2025" b="1" i="0">
                <a:solidFill>
                  <a:srgbClr val="2C617B"/>
                </a:solidFill>
                <a:latin typeface="Nimbus Mono PS"/>
                <a:ea typeface="Nimbus Mono PS"/>
                <a:cs typeface="Nimbus Mono PS"/>
              </a:defRPr>
            </a:lvl6pPr>
            <a:lvl7pPr>
              <a:defRPr sz="2025" b="1" i="0">
                <a:solidFill>
                  <a:srgbClr val="2C617B"/>
                </a:solidFill>
                <a:latin typeface="Nimbus Mono PS"/>
                <a:ea typeface="Nimbus Mono PS"/>
                <a:cs typeface="Nimbus Mono PS"/>
              </a:defRPr>
            </a:lvl7pPr>
            <a:lvl8pPr>
              <a:defRPr sz="2025" b="1" i="0">
                <a:solidFill>
                  <a:srgbClr val="2C617B"/>
                </a:solidFill>
                <a:latin typeface="Nimbus Mono PS"/>
                <a:ea typeface="Nimbus Mono PS"/>
                <a:cs typeface="Nimbus Mono PS"/>
              </a:defRPr>
            </a:lvl8pPr>
            <a:lvl9pPr>
              <a:defRPr sz="2025" b="1" i="0">
                <a:solidFill>
                  <a:srgbClr val="2C617B"/>
                </a:solidFill>
                <a:latin typeface="Nimbus Mono PS"/>
                <a:ea typeface="Nimbus Mono PS"/>
                <a:cs typeface="Nimbus Mono PS"/>
              </a:defRPr>
            </a:lvl9pPr>
          </a:lstStyle>
          <a:p xmlns:a="http://schemas.openxmlformats.org/drawingml/2006/main">
            <a:pPr>
              <a:defRPr sz="2025" b="1" i="0">
                <a:solidFill>
                  <a:srgbClr val="2C617B"/>
                </a:solidFill>
                <a:latin typeface="Nimbus Mono PS"/>
                <a:ea typeface="Nimbus Mono PS"/>
                <a:cs typeface="Nimbus Mono PS"/>
              </a:defRPr>
            </a:pPr>
            <a:r>
              <a:rPr sz="2025" b="1" i="0">
                <a:solidFill>
                  <a:srgbClr val="2C617B"/>
                </a:solidFill>
                <a:latin typeface="Nimbus Mono PS"/>
                <a:ea typeface="Nimbus Mono PS"/>
                <a:cs typeface="Nimbus Mono PS"/>
                <a:hlinkClick xmlns:r="http://schemas.openxmlformats.org/officeDocument/2006/relationships" r:id="R96dde7f67dd04b4d"/>
              </a:rPr>
              <a:t>Fabio Akita</a:t>
            </a:r>
          </a:p>
        </p:txBody>
      </p:sp>
      <p:sp>
        <p:nvSpPr>
          <p:cNvPr id="21" name="text-19">
            <a:extLst xmlns:a="http://schemas.openxmlformats.org/drawingml/2006/main">
              <a:ext uri="{FF2B5EF4-FFF2-40B4-BE49-F238E27FC236}">
                <a16:creationId xmlns:a16="http://schemas.microsoft.com/office/drawing/2014/main" id="{87EEB3F3-A049-44AE-A0AE-317CD0F286F5}"/>
              </a:ext>
            </a:extLst>
          </p:cNvPr>
          <p:cNvSpPr>
            <a:spLocks xmlns:a="http://schemas.openxmlformats.org/drawingml/2006/main" noGrp="1"/>
          </p:cNvSpPr>
          <p:nvPr/>
        </p:nvSpPr>
        <p:spPr>
          <a:xfrm xmlns:a="http://schemas.openxmlformats.org/drawingml/2006/main">
            <a:off x="8286750" y="3486150"/>
            <a:ext cx="61912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0" i="0">
                <a:solidFill>
                  <a:srgbClr val="193244"/>
                </a:solidFill>
                <a:latin typeface="Nimbus Sans"/>
                <a:ea typeface="Nimbus Sans"/>
                <a:cs typeface="Nimbus Sans"/>
              </a:defRPr>
            </a:defPPr>
            <a:lvl1pPr>
              <a:defRPr sz="1800" b="0" i="0">
                <a:solidFill>
                  <a:srgbClr val="193244"/>
                </a:solidFill>
                <a:latin typeface="Nimbus Sans"/>
                <a:ea typeface="Nimbus Sans"/>
                <a:cs typeface="Nimbus Sans"/>
              </a:defRPr>
            </a:lvl1pPr>
            <a:lvl2pPr>
              <a:defRPr sz="1800" b="0" i="0">
                <a:solidFill>
                  <a:srgbClr val="193244"/>
                </a:solidFill>
                <a:latin typeface="Nimbus Sans"/>
                <a:ea typeface="Nimbus Sans"/>
                <a:cs typeface="Nimbus Sans"/>
              </a:defRPr>
            </a:lvl2pPr>
            <a:lvl3pPr>
              <a:defRPr sz="1800" b="0" i="0">
                <a:solidFill>
                  <a:srgbClr val="193244"/>
                </a:solidFill>
                <a:latin typeface="Nimbus Sans"/>
                <a:ea typeface="Nimbus Sans"/>
                <a:cs typeface="Nimbus Sans"/>
              </a:defRPr>
            </a:lvl3pPr>
            <a:lvl4pPr>
              <a:defRPr sz="1800" b="0" i="0">
                <a:solidFill>
                  <a:srgbClr val="193244"/>
                </a:solidFill>
                <a:latin typeface="Nimbus Sans"/>
                <a:ea typeface="Nimbus Sans"/>
                <a:cs typeface="Nimbus Sans"/>
              </a:defRPr>
            </a:lvl4pPr>
            <a:lvl5pPr>
              <a:defRPr sz="1800" b="0" i="0">
                <a:solidFill>
                  <a:srgbClr val="193244"/>
                </a:solidFill>
                <a:latin typeface="Nimbus Sans"/>
                <a:ea typeface="Nimbus Sans"/>
                <a:cs typeface="Nimbus Sans"/>
              </a:defRPr>
            </a:lvl5pPr>
            <a:lvl6pPr>
              <a:defRPr sz="1800" b="0" i="0">
                <a:solidFill>
                  <a:srgbClr val="193244"/>
                </a:solidFill>
                <a:latin typeface="Nimbus Sans"/>
                <a:ea typeface="Nimbus Sans"/>
                <a:cs typeface="Nimbus Sans"/>
              </a:defRPr>
            </a:lvl6pPr>
            <a:lvl7pPr>
              <a:defRPr sz="1800" b="0" i="0">
                <a:solidFill>
                  <a:srgbClr val="193244"/>
                </a:solidFill>
                <a:latin typeface="Nimbus Sans"/>
                <a:ea typeface="Nimbus Sans"/>
                <a:cs typeface="Nimbus Sans"/>
              </a:defRPr>
            </a:lvl7pPr>
            <a:lvl8pPr>
              <a:defRPr sz="1800" b="0" i="0">
                <a:solidFill>
                  <a:srgbClr val="193244"/>
                </a:solidFill>
                <a:latin typeface="Nimbus Sans"/>
                <a:ea typeface="Nimbus Sans"/>
                <a:cs typeface="Nimbus Sans"/>
              </a:defRPr>
            </a:lvl8pPr>
            <a:lvl9pPr>
              <a:defRPr sz="1800" b="0" i="0">
                <a:solidFill>
                  <a:srgbClr val="193244"/>
                </a:solidFill>
                <a:latin typeface="Nimbus Sans"/>
                <a:ea typeface="Nimbus Sans"/>
                <a:cs typeface="Nimbus Sans"/>
              </a:defRPr>
            </a:lvl9pPr>
          </a:lstStyle>
          <a:p xmlns:a="http://schemas.openxmlformats.org/drawingml/2006/main">
            <a:pPr>
              <a:defRPr sz="1800" b="0" i="0">
                <a:solidFill>
                  <a:srgbClr val="193244"/>
                </a:solidFill>
                <a:latin typeface="Nimbus Sans"/>
                <a:ea typeface="Nimbus Sans"/>
                <a:cs typeface="Nimbus Sans"/>
              </a:defRPr>
            </a:pPr>
            <a:r>
              <a:rPr sz="1800" b="0" i="0">
                <a:solidFill>
                  <a:srgbClr val="193244"/>
                </a:solidFill>
                <a:latin typeface="Nimbus Sans"/>
                <a:ea typeface="Nimbus Sans"/>
                <a:cs typeface="Nimbus Sans"/>
              </a:rPr>
              <a:t>Meu workflow de programação com IA</a:t>
            </a:r>
          </a:p>
        </p:txBody>
      </p:sp>
      <p:sp>
        <p:nvSpPr>
          <p:cNvPr id="22" name="text-20">
            <a:extLst xmlns:a="http://schemas.openxmlformats.org/drawingml/2006/main">
              <a:ext uri="{FF2B5EF4-FFF2-40B4-BE49-F238E27FC236}">
                <a16:creationId xmlns:a16="http://schemas.microsoft.com/office/drawing/2014/main" id="{DDC7367A-14FD-4831-865E-B8E14427FFA4}"/>
              </a:ext>
            </a:extLst>
          </p:cNvPr>
          <p:cNvSpPr>
            <a:spLocks xmlns:a="http://schemas.openxmlformats.org/drawingml/2006/main" noGrp="1"/>
          </p:cNvSpPr>
          <p:nvPr/>
        </p:nvSpPr>
        <p:spPr>
          <a:xfrm xmlns:a="http://schemas.openxmlformats.org/drawingml/2006/main">
            <a:off x="8286750" y="4019550"/>
            <a:ext cx="6191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1" i="0">
                <a:solidFill>
                  <a:srgbClr val="2C617B"/>
                </a:solidFill>
                <a:latin typeface="Nimbus Mono PS"/>
                <a:ea typeface="Nimbus Mono PS"/>
                <a:cs typeface="Nimbus Mono PS"/>
              </a:defRPr>
            </a:defPPr>
            <a:lvl1pPr>
              <a:defRPr sz="2025" b="1" i="0">
                <a:solidFill>
                  <a:srgbClr val="2C617B"/>
                </a:solidFill>
                <a:latin typeface="Nimbus Mono PS"/>
                <a:ea typeface="Nimbus Mono PS"/>
                <a:cs typeface="Nimbus Mono PS"/>
              </a:defRPr>
            </a:lvl1pPr>
            <a:lvl2pPr>
              <a:defRPr sz="2025" b="1" i="0">
                <a:solidFill>
                  <a:srgbClr val="2C617B"/>
                </a:solidFill>
                <a:latin typeface="Nimbus Mono PS"/>
                <a:ea typeface="Nimbus Mono PS"/>
                <a:cs typeface="Nimbus Mono PS"/>
              </a:defRPr>
            </a:lvl2pPr>
            <a:lvl3pPr>
              <a:defRPr sz="2025" b="1" i="0">
                <a:solidFill>
                  <a:srgbClr val="2C617B"/>
                </a:solidFill>
                <a:latin typeface="Nimbus Mono PS"/>
                <a:ea typeface="Nimbus Mono PS"/>
                <a:cs typeface="Nimbus Mono PS"/>
              </a:defRPr>
            </a:lvl3pPr>
            <a:lvl4pPr>
              <a:defRPr sz="2025" b="1" i="0">
                <a:solidFill>
                  <a:srgbClr val="2C617B"/>
                </a:solidFill>
                <a:latin typeface="Nimbus Mono PS"/>
                <a:ea typeface="Nimbus Mono PS"/>
                <a:cs typeface="Nimbus Mono PS"/>
              </a:defRPr>
            </a:lvl4pPr>
            <a:lvl5pPr>
              <a:defRPr sz="2025" b="1" i="0">
                <a:solidFill>
                  <a:srgbClr val="2C617B"/>
                </a:solidFill>
                <a:latin typeface="Nimbus Mono PS"/>
                <a:ea typeface="Nimbus Mono PS"/>
                <a:cs typeface="Nimbus Mono PS"/>
              </a:defRPr>
            </a:lvl5pPr>
            <a:lvl6pPr>
              <a:defRPr sz="2025" b="1" i="0">
                <a:solidFill>
                  <a:srgbClr val="2C617B"/>
                </a:solidFill>
                <a:latin typeface="Nimbus Mono PS"/>
                <a:ea typeface="Nimbus Mono PS"/>
                <a:cs typeface="Nimbus Mono PS"/>
              </a:defRPr>
            </a:lvl6pPr>
            <a:lvl7pPr>
              <a:defRPr sz="2025" b="1" i="0">
                <a:solidFill>
                  <a:srgbClr val="2C617B"/>
                </a:solidFill>
                <a:latin typeface="Nimbus Mono PS"/>
                <a:ea typeface="Nimbus Mono PS"/>
                <a:cs typeface="Nimbus Mono PS"/>
              </a:defRPr>
            </a:lvl7pPr>
            <a:lvl8pPr>
              <a:defRPr sz="2025" b="1" i="0">
                <a:solidFill>
                  <a:srgbClr val="2C617B"/>
                </a:solidFill>
                <a:latin typeface="Nimbus Mono PS"/>
                <a:ea typeface="Nimbus Mono PS"/>
                <a:cs typeface="Nimbus Mono PS"/>
              </a:defRPr>
            </a:lvl8pPr>
            <a:lvl9pPr>
              <a:defRPr sz="2025" b="1" i="0">
                <a:solidFill>
                  <a:srgbClr val="2C617B"/>
                </a:solidFill>
                <a:latin typeface="Nimbus Mono PS"/>
                <a:ea typeface="Nimbus Mono PS"/>
                <a:cs typeface="Nimbus Mono PS"/>
              </a:defRPr>
            </a:lvl9pPr>
          </a:lstStyle>
          <a:p xmlns:a="http://schemas.openxmlformats.org/drawingml/2006/main">
            <a:pPr>
              <a:defRPr sz="2025" b="1" i="0">
                <a:solidFill>
                  <a:srgbClr val="2C617B"/>
                </a:solidFill>
                <a:latin typeface="Nimbus Mono PS"/>
                <a:ea typeface="Nimbus Mono PS"/>
                <a:cs typeface="Nimbus Mono PS"/>
              </a:defRPr>
            </a:pPr>
            <a:r>
              <a:rPr sz="2025" b="1" i="0">
                <a:solidFill>
                  <a:srgbClr val="2C617B"/>
                </a:solidFill>
                <a:latin typeface="Nimbus Mono PS"/>
                <a:ea typeface="Nimbus Mono PS"/>
                <a:cs typeface="Nimbus Mono PS"/>
                <a:hlinkClick xmlns:r="http://schemas.openxmlformats.org/officeDocument/2006/relationships" r:id="Rb0eb21b3d1a941ec"/>
              </a:rPr>
              <a:t>Fabio Akita</a:t>
            </a:r>
          </a:p>
        </p:txBody>
      </p:sp>
      <p:sp>
        <p:nvSpPr>
          <p:cNvPr id="23" name="text-21">
            <a:extLst xmlns:a="http://schemas.openxmlformats.org/drawingml/2006/main">
              <a:ext uri="{FF2B5EF4-FFF2-40B4-BE49-F238E27FC236}">
                <a16:creationId xmlns:a16="http://schemas.microsoft.com/office/drawing/2014/main" id="{DD5CC7FF-84BB-4C1C-949B-AAC610A2B74D}"/>
              </a:ext>
            </a:extLst>
          </p:cNvPr>
          <p:cNvSpPr>
            <a:spLocks xmlns:a="http://schemas.openxmlformats.org/drawingml/2006/main" noGrp="1"/>
          </p:cNvSpPr>
          <p:nvPr/>
        </p:nvSpPr>
        <p:spPr>
          <a:xfrm xmlns:a="http://schemas.openxmlformats.org/drawingml/2006/main">
            <a:off x="8286750" y="4391025"/>
            <a:ext cx="61912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0" i="0">
                <a:solidFill>
                  <a:srgbClr val="193244"/>
                </a:solidFill>
                <a:latin typeface="Nimbus Sans"/>
                <a:ea typeface="Nimbus Sans"/>
                <a:cs typeface="Nimbus Sans"/>
              </a:defRPr>
            </a:defPPr>
            <a:lvl1pPr>
              <a:defRPr sz="1800" b="0" i="0">
                <a:solidFill>
                  <a:srgbClr val="193244"/>
                </a:solidFill>
                <a:latin typeface="Nimbus Sans"/>
                <a:ea typeface="Nimbus Sans"/>
                <a:cs typeface="Nimbus Sans"/>
              </a:defRPr>
            </a:lvl1pPr>
            <a:lvl2pPr>
              <a:defRPr sz="1800" b="0" i="0">
                <a:solidFill>
                  <a:srgbClr val="193244"/>
                </a:solidFill>
                <a:latin typeface="Nimbus Sans"/>
                <a:ea typeface="Nimbus Sans"/>
                <a:cs typeface="Nimbus Sans"/>
              </a:defRPr>
            </a:lvl2pPr>
            <a:lvl3pPr>
              <a:defRPr sz="1800" b="0" i="0">
                <a:solidFill>
                  <a:srgbClr val="193244"/>
                </a:solidFill>
                <a:latin typeface="Nimbus Sans"/>
                <a:ea typeface="Nimbus Sans"/>
                <a:cs typeface="Nimbus Sans"/>
              </a:defRPr>
            </a:lvl3pPr>
            <a:lvl4pPr>
              <a:defRPr sz="1800" b="0" i="0">
                <a:solidFill>
                  <a:srgbClr val="193244"/>
                </a:solidFill>
                <a:latin typeface="Nimbus Sans"/>
                <a:ea typeface="Nimbus Sans"/>
                <a:cs typeface="Nimbus Sans"/>
              </a:defRPr>
            </a:lvl4pPr>
            <a:lvl5pPr>
              <a:defRPr sz="1800" b="0" i="0">
                <a:solidFill>
                  <a:srgbClr val="193244"/>
                </a:solidFill>
                <a:latin typeface="Nimbus Sans"/>
                <a:ea typeface="Nimbus Sans"/>
                <a:cs typeface="Nimbus Sans"/>
              </a:defRPr>
            </a:lvl5pPr>
            <a:lvl6pPr>
              <a:defRPr sz="1800" b="0" i="0">
                <a:solidFill>
                  <a:srgbClr val="193244"/>
                </a:solidFill>
                <a:latin typeface="Nimbus Sans"/>
                <a:ea typeface="Nimbus Sans"/>
                <a:cs typeface="Nimbus Sans"/>
              </a:defRPr>
            </a:lvl6pPr>
            <a:lvl7pPr>
              <a:defRPr sz="1800" b="0" i="0">
                <a:solidFill>
                  <a:srgbClr val="193244"/>
                </a:solidFill>
                <a:latin typeface="Nimbus Sans"/>
                <a:ea typeface="Nimbus Sans"/>
                <a:cs typeface="Nimbus Sans"/>
              </a:defRPr>
            </a:lvl7pPr>
            <a:lvl8pPr>
              <a:defRPr sz="1800" b="0" i="0">
                <a:solidFill>
                  <a:srgbClr val="193244"/>
                </a:solidFill>
                <a:latin typeface="Nimbus Sans"/>
                <a:ea typeface="Nimbus Sans"/>
                <a:cs typeface="Nimbus Sans"/>
              </a:defRPr>
            </a:lvl8pPr>
            <a:lvl9pPr>
              <a:defRPr sz="1800" b="0" i="0">
                <a:solidFill>
                  <a:srgbClr val="193244"/>
                </a:solidFill>
                <a:latin typeface="Nimbus Sans"/>
                <a:ea typeface="Nimbus Sans"/>
                <a:cs typeface="Nimbus Sans"/>
              </a:defRPr>
            </a:lvl9pPr>
          </a:lstStyle>
          <a:p xmlns:a="http://schemas.openxmlformats.org/drawingml/2006/main">
            <a:pPr>
              <a:defRPr sz="1800" b="0" i="0">
                <a:solidFill>
                  <a:srgbClr val="193244"/>
                </a:solidFill>
                <a:latin typeface="Nimbus Sans"/>
                <a:ea typeface="Nimbus Sans"/>
                <a:cs typeface="Nimbus Sans"/>
              </a:defRPr>
            </a:pPr>
            <a:r>
              <a:rPr sz="1800" b="0" i="0">
                <a:solidFill>
                  <a:srgbClr val="193244"/>
                </a:solidFill>
                <a:latin typeface="Nimbus Sans"/>
                <a:ea typeface="Nimbus Sans"/>
                <a:cs typeface="Nimbus Sans"/>
              </a:rPr>
              <a:t>Falando um pouco sobre minhas Skills de IA</a:t>
            </a:r>
          </a:p>
        </p:txBody>
      </p:sp>
      <p:sp>
        <p:nvSpPr>
          <p:cNvPr id="24" name="text-22">
            <a:extLst xmlns:a="http://schemas.openxmlformats.org/drawingml/2006/main">
              <a:ext uri="{FF2B5EF4-FFF2-40B4-BE49-F238E27FC236}">
                <a16:creationId xmlns:a16="http://schemas.microsoft.com/office/drawing/2014/main" id="{3643F5AC-2625-4D99-9878-EC77F6D50623}"/>
              </a:ext>
            </a:extLst>
          </p:cNvPr>
          <p:cNvSpPr>
            <a:spLocks xmlns:a="http://schemas.openxmlformats.org/drawingml/2006/main" noGrp="1"/>
          </p:cNvSpPr>
          <p:nvPr/>
        </p:nvSpPr>
        <p:spPr>
          <a:xfrm xmlns:a="http://schemas.openxmlformats.org/drawingml/2006/main">
            <a:off x="8286750" y="4924425"/>
            <a:ext cx="6191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1" i="0">
                <a:solidFill>
                  <a:srgbClr val="2C617B"/>
                </a:solidFill>
                <a:latin typeface="Nimbus Mono PS"/>
                <a:ea typeface="Nimbus Mono PS"/>
                <a:cs typeface="Nimbus Mono PS"/>
              </a:defRPr>
            </a:defPPr>
            <a:lvl1pPr>
              <a:defRPr sz="2025" b="1" i="0">
                <a:solidFill>
                  <a:srgbClr val="2C617B"/>
                </a:solidFill>
                <a:latin typeface="Nimbus Mono PS"/>
                <a:ea typeface="Nimbus Mono PS"/>
                <a:cs typeface="Nimbus Mono PS"/>
              </a:defRPr>
            </a:lvl1pPr>
            <a:lvl2pPr>
              <a:defRPr sz="2025" b="1" i="0">
                <a:solidFill>
                  <a:srgbClr val="2C617B"/>
                </a:solidFill>
                <a:latin typeface="Nimbus Mono PS"/>
                <a:ea typeface="Nimbus Mono PS"/>
                <a:cs typeface="Nimbus Mono PS"/>
              </a:defRPr>
            </a:lvl2pPr>
            <a:lvl3pPr>
              <a:defRPr sz="2025" b="1" i="0">
                <a:solidFill>
                  <a:srgbClr val="2C617B"/>
                </a:solidFill>
                <a:latin typeface="Nimbus Mono PS"/>
                <a:ea typeface="Nimbus Mono PS"/>
                <a:cs typeface="Nimbus Mono PS"/>
              </a:defRPr>
            </a:lvl3pPr>
            <a:lvl4pPr>
              <a:defRPr sz="2025" b="1" i="0">
                <a:solidFill>
                  <a:srgbClr val="2C617B"/>
                </a:solidFill>
                <a:latin typeface="Nimbus Mono PS"/>
                <a:ea typeface="Nimbus Mono PS"/>
                <a:cs typeface="Nimbus Mono PS"/>
              </a:defRPr>
            </a:lvl4pPr>
            <a:lvl5pPr>
              <a:defRPr sz="2025" b="1" i="0">
                <a:solidFill>
                  <a:srgbClr val="2C617B"/>
                </a:solidFill>
                <a:latin typeface="Nimbus Mono PS"/>
                <a:ea typeface="Nimbus Mono PS"/>
                <a:cs typeface="Nimbus Mono PS"/>
              </a:defRPr>
            </a:lvl5pPr>
            <a:lvl6pPr>
              <a:defRPr sz="2025" b="1" i="0">
                <a:solidFill>
                  <a:srgbClr val="2C617B"/>
                </a:solidFill>
                <a:latin typeface="Nimbus Mono PS"/>
                <a:ea typeface="Nimbus Mono PS"/>
                <a:cs typeface="Nimbus Mono PS"/>
              </a:defRPr>
            </a:lvl6pPr>
            <a:lvl7pPr>
              <a:defRPr sz="2025" b="1" i="0">
                <a:solidFill>
                  <a:srgbClr val="2C617B"/>
                </a:solidFill>
                <a:latin typeface="Nimbus Mono PS"/>
                <a:ea typeface="Nimbus Mono PS"/>
                <a:cs typeface="Nimbus Mono PS"/>
              </a:defRPr>
            </a:lvl7pPr>
            <a:lvl8pPr>
              <a:defRPr sz="2025" b="1" i="0">
                <a:solidFill>
                  <a:srgbClr val="2C617B"/>
                </a:solidFill>
                <a:latin typeface="Nimbus Mono PS"/>
                <a:ea typeface="Nimbus Mono PS"/>
                <a:cs typeface="Nimbus Mono PS"/>
              </a:defRPr>
            </a:lvl8pPr>
            <a:lvl9pPr>
              <a:defRPr sz="2025" b="1" i="0">
                <a:solidFill>
                  <a:srgbClr val="2C617B"/>
                </a:solidFill>
                <a:latin typeface="Nimbus Mono PS"/>
                <a:ea typeface="Nimbus Mono PS"/>
                <a:cs typeface="Nimbus Mono PS"/>
              </a:defRPr>
            </a:lvl9pPr>
          </a:lstStyle>
          <a:p xmlns:a="http://schemas.openxmlformats.org/drawingml/2006/main">
            <a:pPr>
              <a:defRPr sz="2025" b="1" i="0">
                <a:solidFill>
                  <a:srgbClr val="2C617B"/>
                </a:solidFill>
                <a:latin typeface="Nimbus Mono PS"/>
                <a:ea typeface="Nimbus Mono PS"/>
                <a:cs typeface="Nimbus Mono PS"/>
              </a:defRPr>
            </a:pPr>
            <a:r>
              <a:rPr sz="2025" b="1" i="0">
                <a:solidFill>
                  <a:srgbClr val="2C617B"/>
                </a:solidFill>
                <a:latin typeface="Nimbus Mono PS"/>
                <a:ea typeface="Nimbus Mono PS"/>
                <a:cs typeface="Nimbus Mono PS"/>
                <a:hlinkClick xmlns:r="http://schemas.openxmlformats.org/officeDocument/2006/relationships" r:id="R581ca00c23074397"/>
              </a:rPr>
              <a:t>Akita: my-skills</a:t>
            </a:r>
          </a:p>
        </p:txBody>
      </p:sp>
      <p:sp>
        <p:nvSpPr>
          <p:cNvPr id="25" name="text-23">
            <a:extLst xmlns:a="http://schemas.openxmlformats.org/drawingml/2006/main">
              <a:ext uri="{FF2B5EF4-FFF2-40B4-BE49-F238E27FC236}">
                <a16:creationId xmlns:a16="http://schemas.microsoft.com/office/drawing/2014/main" id="{E6D0D8D2-A321-4E03-B956-9EFCEE5CD6ED}"/>
              </a:ext>
            </a:extLst>
          </p:cNvPr>
          <p:cNvSpPr>
            <a:spLocks xmlns:a="http://schemas.openxmlformats.org/drawingml/2006/main" noGrp="1"/>
          </p:cNvSpPr>
          <p:nvPr/>
        </p:nvSpPr>
        <p:spPr>
          <a:xfrm xmlns:a="http://schemas.openxmlformats.org/drawingml/2006/main">
            <a:off x="8286750" y="5295900"/>
            <a:ext cx="61912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0" i="0">
                <a:solidFill>
                  <a:srgbClr val="193244"/>
                </a:solidFill>
                <a:latin typeface="Nimbus Sans"/>
                <a:ea typeface="Nimbus Sans"/>
                <a:cs typeface="Nimbus Sans"/>
              </a:defRPr>
            </a:defPPr>
            <a:lvl1pPr>
              <a:defRPr sz="1800" b="0" i="0">
                <a:solidFill>
                  <a:srgbClr val="193244"/>
                </a:solidFill>
                <a:latin typeface="Nimbus Sans"/>
                <a:ea typeface="Nimbus Sans"/>
                <a:cs typeface="Nimbus Sans"/>
              </a:defRPr>
            </a:lvl1pPr>
            <a:lvl2pPr>
              <a:defRPr sz="1800" b="0" i="0">
                <a:solidFill>
                  <a:srgbClr val="193244"/>
                </a:solidFill>
                <a:latin typeface="Nimbus Sans"/>
                <a:ea typeface="Nimbus Sans"/>
                <a:cs typeface="Nimbus Sans"/>
              </a:defRPr>
            </a:lvl2pPr>
            <a:lvl3pPr>
              <a:defRPr sz="1800" b="0" i="0">
                <a:solidFill>
                  <a:srgbClr val="193244"/>
                </a:solidFill>
                <a:latin typeface="Nimbus Sans"/>
                <a:ea typeface="Nimbus Sans"/>
                <a:cs typeface="Nimbus Sans"/>
              </a:defRPr>
            </a:lvl3pPr>
            <a:lvl4pPr>
              <a:defRPr sz="1800" b="0" i="0">
                <a:solidFill>
                  <a:srgbClr val="193244"/>
                </a:solidFill>
                <a:latin typeface="Nimbus Sans"/>
                <a:ea typeface="Nimbus Sans"/>
                <a:cs typeface="Nimbus Sans"/>
              </a:defRPr>
            </a:lvl4pPr>
            <a:lvl5pPr>
              <a:defRPr sz="1800" b="0" i="0">
                <a:solidFill>
                  <a:srgbClr val="193244"/>
                </a:solidFill>
                <a:latin typeface="Nimbus Sans"/>
                <a:ea typeface="Nimbus Sans"/>
                <a:cs typeface="Nimbus Sans"/>
              </a:defRPr>
            </a:lvl5pPr>
            <a:lvl6pPr>
              <a:defRPr sz="1800" b="0" i="0">
                <a:solidFill>
                  <a:srgbClr val="193244"/>
                </a:solidFill>
                <a:latin typeface="Nimbus Sans"/>
                <a:ea typeface="Nimbus Sans"/>
                <a:cs typeface="Nimbus Sans"/>
              </a:defRPr>
            </a:lvl6pPr>
            <a:lvl7pPr>
              <a:defRPr sz="1800" b="0" i="0">
                <a:solidFill>
                  <a:srgbClr val="193244"/>
                </a:solidFill>
                <a:latin typeface="Nimbus Sans"/>
                <a:ea typeface="Nimbus Sans"/>
                <a:cs typeface="Nimbus Sans"/>
              </a:defRPr>
            </a:lvl7pPr>
            <a:lvl8pPr>
              <a:defRPr sz="1800" b="0" i="0">
                <a:solidFill>
                  <a:srgbClr val="193244"/>
                </a:solidFill>
                <a:latin typeface="Nimbus Sans"/>
                <a:ea typeface="Nimbus Sans"/>
                <a:cs typeface="Nimbus Sans"/>
              </a:defRPr>
            </a:lvl8pPr>
            <a:lvl9pPr>
              <a:defRPr sz="1800" b="0" i="0">
                <a:solidFill>
                  <a:srgbClr val="193244"/>
                </a:solidFill>
                <a:latin typeface="Nimbus Sans"/>
                <a:ea typeface="Nimbus Sans"/>
                <a:cs typeface="Nimbus Sans"/>
              </a:defRPr>
            </a:lvl9pPr>
          </a:lstStyle>
          <a:p xmlns:a="http://schemas.openxmlformats.org/drawingml/2006/main">
            <a:pPr>
              <a:defRPr sz="1800" b="0" i="0">
                <a:solidFill>
                  <a:srgbClr val="193244"/>
                </a:solidFill>
                <a:latin typeface="Nimbus Sans"/>
                <a:ea typeface="Nimbus Sans"/>
                <a:cs typeface="Nimbus Sans"/>
              </a:defRPr>
            </a:pPr>
            <a:r>
              <a:rPr sz="1800" b="0" i="0">
                <a:solidFill>
                  <a:srgbClr val="193244"/>
                </a:solidFill>
                <a:latin typeface="Nimbus Sans"/>
                <a:ea typeface="Nimbus Sans"/>
                <a:cs typeface="Nimbus Sans"/>
              </a:rPr>
              <a:t>Procedimentos reutilizáveis</a:t>
            </a:r>
          </a:p>
        </p:txBody>
      </p:sp>
      <p:sp>
        <p:nvSpPr>
          <p:cNvPr id="26" name="text-24">
            <a:extLst xmlns:a="http://schemas.openxmlformats.org/drawingml/2006/main">
              <a:ext uri="{FF2B5EF4-FFF2-40B4-BE49-F238E27FC236}">
                <a16:creationId xmlns:a16="http://schemas.microsoft.com/office/drawing/2014/main" id="{7C316BC0-A3B2-4892-B29F-566CDB803CB3}"/>
              </a:ext>
            </a:extLst>
          </p:cNvPr>
          <p:cNvSpPr>
            <a:spLocks xmlns:a="http://schemas.openxmlformats.org/drawingml/2006/main" noGrp="1"/>
          </p:cNvSpPr>
          <p:nvPr/>
        </p:nvSpPr>
        <p:spPr>
          <a:xfrm xmlns:a="http://schemas.openxmlformats.org/drawingml/2006/main">
            <a:off x="8286750" y="5829300"/>
            <a:ext cx="6191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1" i="0">
                <a:solidFill>
                  <a:srgbClr val="2C617B"/>
                </a:solidFill>
                <a:latin typeface="Nimbus Mono PS"/>
                <a:ea typeface="Nimbus Mono PS"/>
                <a:cs typeface="Nimbus Mono PS"/>
              </a:defRPr>
            </a:defPPr>
            <a:lvl1pPr>
              <a:defRPr sz="2025" b="1" i="0">
                <a:solidFill>
                  <a:srgbClr val="2C617B"/>
                </a:solidFill>
                <a:latin typeface="Nimbus Mono PS"/>
                <a:ea typeface="Nimbus Mono PS"/>
                <a:cs typeface="Nimbus Mono PS"/>
              </a:defRPr>
            </a:lvl1pPr>
            <a:lvl2pPr>
              <a:defRPr sz="2025" b="1" i="0">
                <a:solidFill>
                  <a:srgbClr val="2C617B"/>
                </a:solidFill>
                <a:latin typeface="Nimbus Mono PS"/>
                <a:ea typeface="Nimbus Mono PS"/>
                <a:cs typeface="Nimbus Mono PS"/>
              </a:defRPr>
            </a:lvl2pPr>
            <a:lvl3pPr>
              <a:defRPr sz="2025" b="1" i="0">
                <a:solidFill>
                  <a:srgbClr val="2C617B"/>
                </a:solidFill>
                <a:latin typeface="Nimbus Mono PS"/>
                <a:ea typeface="Nimbus Mono PS"/>
                <a:cs typeface="Nimbus Mono PS"/>
              </a:defRPr>
            </a:lvl3pPr>
            <a:lvl4pPr>
              <a:defRPr sz="2025" b="1" i="0">
                <a:solidFill>
                  <a:srgbClr val="2C617B"/>
                </a:solidFill>
                <a:latin typeface="Nimbus Mono PS"/>
                <a:ea typeface="Nimbus Mono PS"/>
                <a:cs typeface="Nimbus Mono PS"/>
              </a:defRPr>
            </a:lvl4pPr>
            <a:lvl5pPr>
              <a:defRPr sz="2025" b="1" i="0">
                <a:solidFill>
                  <a:srgbClr val="2C617B"/>
                </a:solidFill>
                <a:latin typeface="Nimbus Mono PS"/>
                <a:ea typeface="Nimbus Mono PS"/>
                <a:cs typeface="Nimbus Mono PS"/>
              </a:defRPr>
            </a:lvl5pPr>
            <a:lvl6pPr>
              <a:defRPr sz="2025" b="1" i="0">
                <a:solidFill>
                  <a:srgbClr val="2C617B"/>
                </a:solidFill>
                <a:latin typeface="Nimbus Mono PS"/>
                <a:ea typeface="Nimbus Mono PS"/>
                <a:cs typeface="Nimbus Mono PS"/>
              </a:defRPr>
            </a:lvl6pPr>
            <a:lvl7pPr>
              <a:defRPr sz="2025" b="1" i="0">
                <a:solidFill>
                  <a:srgbClr val="2C617B"/>
                </a:solidFill>
                <a:latin typeface="Nimbus Mono PS"/>
                <a:ea typeface="Nimbus Mono PS"/>
                <a:cs typeface="Nimbus Mono PS"/>
              </a:defRPr>
            </a:lvl7pPr>
            <a:lvl8pPr>
              <a:defRPr sz="2025" b="1" i="0">
                <a:solidFill>
                  <a:srgbClr val="2C617B"/>
                </a:solidFill>
                <a:latin typeface="Nimbus Mono PS"/>
                <a:ea typeface="Nimbus Mono PS"/>
                <a:cs typeface="Nimbus Mono PS"/>
              </a:defRPr>
            </a:lvl8pPr>
            <a:lvl9pPr>
              <a:defRPr sz="2025" b="1" i="0">
                <a:solidFill>
                  <a:srgbClr val="2C617B"/>
                </a:solidFill>
                <a:latin typeface="Nimbus Mono PS"/>
                <a:ea typeface="Nimbus Mono PS"/>
                <a:cs typeface="Nimbus Mono PS"/>
              </a:defRPr>
            </a:lvl9pPr>
          </a:lstStyle>
          <a:p xmlns:a="http://schemas.openxmlformats.org/drawingml/2006/main">
            <a:pPr>
              <a:defRPr sz="2025" b="1" i="0">
                <a:solidFill>
                  <a:srgbClr val="2C617B"/>
                </a:solidFill>
                <a:latin typeface="Nimbus Mono PS"/>
                <a:ea typeface="Nimbus Mono PS"/>
                <a:cs typeface="Nimbus Mono PS"/>
              </a:defRPr>
            </a:pPr>
            <a:r>
              <a:rPr sz="2025" b="1" i="0">
                <a:solidFill>
                  <a:srgbClr val="2C617B"/>
                </a:solidFill>
                <a:latin typeface="Nimbus Mono PS"/>
                <a:ea typeface="Nimbus Mono PS"/>
                <a:cs typeface="Nimbus Mono PS"/>
                <a:hlinkClick xmlns:r="http://schemas.openxmlformats.org/officeDocument/2006/relationships" r:id="Rcd558606e2e547fd"/>
              </a:rPr>
              <a:t>DORA</a:t>
            </a:r>
          </a:p>
        </p:txBody>
      </p:sp>
      <p:sp>
        <p:nvSpPr>
          <p:cNvPr id="27" name="text-25">
            <a:extLst xmlns:a="http://schemas.openxmlformats.org/drawingml/2006/main">
              <a:ext uri="{FF2B5EF4-FFF2-40B4-BE49-F238E27FC236}">
                <a16:creationId xmlns:a16="http://schemas.microsoft.com/office/drawing/2014/main" id="{5337F68C-5C18-4979-8A93-7EE0B82FC47A}"/>
              </a:ext>
            </a:extLst>
          </p:cNvPr>
          <p:cNvSpPr>
            <a:spLocks xmlns:a="http://schemas.openxmlformats.org/drawingml/2006/main" noGrp="1"/>
          </p:cNvSpPr>
          <p:nvPr/>
        </p:nvSpPr>
        <p:spPr>
          <a:xfrm xmlns:a="http://schemas.openxmlformats.org/drawingml/2006/main">
            <a:off x="8286750" y="6200775"/>
            <a:ext cx="61912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0" i="0">
                <a:solidFill>
                  <a:srgbClr val="193244"/>
                </a:solidFill>
                <a:latin typeface="Nimbus Sans"/>
                <a:ea typeface="Nimbus Sans"/>
                <a:cs typeface="Nimbus Sans"/>
              </a:defRPr>
            </a:defPPr>
            <a:lvl1pPr>
              <a:defRPr sz="1800" b="0" i="0">
                <a:solidFill>
                  <a:srgbClr val="193244"/>
                </a:solidFill>
                <a:latin typeface="Nimbus Sans"/>
                <a:ea typeface="Nimbus Sans"/>
                <a:cs typeface="Nimbus Sans"/>
              </a:defRPr>
            </a:lvl1pPr>
            <a:lvl2pPr>
              <a:defRPr sz="1800" b="0" i="0">
                <a:solidFill>
                  <a:srgbClr val="193244"/>
                </a:solidFill>
                <a:latin typeface="Nimbus Sans"/>
                <a:ea typeface="Nimbus Sans"/>
                <a:cs typeface="Nimbus Sans"/>
              </a:defRPr>
            </a:lvl2pPr>
            <a:lvl3pPr>
              <a:defRPr sz="1800" b="0" i="0">
                <a:solidFill>
                  <a:srgbClr val="193244"/>
                </a:solidFill>
                <a:latin typeface="Nimbus Sans"/>
                <a:ea typeface="Nimbus Sans"/>
                <a:cs typeface="Nimbus Sans"/>
              </a:defRPr>
            </a:lvl3pPr>
            <a:lvl4pPr>
              <a:defRPr sz="1800" b="0" i="0">
                <a:solidFill>
                  <a:srgbClr val="193244"/>
                </a:solidFill>
                <a:latin typeface="Nimbus Sans"/>
                <a:ea typeface="Nimbus Sans"/>
                <a:cs typeface="Nimbus Sans"/>
              </a:defRPr>
            </a:lvl4pPr>
            <a:lvl5pPr>
              <a:defRPr sz="1800" b="0" i="0">
                <a:solidFill>
                  <a:srgbClr val="193244"/>
                </a:solidFill>
                <a:latin typeface="Nimbus Sans"/>
                <a:ea typeface="Nimbus Sans"/>
                <a:cs typeface="Nimbus Sans"/>
              </a:defRPr>
            </a:lvl5pPr>
            <a:lvl6pPr>
              <a:defRPr sz="1800" b="0" i="0">
                <a:solidFill>
                  <a:srgbClr val="193244"/>
                </a:solidFill>
                <a:latin typeface="Nimbus Sans"/>
                <a:ea typeface="Nimbus Sans"/>
                <a:cs typeface="Nimbus Sans"/>
              </a:defRPr>
            </a:lvl6pPr>
            <a:lvl7pPr>
              <a:defRPr sz="1800" b="0" i="0">
                <a:solidFill>
                  <a:srgbClr val="193244"/>
                </a:solidFill>
                <a:latin typeface="Nimbus Sans"/>
                <a:ea typeface="Nimbus Sans"/>
                <a:cs typeface="Nimbus Sans"/>
              </a:defRPr>
            </a:lvl7pPr>
            <a:lvl8pPr>
              <a:defRPr sz="1800" b="0" i="0">
                <a:solidFill>
                  <a:srgbClr val="193244"/>
                </a:solidFill>
                <a:latin typeface="Nimbus Sans"/>
                <a:ea typeface="Nimbus Sans"/>
                <a:cs typeface="Nimbus Sans"/>
              </a:defRPr>
            </a:lvl8pPr>
            <a:lvl9pPr>
              <a:defRPr sz="1800" b="0" i="0">
                <a:solidFill>
                  <a:srgbClr val="193244"/>
                </a:solidFill>
                <a:latin typeface="Nimbus Sans"/>
                <a:ea typeface="Nimbus Sans"/>
                <a:cs typeface="Nimbus Sans"/>
              </a:defRPr>
            </a:lvl9pPr>
          </a:lstStyle>
          <a:p xmlns:a="http://schemas.openxmlformats.org/drawingml/2006/main">
            <a:pPr>
              <a:defRPr sz="1800" b="0" i="0">
                <a:solidFill>
                  <a:srgbClr val="193244"/>
                </a:solidFill>
                <a:latin typeface="Nimbus Sans"/>
                <a:ea typeface="Nimbus Sans"/>
                <a:cs typeface="Nimbus Sans"/>
              </a:defRPr>
            </a:pPr>
            <a:r>
              <a:rPr sz="1800" b="0" i="0">
                <a:solidFill>
                  <a:srgbClr val="193244"/>
                </a:solidFill>
                <a:latin typeface="Nimbus Sans"/>
                <a:ea typeface="Nimbus Sans"/>
                <a:cs typeface="Nimbus Sans"/>
              </a:rPr>
              <a:t>Working in small batches</a:t>
            </a:r>
          </a:p>
        </p:txBody>
      </p:sp>
      <p:sp>
        <p:nvSpPr>
          <p:cNvPr id="28" name="text-26">
            <a:extLst xmlns:a="http://schemas.openxmlformats.org/drawingml/2006/main">
              <a:ext uri="{FF2B5EF4-FFF2-40B4-BE49-F238E27FC236}">
                <a16:creationId xmlns:a16="http://schemas.microsoft.com/office/drawing/2014/main" id="{984566C2-C1E0-4F78-A35C-80EE6F9930AF}"/>
              </a:ext>
            </a:extLst>
          </p:cNvPr>
          <p:cNvSpPr>
            <a:spLocks xmlns:a="http://schemas.openxmlformats.org/drawingml/2006/main" noGrp="1"/>
          </p:cNvSpPr>
          <p:nvPr/>
        </p:nvSpPr>
        <p:spPr>
          <a:xfrm xmlns:a="http://schemas.openxmlformats.org/drawingml/2006/main">
            <a:off x="8286750" y="6734175"/>
            <a:ext cx="6191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1" i="0">
                <a:solidFill>
                  <a:srgbClr val="2C617B"/>
                </a:solidFill>
                <a:latin typeface="Nimbus Mono PS"/>
                <a:ea typeface="Nimbus Mono PS"/>
                <a:cs typeface="Nimbus Mono PS"/>
              </a:defRPr>
            </a:defPPr>
            <a:lvl1pPr>
              <a:defRPr sz="2025" b="1" i="0">
                <a:solidFill>
                  <a:srgbClr val="2C617B"/>
                </a:solidFill>
                <a:latin typeface="Nimbus Mono PS"/>
                <a:ea typeface="Nimbus Mono PS"/>
                <a:cs typeface="Nimbus Mono PS"/>
              </a:defRPr>
            </a:lvl1pPr>
            <a:lvl2pPr>
              <a:defRPr sz="2025" b="1" i="0">
                <a:solidFill>
                  <a:srgbClr val="2C617B"/>
                </a:solidFill>
                <a:latin typeface="Nimbus Mono PS"/>
                <a:ea typeface="Nimbus Mono PS"/>
                <a:cs typeface="Nimbus Mono PS"/>
              </a:defRPr>
            </a:lvl2pPr>
            <a:lvl3pPr>
              <a:defRPr sz="2025" b="1" i="0">
                <a:solidFill>
                  <a:srgbClr val="2C617B"/>
                </a:solidFill>
                <a:latin typeface="Nimbus Mono PS"/>
                <a:ea typeface="Nimbus Mono PS"/>
                <a:cs typeface="Nimbus Mono PS"/>
              </a:defRPr>
            </a:lvl3pPr>
            <a:lvl4pPr>
              <a:defRPr sz="2025" b="1" i="0">
                <a:solidFill>
                  <a:srgbClr val="2C617B"/>
                </a:solidFill>
                <a:latin typeface="Nimbus Mono PS"/>
                <a:ea typeface="Nimbus Mono PS"/>
                <a:cs typeface="Nimbus Mono PS"/>
              </a:defRPr>
            </a:lvl4pPr>
            <a:lvl5pPr>
              <a:defRPr sz="2025" b="1" i="0">
                <a:solidFill>
                  <a:srgbClr val="2C617B"/>
                </a:solidFill>
                <a:latin typeface="Nimbus Mono PS"/>
                <a:ea typeface="Nimbus Mono PS"/>
                <a:cs typeface="Nimbus Mono PS"/>
              </a:defRPr>
            </a:lvl5pPr>
            <a:lvl6pPr>
              <a:defRPr sz="2025" b="1" i="0">
                <a:solidFill>
                  <a:srgbClr val="2C617B"/>
                </a:solidFill>
                <a:latin typeface="Nimbus Mono PS"/>
                <a:ea typeface="Nimbus Mono PS"/>
                <a:cs typeface="Nimbus Mono PS"/>
              </a:defRPr>
            </a:lvl6pPr>
            <a:lvl7pPr>
              <a:defRPr sz="2025" b="1" i="0">
                <a:solidFill>
                  <a:srgbClr val="2C617B"/>
                </a:solidFill>
                <a:latin typeface="Nimbus Mono PS"/>
                <a:ea typeface="Nimbus Mono PS"/>
                <a:cs typeface="Nimbus Mono PS"/>
              </a:defRPr>
            </a:lvl7pPr>
            <a:lvl8pPr>
              <a:defRPr sz="2025" b="1" i="0">
                <a:solidFill>
                  <a:srgbClr val="2C617B"/>
                </a:solidFill>
                <a:latin typeface="Nimbus Mono PS"/>
                <a:ea typeface="Nimbus Mono PS"/>
                <a:cs typeface="Nimbus Mono PS"/>
              </a:defRPr>
            </a:lvl8pPr>
            <a:lvl9pPr>
              <a:defRPr sz="2025" b="1" i="0">
                <a:solidFill>
                  <a:srgbClr val="2C617B"/>
                </a:solidFill>
                <a:latin typeface="Nimbus Mono PS"/>
                <a:ea typeface="Nimbus Mono PS"/>
                <a:cs typeface="Nimbus Mono PS"/>
              </a:defRPr>
            </a:lvl9pPr>
          </a:lstStyle>
          <a:p xmlns:a="http://schemas.openxmlformats.org/drawingml/2006/main">
            <a:pPr>
              <a:defRPr sz="2025" b="1" i="0">
                <a:solidFill>
                  <a:srgbClr val="2C617B"/>
                </a:solidFill>
                <a:latin typeface="Nimbus Mono PS"/>
                <a:ea typeface="Nimbus Mono PS"/>
                <a:cs typeface="Nimbus Mono PS"/>
              </a:defRPr>
            </a:pPr>
            <a:r>
              <a:rPr sz="2025" b="1" i="0">
                <a:solidFill>
                  <a:srgbClr val="2C617B"/>
                </a:solidFill>
                <a:latin typeface="Nimbus Mono PS"/>
                <a:ea typeface="Nimbus Mono PS"/>
                <a:cs typeface="Nimbus Mono PS"/>
                <a:hlinkClick xmlns:r="http://schemas.openxmlformats.org/officeDocument/2006/relationships" r:id="Rb5b9b4035c3d4ea4"/>
              </a:rPr>
              <a:t>Thoughtworks</a:t>
            </a:r>
          </a:p>
        </p:txBody>
      </p:sp>
      <p:sp>
        <p:nvSpPr>
          <p:cNvPr id="29" name="text-27">
            <a:extLst xmlns:a="http://schemas.openxmlformats.org/drawingml/2006/main">
              <a:ext uri="{FF2B5EF4-FFF2-40B4-BE49-F238E27FC236}">
                <a16:creationId xmlns:a16="http://schemas.microsoft.com/office/drawing/2014/main" id="{6C830B4E-4CA4-4061-B57E-FC93D55C17EE}"/>
              </a:ext>
            </a:extLst>
          </p:cNvPr>
          <p:cNvSpPr>
            <a:spLocks xmlns:a="http://schemas.openxmlformats.org/drawingml/2006/main" noGrp="1"/>
          </p:cNvSpPr>
          <p:nvPr/>
        </p:nvSpPr>
        <p:spPr>
          <a:xfrm xmlns:a="http://schemas.openxmlformats.org/drawingml/2006/main">
            <a:off x="8286750" y="7105650"/>
            <a:ext cx="61912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0" i="0">
                <a:solidFill>
                  <a:srgbClr val="193244"/>
                </a:solidFill>
                <a:latin typeface="Nimbus Sans"/>
                <a:ea typeface="Nimbus Sans"/>
                <a:cs typeface="Nimbus Sans"/>
              </a:defRPr>
            </a:defPPr>
            <a:lvl1pPr>
              <a:defRPr sz="1800" b="0" i="0">
                <a:solidFill>
                  <a:srgbClr val="193244"/>
                </a:solidFill>
                <a:latin typeface="Nimbus Sans"/>
                <a:ea typeface="Nimbus Sans"/>
                <a:cs typeface="Nimbus Sans"/>
              </a:defRPr>
            </a:lvl1pPr>
            <a:lvl2pPr>
              <a:defRPr sz="1800" b="0" i="0">
                <a:solidFill>
                  <a:srgbClr val="193244"/>
                </a:solidFill>
                <a:latin typeface="Nimbus Sans"/>
                <a:ea typeface="Nimbus Sans"/>
                <a:cs typeface="Nimbus Sans"/>
              </a:defRPr>
            </a:lvl2pPr>
            <a:lvl3pPr>
              <a:defRPr sz="1800" b="0" i="0">
                <a:solidFill>
                  <a:srgbClr val="193244"/>
                </a:solidFill>
                <a:latin typeface="Nimbus Sans"/>
                <a:ea typeface="Nimbus Sans"/>
                <a:cs typeface="Nimbus Sans"/>
              </a:defRPr>
            </a:lvl3pPr>
            <a:lvl4pPr>
              <a:defRPr sz="1800" b="0" i="0">
                <a:solidFill>
                  <a:srgbClr val="193244"/>
                </a:solidFill>
                <a:latin typeface="Nimbus Sans"/>
                <a:ea typeface="Nimbus Sans"/>
                <a:cs typeface="Nimbus Sans"/>
              </a:defRPr>
            </a:lvl4pPr>
            <a:lvl5pPr>
              <a:defRPr sz="1800" b="0" i="0">
                <a:solidFill>
                  <a:srgbClr val="193244"/>
                </a:solidFill>
                <a:latin typeface="Nimbus Sans"/>
                <a:ea typeface="Nimbus Sans"/>
                <a:cs typeface="Nimbus Sans"/>
              </a:defRPr>
            </a:lvl5pPr>
            <a:lvl6pPr>
              <a:defRPr sz="1800" b="0" i="0">
                <a:solidFill>
                  <a:srgbClr val="193244"/>
                </a:solidFill>
                <a:latin typeface="Nimbus Sans"/>
                <a:ea typeface="Nimbus Sans"/>
                <a:cs typeface="Nimbus Sans"/>
              </a:defRPr>
            </a:lvl6pPr>
            <a:lvl7pPr>
              <a:defRPr sz="1800" b="0" i="0">
                <a:solidFill>
                  <a:srgbClr val="193244"/>
                </a:solidFill>
                <a:latin typeface="Nimbus Sans"/>
                <a:ea typeface="Nimbus Sans"/>
                <a:cs typeface="Nimbus Sans"/>
              </a:defRPr>
            </a:lvl7pPr>
            <a:lvl8pPr>
              <a:defRPr sz="1800" b="0" i="0">
                <a:solidFill>
                  <a:srgbClr val="193244"/>
                </a:solidFill>
                <a:latin typeface="Nimbus Sans"/>
                <a:ea typeface="Nimbus Sans"/>
                <a:cs typeface="Nimbus Sans"/>
              </a:defRPr>
            </a:lvl8pPr>
            <a:lvl9pPr>
              <a:defRPr sz="1800" b="0" i="0">
                <a:solidFill>
                  <a:srgbClr val="193244"/>
                </a:solidFill>
                <a:latin typeface="Nimbus Sans"/>
                <a:ea typeface="Nimbus Sans"/>
                <a:cs typeface="Nimbus Sans"/>
              </a:defRPr>
            </a:lvl9pPr>
          </a:lstStyle>
          <a:p xmlns:a="http://schemas.openxmlformats.org/drawingml/2006/main">
            <a:pPr>
              <a:defRPr sz="1800" b="0" i="0">
                <a:solidFill>
                  <a:srgbClr val="193244"/>
                </a:solidFill>
                <a:latin typeface="Nimbus Sans"/>
                <a:ea typeface="Nimbus Sans"/>
                <a:cs typeface="Nimbus Sans"/>
              </a:defRPr>
            </a:pPr>
            <a:r>
              <a:rPr sz="1800" b="0" i="0">
                <a:solidFill>
                  <a:srgbClr val="193244"/>
                </a:solidFill>
                <a:latin typeface="Nimbus Sans"/>
                <a:ea typeface="Nimbus Sans"/>
                <a:cs typeface="Nimbus Sans"/>
              </a:rPr>
              <a:t>Spec-driven development</a:t>
            </a:r>
          </a:p>
        </p:txBody>
      </p:sp>
      <p:sp>
        <p:nvSpPr>
          <p:cNvPr id="30" name="text-28">
            <a:extLst xmlns:a="http://schemas.openxmlformats.org/drawingml/2006/main">
              <a:ext uri="{FF2B5EF4-FFF2-40B4-BE49-F238E27FC236}">
                <a16:creationId xmlns:a16="http://schemas.microsoft.com/office/drawing/2014/main" id="{387F7605-A250-4CD2-886A-930EA3B1AD05}"/>
              </a:ext>
            </a:extLst>
          </p:cNvPr>
          <p:cNvSpPr>
            <a:spLocks xmlns:a="http://schemas.openxmlformats.org/drawingml/2006/main" noGrp="1"/>
          </p:cNvSpPr>
          <p:nvPr/>
        </p:nvSpPr>
        <p:spPr>
          <a:xfrm xmlns:a="http://schemas.openxmlformats.org/drawingml/2006/main">
            <a:off x="790575" y="7724775"/>
            <a:ext cx="136207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0" i="0">
                <a:solidFill>
                  <a:srgbClr val="54656D"/>
                </a:solidFill>
                <a:latin typeface="Nimbus Sans"/>
                <a:ea typeface="Nimbus Sans"/>
                <a:cs typeface="Nimbus Sans"/>
              </a:defRPr>
            </a:defPPr>
            <a:lvl1pPr>
              <a:defRPr sz="1725" b="0" i="0">
                <a:solidFill>
                  <a:srgbClr val="54656D"/>
                </a:solidFill>
                <a:latin typeface="Nimbus Sans"/>
                <a:ea typeface="Nimbus Sans"/>
                <a:cs typeface="Nimbus Sans"/>
              </a:defRPr>
            </a:lvl1pPr>
            <a:lvl2pPr>
              <a:defRPr sz="1725" b="0" i="0">
                <a:solidFill>
                  <a:srgbClr val="54656D"/>
                </a:solidFill>
                <a:latin typeface="Nimbus Sans"/>
                <a:ea typeface="Nimbus Sans"/>
                <a:cs typeface="Nimbus Sans"/>
              </a:defRPr>
            </a:lvl2pPr>
            <a:lvl3pPr>
              <a:defRPr sz="1725" b="0" i="0">
                <a:solidFill>
                  <a:srgbClr val="54656D"/>
                </a:solidFill>
                <a:latin typeface="Nimbus Sans"/>
                <a:ea typeface="Nimbus Sans"/>
                <a:cs typeface="Nimbus Sans"/>
              </a:defRPr>
            </a:lvl3pPr>
            <a:lvl4pPr>
              <a:defRPr sz="1725" b="0" i="0">
                <a:solidFill>
                  <a:srgbClr val="54656D"/>
                </a:solidFill>
                <a:latin typeface="Nimbus Sans"/>
                <a:ea typeface="Nimbus Sans"/>
                <a:cs typeface="Nimbus Sans"/>
              </a:defRPr>
            </a:lvl4pPr>
            <a:lvl5pPr>
              <a:defRPr sz="1725" b="0" i="0">
                <a:solidFill>
                  <a:srgbClr val="54656D"/>
                </a:solidFill>
                <a:latin typeface="Nimbus Sans"/>
                <a:ea typeface="Nimbus Sans"/>
                <a:cs typeface="Nimbus Sans"/>
              </a:defRPr>
            </a:lvl5pPr>
            <a:lvl6pPr>
              <a:defRPr sz="1725" b="0" i="0">
                <a:solidFill>
                  <a:srgbClr val="54656D"/>
                </a:solidFill>
                <a:latin typeface="Nimbus Sans"/>
                <a:ea typeface="Nimbus Sans"/>
                <a:cs typeface="Nimbus Sans"/>
              </a:defRPr>
            </a:lvl6pPr>
            <a:lvl7pPr>
              <a:defRPr sz="1725" b="0" i="0">
                <a:solidFill>
                  <a:srgbClr val="54656D"/>
                </a:solidFill>
                <a:latin typeface="Nimbus Sans"/>
                <a:ea typeface="Nimbus Sans"/>
                <a:cs typeface="Nimbus Sans"/>
              </a:defRPr>
            </a:lvl7pPr>
            <a:lvl8pPr>
              <a:defRPr sz="1725" b="0" i="0">
                <a:solidFill>
                  <a:srgbClr val="54656D"/>
                </a:solidFill>
                <a:latin typeface="Nimbus Sans"/>
                <a:ea typeface="Nimbus Sans"/>
                <a:cs typeface="Nimbus Sans"/>
              </a:defRPr>
            </a:lvl8pPr>
            <a:lvl9pPr>
              <a:defRPr sz="1725" b="0" i="0">
                <a:solidFill>
                  <a:srgbClr val="54656D"/>
                </a:solidFill>
                <a:latin typeface="Nimbus Sans"/>
                <a:ea typeface="Nimbus Sans"/>
                <a:cs typeface="Nimbus Sans"/>
              </a:defRPr>
            </a:lvl9pPr>
          </a:lstStyle>
          <a:p xmlns:a="http://schemas.openxmlformats.org/drawingml/2006/main">
            <a:pPr>
              <a:defRPr sz="1725" b="0" i="0">
                <a:solidFill>
                  <a:srgbClr val="54656D"/>
                </a:solidFill>
                <a:latin typeface="Nimbus Sans"/>
                <a:ea typeface="Nimbus Sans"/>
                <a:cs typeface="Nimbus Sans"/>
              </a:defRPr>
            </a:pPr>
            <a:r>
              <a:rPr sz="1725" b="0" i="0">
                <a:solidFill>
                  <a:srgbClr val="54656D"/>
                </a:solidFill>
                <a:latin typeface="Nimbus Sans"/>
                <a:ea typeface="Nimbus Sans"/>
                <a:cs typeface="Nimbus Sans"/>
              </a:rPr>
              <a:t>O SDD-Fast é uma síntese prática. Sua eficácia deve ser avaliada no contexto do time.</a:t>
            </a:r>
          </a:p>
        </p:txBody>
      </p:sp>
    </p:spTree>
    <p:extLst>
      <p:ext uri="{BB962C8B-B14F-4D97-AF65-F5344CB8AC3E}">
        <p14:creationId xmlns:p14="http://schemas.microsoft.com/office/powerpoint/2010/main" val="50386814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2026-10-24T17:27:50.4330000Z</dcterms:created>
  <dcterms:modified xsi:type="dcterms:W3CDTF">2026-10-24T17:27:50.4330000Z</dcterms:modified>
</coreProperties>
</file>